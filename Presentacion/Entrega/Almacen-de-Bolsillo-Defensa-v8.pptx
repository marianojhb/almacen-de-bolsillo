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1589c27834548" /><Relationship Type="http://schemas.openxmlformats.org/officeDocument/2006/relationships/extended-properties" Target="/docProps/app.xml" Id="Rf152643f7cdf4016" /><Relationship Type="http://schemas.openxmlformats.org/officeDocument/2006/relationships/officeDocument" Target="/ppt/presentation.xml" Id="R621f3c9d8e2447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b63372756482b"/>
  </p:sldMasterIdLst>
  <p:notesMasterIdLst>
    <p:notesMasterId xmlns:r="http://schemas.openxmlformats.org/officeDocument/2006/relationships" r:id="R2543600c3afc4961"/>
  </p:notesMasterIdLst>
  <p:sldIdLst>
    <p:sldId xmlns:r="http://schemas.openxmlformats.org/officeDocument/2006/relationships" id="256" r:id="Rd0f4d89a32ef4d35"/>
    <p:sldId xmlns:r="http://schemas.openxmlformats.org/officeDocument/2006/relationships" id="257" r:id="R9653c83f84394d38"/>
    <p:sldId xmlns:r="http://schemas.openxmlformats.org/officeDocument/2006/relationships" id="258" r:id="R7d0f674606424ad5"/>
    <p:sldId xmlns:r="http://schemas.openxmlformats.org/officeDocument/2006/relationships" id="259" r:id="R2d09abcf49dd49e6"/>
    <p:sldId xmlns:r="http://schemas.openxmlformats.org/officeDocument/2006/relationships" id="260" r:id="R7f389c053d654e36"/>
    <p:sldId xmlns:r="http://schemas.openxmlformats.org/officeDocument/2006/relationships" id="261" r:id="R6f1f1f7e2e6346e3"/>
    <p:sldId xmlns:r="http://schemas.openxmlformats.org/officeDocument/2006/relationships" id="262" r:id="R4f252a6fae7845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a224d2baa413a" /><Relationship Type="http://schemas.openxmlformats.org/officeDocument/2006/relationships/slideMaster" Target="/ppt/slideMasters/slideMaster1.xml" Id="R79db63372756482b" /><Relationship Type="http://schemas.openxmlformats.org/officeDocument/2006/relationships/notesMaster" Target="/ppt/notesMasters/notesMaster1.xml" Id="R2543600c3afc4961" /><Relationship Type="http://schemas.openxmlformats.org/officeDocument/2006/relationships/presProps" Target="/ppt/presProps.xml" Id="Rf0dd1dd3dba349e0" /><Relationship Type="http://schemas.openxmlformats.org/officeDocument/2006/relationships/tableStyles" Target="/ppt/tableStyles.xml" Id="R2a334cfe99de46a0" /><Relationship Type="http://schemas.openxmlformats.org/officeDocument/2006/relationships/slide" Target="/ppt/slides/slide1.xml" Id="Rd0f4d89a32ef4d35" /><Relationship Type="http://schemas.openxmlformats.org/officeDocument/2006/relationships/slide" Target="/ppt/slides/slide2.xml" Id="R9653c83f84394d38" /><Relationship Type="http://schemas.openxmlformats.org/officeDocument/2006/relationships/slide" Target="/ppt/slides/slide3.xml" Id="R7d0f674606424ad5" /><Relationship Type="http://schemas.openxmlformats.org/officeDocument/2006/relationships/slide" Target="/ppt/slides/slide4.xml" Id="R2d09abcf49dd49e6" /><Relationship Type="http://schemas.openxmlformats.org/officeDocument/2006/relationships/slide" Target="/ppt/slides/slide5.xml" Id="R7f389c053d654e36" /><Relationship Type="http://schemas.openxmlformats.org/officeDocument/2006/relationships/slide" Target="/ppt/slides/slide6.xml" Id="R6f1f1f7e2e6346e3" /><Relationship Type="http://schemas.openxmlformats.org/officeDocument/2006/relationships/slide" Target="/ppt/slides/slide7.xml" Id="R4f252a6fae7845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9ed6485199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cacdd3eb1346dc" /><Relationship Type="http://schemas.openxmlformats.org/officeDocument/2006/relationships/notesMaster" Target="/ppt/notesMasters/notesMaster1.xml" Id="R07e296c7da95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000352c814e6f" /><Relationship Type="http://schemas.openxmlformats.org/officeDocument/2006/relationships/notesMaster" Target="/ppt/notesMasters/notesMaster1.xml" Id="R47fce87b8881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0c1d13a99c4549" /><Relationship Type="http://schemas.openxmlformats.org/officeDocument/2006/relationships/notesMaster" Target="/ppt/notesMasters/notesMaster1.xml" Id="Rf67452a2334d4c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b12e7f92514b04" /><Relationship Type="http://schemas.openxmlformats.org/officeDocument/2006/relationships/notesMaster" Target="/ppt/notesMasters/notesMaster1.xml" Id="Rf9797acb235b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394621b2d470f" /><Relationship Type="http://schemas.openxmlformats.org/officeDocument/2006/relationships/notesMaster" Target="/ppt/notesMasters/notesMaster1.xml" Id="R37c09d04d129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c01490a9d84268" /><Relationship Type="http://schemas.openxmlformats.org/officeDocument/2006/relationships/notesMaster" Target="/ppt/notesMasters/notesMaster1.xml" Id="R76154ec65c10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0e963114e64c61" /><Relationship Type="http://schemas.openxmlformats.org/officeDocument/2006/relationships/notesMaster" Target="/ppt/notesMasters/notesMaster1.xml" Id="R2bbb1367e885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Presentación</a:t>
            </a:r>
          </a:p>
          <a:p xmlns:a="http://schemas.openxmlformats.org/drawingml/2006/main">
            <a:r>
              <a:t>Tiempo: 0:30. Expositor sugerido: Lautaro.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Lautaro y Mariano. Desarrollamos Almacén de Bolsillo para organizar la actividad cotidiana de pequeños comercios desde el celular. Para mostrar qué resuelve, vamos a seguir un caso ficticio y recorrer una compra y una venta. La portada contiene textos y formas editables y capturas reales de Dashboard y Productos, insertadas como imágenes independientes que pueden reemplazarse.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proyecto: README.md; docs/GuiaDePantallas.md.</a:t>
            </a:r>
          </a:p>
          <a:p xmlns:a="http://schemas.openxmlformats.org/drawingml/2006/main">
            <a:r>
              <a:t>Caso de Juan y cantidades: ejemplo ficticio para la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2. Ilustración ficticia creada con imagegen: un empleado y Juan en momentos diferentes, una persona por turno. Recursos editables: todos los títulos, preguntas y explicaciones. La ilustración se puede reemplazar como imagen independiente.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3. Mapa de valor en tres recorridos verticales: dificultad, respuesta y utilidad. Capturas reales de ventas, productos y turnos del repositorio. Para Juan y otros comercios de barrio: registros y turnos en una misma herramienta.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Espacio reservado para el video local del punto 4. Guion-de-defensa.md, apartado PowerPoint.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Espacio reservado para el video local del punto 5. Guion-de-defensa.md, apartado PowerPoint.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6. Recorrer las capas en orden. Prisma se menciona oralmente. Apoyar facilidad de uso en la captura real de nueva venta. Son objetivos de diseño e impacto social, no resultados certificados ni medidos.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7. Base propia por comercio: propuesta multi tenant futura. Captura real de dashboard oscuro. Recuperar a Juan al cerrar. Diferenciar el aporte del proyecto y el impacto esperado de las mejoras propuestas.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c686159f546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3eee172024a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ebe5e713542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b1d3c7a264a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b680494b64f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d2410b9f3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4B4AC8-02AD-4F86-BE42-B4DF6968A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19E2BE-91B7-4760-B0A5-A3C008AA5D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1427D6-2D00-45D6-A986-2D1BF342E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13D9B5-6702-49B0-90C8-51924B2DA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BA8F8A-96EB-4D28-8F9C-718813734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EA428A-ED14-40C4-A9CB-B022C5CA6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9755ED-F5F1-4962-A4A9-FABF73687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459DF4-2462-41D6-825B-03C964101C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DC1246-2E93-438F-A9A5-EB2ADA51C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477375-6C68-48D3-9E7E-AEF57AD3B1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63984e31c424d" /><Relationship Type="http://schemas.openxmlformats.org/officeDocument/2006/relationships/slideLayout" Target="/ppt/slideLayouts/slideLayout1.xml" Id="R61f0d220a5ef4bfb" /><Relationship Type="http://schemas.openxmlformats.org/officeDocument/2006/relationships/slideLayout" Target="/ppt/slideLayouts/slideLayout2.xml" Id="Rae9227a65c3145cd" /><Relationship Type="http://schemas.openxmlformats.org/officeDocument/2006/relationships/slideLayout" Target="/ppt/slideLayouts/slideLayout3.xml" Id="Rbdfac43dc54c43c0" /><Relationship Type="http://schemas.openxmlformats.org/officeDocument/2006/relationships/slideLayout" Target="/ppt/slideLayouts/slideLayout4.xml" Id="R9e73b303a46c4bb1" /><Relationship Type="http://schemas.openxmlformats.org/officeDocument/2006/relationships/slideLayout" Target="/ppt/slideLayouts/slideLayout5.xml" Id="Rc37e2fbcc24548e8" /><Relationship Type="http://schemas.openxmlformats.org/officeDocument/2006/relationships/slideLayout" Target="/ppt/slideLayouts/slideLayout6.xml" Id="Rc3d817c250c64e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0d220a5ef4bfb"/>
    <p:sldLayoutId xmlns:r="http://schemas.openxmlformats.org/officeDocument/2006/relationships" id="2147483650" r:id="Rae9227a65c3145cd"/>
    <p:sldLayoutId xmlns:r="http://schemas.openxmlformats.org/officeDocument/2006/relationships" id="2147483651" r:id="Rbdfac43dc54c43c0"/>
    <p:sldLayoutId xmlns:r="http://schemas.openxmlformats.org/officeDocument/2006/relationships" id="2147483652" r:id="R9e73b303a46c4bb1"/>
    <p:sldLayoutId xmlns:r="http://schemas.openxmlformats.org/officeDocument/2006/relationships" id="2147483653" r:id="Rc37e2fbcc24548e8"/>
    <p:sldLayoutId xmlns:r="http://schemas.openxmlformats.org/officeDocument/2006/relationships" id="2147483654" r:id="Rc3d817c250c64e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088707c0c4431" /><Relationship Type="http://schemas.openxmlformats.org/officeDocument/2006/relationships/image" Target="/ppt/media/image.png" Id="Red377fce0be042ae" /><Relationship Type="http://schemas.openxmlformats.org/officeDocument/2006/relationships/image" Target="/ppt/media/image2.png" Id="R85998aa539824a95" /><Relationship Type="http://schemas.openxmlformats.org/officeDocument/2006/relationships/notesSlide" Target="/ppt/notesSlides/notesSlide1.xml" Id="R4291d5cd94dd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70856960c49b8" /><Relationship Type="http://schemas.openxmlformats.org/officeDocument/2006/relationships/image" Target="/ppt/media/image3.png" Id="R3b7d53cd91304a5b" /><Relationship Type="http://schemas.openxmlformats.org/officeDocument/2006/relationships/notesSlide" Target="/ppt/notesSlides/notesSlide2.xml" Id="R451a8138324b4d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caeed717b431e" /><Relationship Type="http://schemas.openxmlformats.org/officeDocument/2006/relationships/image" Target="/ppt/media/image4.png" Id="Rcadf64d6198e40a8" /><Relationship Type="http://schemas.openxmlformats.org/officeDocument/2006/relationships/image" Target="/ppt/media/image5.png" Id="Ra058195178534a86" /><Relationship Type="http://schemas.openxmlformats.org/officeDocument/2006/relationships/image" Target="/ppt/media/image6.png" Id="Rcd80d87f220b4ad1" /><Relationship Type="http://schemas.openxmlformats.org/officeDocument/2006/relationships/notesSlide" Target="/ppt/notesSlides/notesSlide3.xml" Id="Rb24181f73cb24d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ad210c4db462f" /><Relationship Type="http://schemas.openxmlformats.org/officeDocument/2006/relationships/notesSlide" Target="/ppt/notesSlides/notesSlide4.xml" Id="Rc9533134c9fd4a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856dd9ad14e28" /><Relationship Type="http://schemas.openxmlformats.org/officeDocument/2006/relationships/notesSlide" Target="/ppt/notesSlides/notesSlide5.xml" Id="R7ea4fe62cea141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f0c51106441b8" /><Relationship Type="http://schemas.openxmlformats.org/officeDocument/2006/relationships/image" Target="/ppt/media/image7.png" Id="R9b95bce867de4cd9" /><Relationship Type="http://schemas.openxmlformats.org/officeDocument/2006/relationships/notesSlide" Target="/ppt/notesSlides/notesSlide6.xml" Id="R9aa9e4f6ab91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b6ed2ba8e4c08" /><Relationship Type="http://schemas.openxmlformats.org/officeDocument/2006/relationships/image" Target="/ppt/media/image8.png" Id="R2c85d00e1d3841ae" /><Relationship Type="http://schemas.openxmlformats.org/officeDocument/2006/relationships/notesSlide" Target="/ppt/notesSlides/notesSlide7.xml" Id="R8d79552b1d694d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C8882-4BAF-44FE-8493-846C678F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-1238250"/>
            <a:ext cx="8096250" cy="823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89C1D-7796-4B55-BADC-4CAEDE2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-952500"/>
            <a:ext cx="70485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D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4165-909F-49F0-A78B-9776A790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33450"/>
            <a:ext cx="5048250" cy="500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FDECA-164F-4B20-BA1D-9DC834B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64FB0-2C85-49A9-8DBB-058A5E6D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73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257F7-F071-479D-87DF-D9071B3F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6477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061A35"/>
                </a:solidFill>
              </a:defRPr>
            </a:defPPr>
            <a:lvl1pPr>
              <a:defRPr sz="8400" b="1">
                <a:solidFill>
                  <a:srgbClr val="061A35"/>
                </a:solidFill>
              </a:defRPr>
            </a:lvl1pPr>
            <a:lvl2pPr>
              <a:defRPr sz="8400" b="1">
                <a:solidFill>
                  <a:srgbClr val="061A35"/>
                </a:solidFill>
              </a:defRPr>
            </a:lvl2pPr>
            <a:lvl3pPr>
              <a:defRPr sz="8400" b="1">
                <a:solidFill>
                  <a:srgbClr val="061A35"/>
                </a:solidFill>
              </a:defRPr>
            </a:lvl3pPr>
            <a:lvl4pPr>
              <a:defRPr sz="8400" b="1">
                <a:solidFill>
                  <a:srgbClr val="061A35"/>
                </a:solidFill>
              </a:defRPr>
            </a:lvl4pPr>
            <a:lvl5pPr>
              <a:defRPr sz="8400" b="1">
                <a:solidFill>
                  <a:srgbClr val="061A35"/>
                </a:solidFill>
              </a:defRPr>
            </a:lvl5pPr>
            <a:lvl6pPr>
              <a:defRPr sz="8400" b="1">
                <a:solidFill>
                  <a:srgbClr val="061A35"/>
                </a:solidFill>
              </a:defRPr>
            </a:lvl6pPr>
            <a:lvl7pPr>
              <a:defRPr sz="8400" b="1">
                <a:solidFill>
                  <a:srgbClr val="061A35"/>
                </a:solidFill>
              </a:defRPr>
            </a:lvl7pPr>
            <a:lvl8pPr>
              <a:defRPr sz="8400" b="1">
                <a:solidFill>
                  <a:srgbClr val="061A35"/>
                </a:solidFill>
              </a:defRPr>
            </a:lvl8pPr>
            <a:lvl9pPr>
              <a:defRPr sz="84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061A35"/>
                </a:solidFill>
              </a:defRPr>
            </a:pPr>
            <a:r>
              <a:rPr sz="8400" b="1">
                <a:solidFill>
                  <a:srgbClr val="061A35"/>
                </a:solidFill>
              </a:rPr>
              <a:t>Almacén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65DC9-DFEC-4266-BB43-D3EC7C07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47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650" b="1">
                <a:solidFill>
                  <a:srgbClr val="0860FF"/>
                </a:solidFill>
              </a:defRPr>
            </a:defPPr>
            <a:lvl1pPr>
              <a:defRPr sz="7650" b="1">
                <a:solidFill>
                  <a:srgbClr val="0860FF"/>
                </a:solidFill>
              </a:defRPr>
            </a:lvl1pPr>
            <a:lvl2pPr>
              <a:defRPr sz="7650" b="1">
                <a:solidFill>
                  <a:srgbClr val="0860FF"/>
                </a:solidFill>
              </a:defRPr>
            </a:lvl2pPr>
            <a:lvl3pPr>
              <a:defRPr sz="7650" b="1">
                <a:solidFill>
                  <a:srgbClr val="0860FF"/>
                </a:solidFill>
              </a:defRPr>
            </a:lvl3pPr>
            <a:lvl4pPr>
              <a:defRPr sz="7650" b="1">
                <a:solidFill>
                  <a:srgbClr val="0860FF"/>
                </a:solidFill>
              </a:defRPr>
            </a:lvl4pPr>
            <a:lvl5pPr>
              <a:defRPr sz="7650" b="1">
                <a:solidFill>
                  <a:srgbClr val="0860FF"/>
                </a:solidFill>
              </a:defRPr>
            </a:lvl5pPr>
            <a:lvl6pPr>
              <a:defRPr sz="7650" b="1">
                <a:solidFill>
                  <a:srgbClr val="0860FF"/>
                </a:solidFill>
              </a:defRPr>
            </a:lvl6pPr>
            <a:lvl7pPr>
              <a:defRPr sz="7650" b="1">
                <a:solidFill>
                  <a:srgbClr val="0860FF"/>
                </a:solidFill>
              </a:defRPr>
            </a:lvl7pPr>
            <a:lvl8pPr>
              <a:defRPr sz="7650" b="1">
                <a:solidFill>
                  <a:srgbClr val="0860FF"/>
                </a:solidFill>
              </a:defRPr>
            </a:lvl8pPr>
            <a:lvl9pPr>
              <a:defRPr sz="76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7650" b="1">
                <a:solidFill>
                  <a:srgbClr val="0860FF"/>
                </a:solidFill>
              </a:defRPr>
            </a:pPr>
            <a:r>
              <a:rPr sz="7650" b="1">
                <a:solidFill>
                  <a:srgbClr val="0860FF"/>
                </a:solidFill>
              </a:rPr>
              <a:t>de bolsillo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5334-F588-42C8-9A45-706CEBA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36B91"/>
                </a:solidFill>
              </a:defRPr>
            </a:defPPr>
            <a:lvl1pPr>
              <a:defRPr sz="2550" b="1">
                <a:solidFill>
                  <a:srgbClr val="536B91"/>
                </a:solidFill>
              </a:defRPr>
            </a:lvl1pPr>
            <a:lvl2pPr>
              <a:defRPr sz="2550" b="1">
                <a:solidFill>
                  <a:srgbClr val="536B91"/>
                </a:solidFill>
              </a:defRPr>
            </a:lvl2pPr>
            <a:lvl3pPr>
              <a:defRPr sz="2550" b="1">
                <a:solidFill>
                  <a:srgbClr val="536B91"/>
                </a:solidFill>
              </a:defRPr>
            </a:lvl3pPr>
            <a:lvl4pPr>
              <a:defRPr sz="2550" b="1">
                <a:solidFill>
                  <a:srgbClr val="536B91"/>
                </a:solidFill>
              </a:defRPr>
            </a:lvl4pPr>
            <a:lvl5pPr>
              <a:defRPr sz="2550" b="1">
                <a:solidFill>
                  <a:srgbClr val="536B91"/>
                </a:solidFill>
              </a:defRPr>
            </a:lvl5pPr>
            <a:lvl6pPr>
              <a:defRPr sz="2550" b="1">
                <a:solidFill>
                  <a:srgbClr val="536B91"/>
                </a:solidFill>
              </a:defRPr>
            </a:lvl6pPr>
            <a:lvl7pPr>
              <a:defRPr sz="2550" b="1">
                <a:solidFill>
                  <a:srgbClr val="536B91"/>
                </a:solidFill>
              </a:defRPr>
            </a:lvl7pPr>
            <a:lvl8pPr>
              <a:defRPr sz="2550" b="1">
                <a:solidFill>
                  <a:srgbClr val="536B91"/>
                </a:solidFill>
              </a:defRPr>
            </a:lvl8pPr>
            <a:lvl9pPr>
              <a:defRPr sz="25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36B91"/>
                </a:solidFill>
              </a:defRPr>
            </a:pPr>
            <a:r>
              <a:rPr sz="2550" b="1">
                <a:solidFill>
                  <a:srgbClr val="536B91"/>
                </a:solidFill>
              </a:rPr>
              <a:t>Presentación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E8866-3852-4DF2-BD2C-939B8DB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38550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8F065-7DA9-4F5F-9B17-FB776F9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61A35"/>
                </a:solidFill>
              </a:defRPr>
            </a:defPPr>
            <a:lvl1pPr>
              <a:defRPr sz="1650" b="0">
                <a:solidFill>
                  <a:srgbClr val="061A35"/>
                </a:solidFill>
              </a:defRPr>
            </a:lvl1pPr>
            <a:lvl2pPr>
              <a:defRPr sz="1650" b="0">
                <a:solidFill>
                  <a:srgbClr val="061A35"/>
                </a:solidFill>
              </a:defRPr>
            </a:lvl2pPr>
            <a:lvl3pPr>
              <a:defRPr sz="1650" b="0">
                <a:solidFill>
                  <a:srgbClr val="061A35"/>
                </a:solidFill>
              </a:defRPr>
            </a:lvl3pPr>
            <a:lvl4pPr>
              <a:defRPr sz="1650" b="0">
                <a:solidFill>
                  <a:srgbClr val="061A35"/>
                </a:solidFill>
              </a:defRPr>
            </a:lvl4pPr>
            <a:lvl5pPr>
              <a:defRPr sz="1650" b="0">
                <a:solidFill>
                  <a:srgbClr val="061A35"/>
                </a:solidFill>
              </a:defRPr>
            </a:lvl5pPr>
            <a:lvl6pPr>
              <a:defRPr sz="1650" b="0">
                <a:solidFill>
                  <a:srgbClr val="061A35"/>
                </a:solidFill>
              </a:defRPr>
            </a:lvl6pPr>
            <a:lvl7pPr>
              <a:defRPr sz="1650" b="0">
                <a:solidFill>
                  <a:srgbClr val="061A35"/>
                </a:solidFill>
              </a:defRPr>
            </a:lvl7pPr>
            <a:lvl8pPr>
              <a:defRPr sz="1650" b="0">
                <a:solidFill>
                  <a:srgbClr val="061A35"/>
                </a:solidFill>
              </a:defRPr>
            </a:lvl8pPr>
            <a:lvl9pPr>
              <a:defRPr sz="165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61A35"/>
                </a:solidFill>
              </a:defRPr>
            </a:pPr>
            <a:r>
              <a:rPr sz="1650" b="0">
                <a:solidFill>
                  <a:srgbClr val="061A35"/>
                </a:solidFill>
              </a:rPr>
              <a:t>App móvil multiplataforma desarrollada con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AA905-3751-4167-80B0-A8882664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60FF"/>
                </a:solidFill>
              </a:defRPr>
            </a:defPPr>
            <a:lvl1pPr>
              <a:defRPr sz="1725" b="1">
                <a:solidFill>
                  <a:srgbClr val="0860FF"/>
                </a:solidFill>
              </a:defRPr>
            </a:lvl1pPr>
            <a:lvl2pPr>
              <a:defRPr sz="1725" b="1">
                <a:solidFill>
                  <a:srgbClr val="0860FF"/>
                </a:solidFill>
              </a:defRPr>
            </a:lvl2pPr>
            <a:lvl3pPr>
              <a:defRPr sz="1725" b="1">
                <a:solidFill>
                  <a:srgbClr val="0860FF"/>
                </a:solidFill>
              </a:defRPr>
            </a:lvl3pPr>
            <a:lvl4pPr>
              <a:defRPr sz="1725" b="1">
                <a:solidFill>
                  <a:srgbClr val="0860FF"/>
                </a:solidFill>
              </a:defRPr>
            </a:lvl4pPr>
            <a:lvl5pPr>
              <a:defRPr sz="1725" b="1">
                <a:solidFill>
                  <a:srgbClr val="0860FF"/>
                </a:solidFill>
              </a:defRPr>
            </a:lvl5pPr>
            <a:lvl6pPr>
              <a:defRPr sz="1725" b="1">
                <a:solidFill>
                  <a:srgbClr val="0860FF"/>
                </a:solidFill>
              </a:defRPr>
            </a:lvl6pPr>
            <a:lvl7pPr>
              <a:defRPr sz="1725" b="1">
                <a:solidFill>
                  <a:srgbClr val="0860FF"/>
                </a:solidFill>
              </a:defRPr>
            </a:lvl7pPr>
            <a:lvl8pPr>
              <a:defRPr sz="1725" b="1">
                <a:solidFill>
                  <a:srgbClr val="0860FF"/>
                </a:solidFill>
              </a:defRPr>
            </a:lvl8pPr>
            <a:lvl9pPr>
              <a:defRPr sz="17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60FF"/>
                </a:solidFill>
              </a:defRPr>
            </a:pPr>
            <a:r>
              <a:rPr sz="1725" b="1">
                <a:solidFill>
                  <a:srgbClr val="0860FF"/>
                </a:solidFill>
              </a:rPr>
              <a:t>React Native + Expo,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C6681-822C-494C-B0EB-369451D9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3850"/>
            <a:ext cx="3952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B91"/>
                </a:solidFill>
              </a:defRPr>
            </a:pPr>
            <a:r>
              <a:rPr sz="1575" b="0">
                <a:solidFill>
                  <a:srgbClr val="536B91"/>
                </a:solidFill>
              </a:rPr>
              <a:t>compatible con dispositivos móviles.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7CFBB-A17F-4085-B762-64EA298B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24970-6EAE-424F-9F55-3A5AB5E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3A01A-954A-4E7E-82EC-A0505A7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F7EE2-3E2C-49FB-8841-39CEEB4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7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11F53-2831-4F72-A8E7-DB95A067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7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5823E-72CE-41F3-8617-87B009B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9650"/>
            <a:ext cx="171450" cy="27622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860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71B8B-C499-4FAB-9B17-ED226C8C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810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64C10-B90F-4921-B16B-8D60C57A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9817D-CB0A-4B25-A197-ADE16857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171450" cy="27622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860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6F02A-E188-4032-9620-7997E5F5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48250"/>
            <a:ext cx="3810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19CA3-08B7-41D1-96F8-FBC057C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38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7045E-3D7C-4AD1-918E-CE99CDF9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29175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1B61C-B2A9-406E-952A-8389E8D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896B8-1CEB-438B-9984-9FD1A033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62525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90482-E685-485B-B131-A5DAD980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4345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100%</a:t>
            </a:r>
          </a:p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Móvil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DAF92-F7DF-480F-A47C-45E079F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61A35"/>
                </a:solidFill>
              </a:defRPr>
            </a:defPPr>
            <a:lvl1pPr>
              <a:defRPr sz="1425" b="1">
                <a:solidFill>
                  <a:srgbClr val="061A35"/>
                </a:solidFill>
              </a:defRPr>
            </a:lvl1pPr>
            <a:lvl2pPr>
              <a:defRPr sz="1425" b="1">
                <a:solidFill>
                  <a:srgbClr val="061A35"/>
                </a:solidFill>
              </a:defRPr>
            </a:lvl2pPr>
            <a:lvl3pPr>
              <a:defRPr sz="1425" b="1">
                <a:solidFill>
                  <a:srgbClr val="061A35"/>
                </a:solidFill>
              </a:defRPr>
            </a:lvl3pPr>
            <a:lvl4pPr>
              <a:defRPr sz="1425" b="1">
                <a:solidFill>
                  <a:srgbClr val="061A35"/>
                </a:solidFill>
              </a:defRPr>
            </a:lvl4pPr>
            <a:lvl5pPr>
              <a:defRPr sz="1425" b="1">
                <a:solidFill>
                  <a:srgbClr val="061A35"/>
                </a:solidFill>
              </a:defRPr>
            </a:lvl5pPr>
            <a:lvl6pPr>
              <a:defRPr sz="1425" b="1">
                <a:solidFill>
                  <a:srgbClr val="061A35"/>
                </a:solidFill>
              </a:defRPr>
            </a:lvl6pPr>
            <a:lvl7pPr>
              <a:defRPr sz="1425" b="1">
                <a:solidFill>
                  <a:srgbClr val="061A35"/>
                </a:solidFill>
              </a:defRPr>
            </a:lvl7pPr>
            <a:lvl8pPr>
              <a:defRPr sz="1425" b="1">
                <a:solidFill>
                  <a:srgbClr val="061A35"/>
                </a:solidFill>
              </a:defRPr>
            </a:lvl8pPr>
            <a:lvl9pPr>
              <a:defRPr sz="14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1A35"/>
                </a:solidFill>
              </a:defRPr>
            </a:pPr>
            <a:r>
              <a:rPr sz="1425" b="1">
                <a:solidFill>
                  <a:srgbClr val="061A35"/>
                </a:solidFill>
              </a:rPr>
              <a:t>React Native</a:t>
            </a:r>
          </a:p>
          <a:p xmlns:a="http://schemas.openxmlformats.org/drawingml/2006/main">
            <a:pPr>
              <a:defRPr sz="1425" b="1">
                <a:solidFill>
                  <a:srgbClr val="061A35"/>
                </a:solidFill>
              </a:defRPr>
            </a:pPr>
            <a:r>
              <a:rPr sz="1425" b="1">
                <a:solidFill>
                  <a:srgbClr val="061A35"/>
                </a:solidFill>
              </a:rPr>
              <a:t>+ Expo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D70E9-817A-4940-8286-9D8E4DEF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43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Compatible</a:t>
            </a:r>
          </a:p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Android e iOS</a:t>
            </a:r>
          </a:p>
        </p:txBody>
      </p:sp>
      <p:sp>
        <p:nvSpPr>
          <p:cNvPr id="30" name="Logo UTN editable">
            <a:extLst xmlns:a="http://schemas.openxmlformats.org/drawingml/2006/main">
              <a:ext uri="{FF2B5EF4-FFF2-40B4-BE49-F238E27FC236}">
                <a16:creationId xmlns:a16="http://schemas.microsoft.com/office/drawing/2014/main" id="{FE8C1560-64B3-44DB-81C7-21D24FE8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905000" cy="500063"/>
          </a:xfrm>
          <a:custGeom xmlns:a="http://schemas.openxmlformats.org/drawingml/2006/main">
            <a:pathLst>
              <a:path w="2505075" h="657225">
                <a:moveTo>
                  <a:pt x="38100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38100" y="19050"/>
                </a:lnTo>
                <a:close/>
                <a:moveTo>
                  <a:pt x="285750" y="9525"/>
                </a:moveTo>
                <a:lnTo>
                  <a:pt x="381000" y="9525"/>
                </a:lnTo>
                <a:lnTo>
                  <a:pt x="381000" y="19050"/>
                </a:lnTo>
                <a:lnTo>
                  <a:pt x="285750" y="19050"/>
                </a:lnTo>
                <a:close/>
                <a:moveTo>
                  <a:pt x="533400" y="9525"/>
                </a:moveTo>
                <a:lnTo>
                  <a:pt x="628650" y="9525"/>
                </a:lnTo>
                <a:lnTo>
                  <a:pt x="628650" y="19050"/>
                </a:lnTo>
                <a:lnTo>
                  <a:pt x="533400" y="19050"/>
                </a:lnTo>
                <a:close/>
                <a:moveTo>
                  <a:pt x="28575" y="19050"/>
                </a:moveTo>
                <a:lnTo>
                  <a:pt x="142875" y="19050"/>
                </a:lnTo>
                <a:lnTo>
                  <a:pt x="142875" y="28575"/>
                </a:lnTo>
                <a:lnTo>
                  <a:pt x="28575" y="28575"/>
                </a:lnTo>
                <a:close/>
                <a:moveTo>
                  <a:pt x="285750" y="19050"/>
                </a:moveTo>
                <a:lnTo>
                  <a:pt x="390525" y="19050"/>
                </a:lnTo>
                <a:lnTo>
                  <a:pt x="390525" y="28575"/>
                </a:lnTo>
                <a:lnTo>
                  <a:pt x="285750" y="28575"/>
                </a:lnTo>
                <a:close/>
                <a:moveTo>
                  <a:pt x="523875" y="19050"/>
                </a:moveTo>
                <a:lnTo>
                  <a:pt x="638175" y="19050"/>
                </a:lnTo>
                <a:lnTo>
                  <a:pt x="638175" y="28575"/>
                </a:lnTo>
                <a:lnTo>
                  <a:pt x="523875" y="28575"/>
                </a:lnTo>
                <a:close/>
                <a:moveTo>
                  <a:pt x="3810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38100" y="38100"/>
                </a:lnTo>
                <a:close/>
                <a:moveTo>
                  <a:pt x="285750" y="28575"/>
                </a:moveTo>
                <a:lnTo>
                  <a:pt x="390525" y="28575"/>
                </a:lnTo>
                <a:lnTo>
                  <a:pt x="390525" y="38100"/>
                </a:lnTo>
                <a:lnTo>
                  <a:pt x="285750" y="38100"/>
                </a:lnTo>
                <a:close/>
                <a:moveTo>
                  <a:pt x="523875" y="28575"/>
                </a:moveTo>
                <a:lnTo>
                  <a:pt x="628650" y="28575"/>
                </a:lnTo>
                <a:lnTo>
                  <a:pt x="628650" y="38100"/>
                </a:lnTo>
                <a:lnTo>
                  <a:pt x="523875" y="38100"/>
                </a:lnTo>
                <a:close/>
                <a:moveTo>
                  <a:pt x="904875" y="28575"/>
                </a:moveTo>
                <a:lnTo>
                  <a:pt x="1047750" y="28575"/>
                </a:lnTo>
                <a:lnTo>
                  <a:pt x="1047750" y="38100"/>
                </a:lnTo>
                <a:lnTo>
                  <a:pt x="904875" y="38100"/>
                </a:lnTo>
                <a:close/>
                <a:moveTo>
                  <a:pt x="1266825" y="28575"/>
                </a:moveTo>
                <a:lnTo>
                  <a:pt x="1409700" y="28575"/>
                </a:lnTo>
                <a:lnTo>
                  <a:pt x="1409700" y="38100"/>
                </a:lnTo>
                <a:lnTo>
                  <a:pt x="1266825" y="38100"/>
                </a:lnTo>
                <a:close/>
                <a:moveTo>
                  <a:pt x="1447800" y="28575"/>
                </a:moveTo>
                <a:lnTo>
                  <a:pt x="1914525" y="28575"/>
                </a:lnTo>
                <a:lnTo>
                  <a:pt x="1914525" y="38100"/>
                </a:lnTo>
                <a:lnTo>
                  <a:pt x="1447800" y="38100"/>
                </a:lnTo>
                <a:close/>
                <a:moveTo>
                  <a:pt x="1952625" y="28575"/>
                </a:moveTo>
                <a:lnTo>
                  <a:pt x="2114550" y="28575"/>
                </a:lnTo>
                <a:lnTo>
                  <a:pt x="2114550" y="38100"/>
                </a:lnTo>
                <a:lnTo>
                  <a:pt x="1952625" y="38100"/>
                </a:lnTo>
                <a:close/>
                <a:moveTo>
                  <a:pt x="2324100" y="28575"/>
                </a:moveTo>
                <a:lnTo>
                  <a:pt x="2466975" y="28575"/>
                </a:lnTo>
                <a:lnTo>
                  <a:pt x="2466975" y="38100"/>
                </a:lnTo>
                <a:lnTo>
                  <a:pt x="2324100" y="38100"/>
                </a:lnTo>
                <a:close/>
                <a:moveTo>
                  <a:pt x="38100" y="38100"/>
                </a:moveTo>
                <a:lnTo>
                  <a:pt x="142875" y="38100"/>
                </a:lnTo>
                <a:lnTo>
                  <a:pt x="142875" y="47625"/>
                </a:lnTo>
                <a:lnTo>
                  <a:pt x="38100" y="47625"/>
                </a:lnTo>
                <a:close/>
                <a:moveTo>
                  <a:pt x="285750" y="38100"/>
                </a:moveTo>
                <a:lnTo>
                  <a:pt x="390525" y="38100"/>
                </a:lnTo>
                <a:lnTo>
                  <a:pt x="390525" y="47625"/>
                </a:lnTo>
                <a:lnTo>
                  <a:pt x="285750" y="47625"/>
                </a:lnTo>
                <a:close/>
                <a:moveTo>
                  <a:pt x="523875" y="38100"/>
                </a:moveTo>
                <a:lnTo>
                  <a:pt x="628650" y="38100"/>
                </a:lnTo>
                <a:lnTo>
                  <a:pt x="628650" y="47625"/>
                </a:lnTo>
                <a:lnTo>
                  <a:pt x="523875" y="47625"/>
                </a:lnTo>
                <a:close/>
                <a:moveTo>
                  <a:pt x="904875" y="38100"/>
                </a:moveTo>
                <a:lnTo>
                  <a:pt x="1047750" y="38100"/>
                </a:lnTo>
                <a:lnTo>
                  <a:pt x="1047750" y="47625"/>
                </a:lnTo>
                <a:lnTo>
                  <a:pt x="904875" y="47625"/>
                </a:lnTo>
                <a:close/>
                <a:moveTo>
                  <a:pt x="1266825" y="38100"/>
                </a:moveTo>
                <a:lnTo>
                  <a:pt x="1409700" y="38100"/>
                </a:lnTo>
                <a:lnTo>
                  <a:pt x="1409700" y="47625"/>
                </a:lnTo>
                <a:lnTo>
                  <a:pt x="1266825" y="47625"/>
                </a:lnTo>
                <a:close/>
                <a:moveTo>
                  <a:pt x="1447800" y="38100"/>
                </a:moveTo>
                <a:lnTo>
                  <a:pt x="1914525" y="38100"/>
                </a:lnTo>
                <a:lnTo>
                  <a:pt x="1914525" y="47625"/>
                </a:lnTo>
                <a:lnTo>
                  <a:pt x="1447800" y="47625"/>
                </a:lnTo>
                <a:close/>
                <a:moveTo>
                  <a:pt x="1952625" y="38100"/>
                </a:moveTo>
                <a:lnTo>
                  <a:pt x="2114550" y="38100"/>
                </a:lnTo>
                <a:lnTo>
                  <a:pt x="2114550" y="47625"/>
                </a:lnTo>
                <a:lnTo>
                  <a:pt x="1952625" y="47625"/>
                </a:lnTo>
                <a:close/>
                <a:moveTo>
                  <a:pt x="2324100" y="38100"/>
                </a:moveTo>
                <a:lnTo>
                  <a:pt x="2466975" y="38100"/>
                </a:lnTo>
                <a:lnTo>
                  <a:pt x="2466975" y="47625"/>
                </a:lnTo>
                <a:lnTo>
                  <a:pt x="2324100" y="47625"/>
                </a:lnTo>
                <a:close/>
                <a:moveTo>
                  <a:pt x="38100" y="47625"/>
                </a:moveTo>
                <a:lnTo>
                  <a:pt x="152400" y="47625"/>
                </a:lnTo>
                <a:lnTo>
                  <a:pt x="152400" y="57150"/>
                </a:lnTo>
                <a:lnTo>
                  <a:pt x="38100" y="57150"/>
                </a:lnTo>
                <a:close/>
                <a:moveTo>
                  <a:pt x="285750" y="47625"/>
                </a:moveTo>
                <a:lnTo>
                  <a:pt x="390525" y="47625"/>
                </a:lnTo>
                <a:lnTo>
                  <a:pt x="390525" y="57150"/>
                </a:lnTo>
                <a:lnTo>
                  <a:pt x="285750" y="57150"/>
                </a:lnTo>
                <a:close/>
                <a:moveTo>
                  <a:pt x="514350" y="47625"/>
                </a:moveTo>
                <a:lnTo>
                  <a:pt x="628650" y="47625"/>
                </a:lnTo>
                <a:lnTo>
                  <a:pt x="628650" y="57150"/>
                </a:lnTo>
                <a:lnTo>
                  <a:pt x="514350" y="57150"/>
                </a:lnTo>
                <a:close/>
                <a:moveTo>
                  <a:pt x="904875" y="47625"/>
                </a:moveTo>
                <a:lnTo>
                  <a:pt x="1047750" y="47625"/>
                </a:lnTo>
                <a:lnTo>
                  <a:pt x="1047750" y="57150"/>
                </a:lnTo>
                <a:lnTo>
                  <a:pt x="904875" y="57150"/>
                </a:lnTo>
                <a:close/>
                <a:moveTo>
                  <a:pt x="1266825" y="47625"/>
                </a:moveTo>
                <a:lnTo>
                  <a:pt x="1409700" y="47625"/>
                </a:lnTo>
                <a:lnTo>
                  <a:pt x="1409700" y="57150"/>
                </a:lnTo>
                <a:lnTo>
                  <a:pt x="1266825" y="57150"/>
                </a:lnTo>
                <a:close/>
                <a:moveTo>
                  <a:pt x="1447800" y="47625"/>
                </a:moveTo>
                <a:lnTo>
                  <a:pt x="1914525" y="47625"/>
                </a:lnTo>
                <a:lnTo>
                  <a:pt x="1914525" y="57150"/>
                </a:lnTo>
                <a:lnTo>
                  <a:pt x="1447800" y="57150"/>
                </a:lnTo>
                <a:close/>
                <a:moveTo>
                  <a:pt x="1952625" y="47625"/>
                </a:moveTo>
                <a:lnTo>
                  <a:pt x="2124075" y="47625"/>
                </a:lnTo>
                <a:lnTo>
                  <a:pt x="2124075" y="57150"/>
                </a:lnTo>
                <a:lnTo>
                  <a:pt x="1952625" y="57150"/>
                </a:lnTo>
                <a:close/>
                <a:moveTo>
                  <a:pt x="2324100" y="47625"/>
                </a:moveTo>
                <a:lnTo>
                  <a:pt x="2466975" y="47625"/>
                </a:lnTo>
                <a:lnTo>
                  <a:pt x="2466975" y="57150"/>
                </a:lnTo>
                <a:lnTo>
                  <a:pt x="2324100" y="57150"/>
                </a:lnTo>
                <a:close/>
                <a:moveTo>
                  <a:pt x="38100" y="57150"/>
                </a:moveTo>
                <a:lnTo>
                  <a:pt x="152400" y="57150"/>
                </a:lnTo>
                <a:lnTo>
                  <a:pt x="152400" y="66675"/>
                </a:lnTo>
                <a:lnTo>
                  <a:pt x="38100" y="66675"/>
                </a:lnTo>
                <a:close/>
                <a:moveTo>
                  <a:pt x="285750" y="57150"/>
                </a:moveTo>
                <a:lnTo>
                  <a:pt x="390525" y="57150"/>
                </a:lnTo>
                <a:lnTo>
                  <a:pt x="390525" y="66675"/>
                </a:lnTo>
                <a:lnTo>
                  <a:pt x="285750" y="66675"/>
                </a:lnTo>
                <a:close/>
                <a:moveTo>
                  <a:pt x="514350" y="57150"/>
                </a:moveTo>
                <a:lnTo>
                  <a:pt x="628650" y="57150"/>
                </a:lnTo>
                <a:lnTo>
                  <a:pt x="628650" y="66675"/>
                </a:lnTo>
                <a:lnTo>
                  <a:pt x="514350" y="66675"/>
                </a:lnTo>
                <a:close/>
                <a:moveTo>
                  <a:pt x="904875" y="57150"/>
                </a:moveTo>
                <a:lnTo>
                  <a:pt x="1047750" y="57150"/>
                </a:lnTo>
                <a:lnTo>
                  <a:pt x="1047750" y="66675"/>
                </a:lnTo>
                <a:lnTo>
                  <a:pt x="904875" y="66675"/>
                </a:lnTo>
                <a:close/>
                <a:moveTo>
                  <a:pt x="1266825" y="57150"/>
                </a:moveTo>
                <a:lnTo>
                  <a:pt x="1409700" y="57150"/>
                </a:lnTo>
                <a:lnTo>
                  <a:pt x="1409700" y="66675"/>
                </a:lnTo>
                <a:lnTo>
                  <a:pt x="1266825" y="66675"/>
                </a:lnTo>
                <a:close/>
                <a:moveTo>
                  <a:pt x="1447800" y="57150"/>
                </a:moveTo>
                <a:lnTo>
                  <a:pt x="1914525" y="57150"/>
                </a:lnTo>
                <a:lnTo>
                  <a:pt x="1914525" y="66675"/>
                </a:lnTo>
                <a:lnTo>
                  <a:pt x="1447800" y="66675"/>
                </a:lnTo>
                <a:close/>
                <a:moveTo>
                  <a:pt x="1952625" y="57150"/>
                </a:moveTo>
                <a:lnTo>
                  <a:pt x="2124075" y="57150"/>
                </a:lnTo>
                <a:lnTo>
                  <a:pt x="2124075" y="66675"/>
                </a:lnTo>
                <a:lnTo>
                  <a:pt x="1952625" y="66675"/>
                </a:lnTo>
                <a:close/>
                <a:moveTo>
                  <a:pt x="2324100" y="57150"/>
                </a:moveTo>
                <a:lnTo>
                  <a:pt x="2466975" y="57150"/>
                </a:lnTo>
                <a:lnTo>
                  <a:pt x="2466975" y="66675"/>
                </a:lnTo>
                <a:lnTo>
                  <a:pt x="2324100" y="66675"/>
                </a:lnTo>
                <a:close/>
                <a:moveTo>
                  <a:pt x="38100" y="66675"/>
                </a:moveTo>
                <a:lnTo>
                  <a:pt x="161925" y="66675"/>
                </a:lnTo>
                <a:lnTo>
                  <a:pt x="161925" y="76200"/>
                </a:lnTo>
                <a:lnTo>
                  <a:pt x="38100" y="76200"/>
                </a:lnTo>
                <a:close/>
                <a:moveTo>
                  <a:pt x="285750" y="66675"/>
                </a:moveTo>
                <a:lnTo>
                  <a:pt x="390525" y="66675"/>
                </a:lnTo>
                <a:lnTo>
                  <a:pt x="390525" y="76200"/>
                </a:lnTo>
                <a:lnTo>
                  <a:pt x="285750" y="76200"/>
                </a:lnTo>
                <a:close/>
                <a:moveTo>
                  <a:pt x="514350" y="66675"/>
                </a:moveTo>
                <a:lnTo>
                  <a:pt x="628650" y="66675"/>
                </a:lnTo>
                <a:lnTo>
                  <a:pt x="628650" y="76200"/>
                </a:lnTo>
                <a:lnTo>
                  <a:pt x="514350" y="76200"/>
                </a:lnTo>
                <a:close/>
                <a:moveTo>
                  <a:pt x="904875" y="66675"/>
                </a:moveTo>
                <a:lnTo>
                  <a:pt x="1047750" y="66675"/>
                </a:lnTo>
                <a:lnTo>
                  <a:pt x="1047750" y="76200"/>
                </a:lnTo>
                <a:lnTo>
                  <a:pt x="904875" y="76200"/>
                </a:lnTo>
                <a:close/>
                <a:moveTo>
                  <a:pt x="1266825" y="66675"/>
                </a:moveTo>
                <a:lnTo>
                  <a:pt x="1409700" y="66675"/>
                </a:lnTo>
                <a:lnTo>
                  <a:pt x="1409700" y="76200"/>
                </a:lnTo>
                <a:lnTo>
                  <a:pt x="1266825" y="76200"/>
                </a:lnTo>
                <a:close/>
                <a:moveTo>
                  <a:pt x="1447800" y="66675"/>
                </a:moveTo>
                <a:lnTo>
                  <a:pt x="1914525" y="66675"/>
                </a:lnTo>
                <a:lnTo>
                  <a:pt x="1914525" y="76200"/>
                </a:lnTo>
                <a:lnTo>
                  <a:pt x="1447800" y="76200"/>
                </a:lnTo>
                <a:close/>
                <a:moveTo>
                  <a:pt x="1952625" y="66675"/>
                </a:moveTo>
                <a:lnTo>
                  <a:pt x="2133600" y="66675"/>
                </a:lnTo>
                <a:lnTo>
                  <a:pt x="2133600" y="76200"/>
                </a:lnTo>
                <a:lnTo>
                  <a:pt x="1952625" y="76200"/>
                </a:lnTo>
                <a:close/>
                <a:moveTo>
                  <a:pt x="2324100" y="66675"/>
                </a:moveTo>
                <a:lnTo>
                  <a:pt x="2466975" y="66675"/>
                </a:lnTo>
                <a:lnTo>
                  <a:pt x="2466975" y="76200"/>
                </a:lnTo>
                <a:lnTo>
                  <a:pt x="2324100" y="76200"/>
                </a:lnTo>
                <a:close/>
                <a:moveTo>
                  <a:pt x="47625" y="76200"/>
                </a:moveTo>
                <a:lnTo>
                  <a:pt x="161925" y="76200"/>
                </a:lnTo>
                <a:lnTo>
                  <a:pt x="161925" y="85725"/>
                </a:lnTo>
                <a:lnTo>
                  <a:pt x="47625" y="85725"/>
                </a:lnTo>
                <a:close/>
                <a:moveTo>
                  <a:pt x="285750" y="76200"/>
                </a:moveTo>
                <a:lnTo>
                  <a:pt x="390525" y="76200"/>
                </a:lnTo>
                <a:lnTo>
                  <a:pt x="390525" y="85725"/>
                </a:lnTo>
                <a:lnTo>
                  <a:pt x="285750" y="85725"/>
                </a:lnTo>
                <a:close/>
                <a:moveTo>
                  <a:pt x="504825" y="76200"/>
                </a:moveTo>
                <a:lnTo>
                  <a:pt x="619125" y="76200"/>
                </a:lnTo>
                <a:lnTo>
                  <a:pt x="619125" y="85725"/>
                </a:lnTo>
                <a:lnTo>
                  <a:pt x="504825" y="85725"/>
                </a:lnTo>
                <a:close/>
                <a:moveTo>
                  <a:pt x="904875" y="76200"/>
                </a:moveTo>
                <a:lnTo>
                  <a:pt x="1047750" y="76200"/>
                </a:lnTo>
                <a:lnTo>
                  <a:pt x="1047750" y="85725"/>
                </a:lnTo>
                <a:lnTo>
                  <a:pt x="904875" y="85725"/>
                </a:lnTo>
                <a:close/>
                <a:moveTo>
                  <a:pt x="1266825" y="76200"/>
                </a:moveTo>
                <a:lnTo>
                  <a:pt x="1409700" y="76200"/>
                </a:lnTo>
                <a:lnTo>
                  <a:pt x="1409700" y="85725"/>
                </a:lnTo>
                <a:lnTo>
                  <a:pt x="1266825" y="85725"/>
                </a:lnTo>
                <a:close/>
                <a:moveTo>
                  <a:pt x="1447800" y="76200"/>
                </a:moveTo>
                <a:lnTo>
                  <a:pt x="1914525" y="76200"/>
                </a:lnTo>
                <a:lnTo>
                  <a:pt x="1914525" y="85725"/>
                </a:lnTo>
                <a:lnTo>
                  <a:pt x="1447800" y="85725"/>
                </a:lnTo>
                <a:close/>
                <a:moveTo>
                  <a:pt x="1952625" y="76200"/>
                </a:moveTo>
                <a:lnTo>
                  <a:pt x="2143125" y="76200"/>
                </a:lnTo>
                <a:lnTo>
                  <a:pt x="2143125" y="85725"/>
                </a:lnTo>
                <a:lnTo>
                  <a:pt x="1952625" y="85725"/>
                </a:lnTo>
                <a:close/>
                <a:moveTo>
                  <a:pt x="2324100" y="76200"/>
                </a:moveTo>
                <a:lnTo>
                  <a:pt x="2466975" y="76200"/>
                </a:lnTo>
                <a:lnTo>
                  <a:pt x="2466975" y="85725"/>
                </a:lnTo>
                <a:lnTo>
                  <a:pt x="2324100" y="85725"/>
                </a:lnTo>
                <a:close/>
                <a:moveTo>
                  <a:pt x="47625" y="85725"/>
                </a:moveTo>
                <a:lnTo>
                  <a:pt x="171450" y="85725"/>
                </a:lnTo>
                <a:lnTo>
                  <a:pt x="171450" y="95250"/>
                </a:lnTo>
                <a:lnTo>
                  <a:pt x="47625" y="95250"/>
                </a:lnTo>
                <a:close/>
                <a:moveTo>
                  <a:pt x="285750" y="85725"/>
                </a:moveTo>
                <a:lnTo>
                  <a:pt x="390525" y="85725"/>
                </a:lnTo>
                <a:lnTo>
                  <a:pt x="390525" y="95250"/>
                </a:lnTo>
                <a:lnTo>
                  <a:pt x="285750" y="95250"/>
                </a:lnTo>
                <a:close/>
                <a:moveTo>
                  <a:pt x="495300" y="85725"/>
                </a:moveTo>
                <a:lnTo>
                  <a:pt x="619125" y="85725"/>
                </a:lnTo>
                <a:lnTo>
                  <a:pt x="619125" y="95250"/>
                </a:lnTo>
                <a:lnTo>
                  <a:pt x="495300" y="95250"/>
                </a:lnTo>
                <a:close/>
                <a:moveTo>
                  <a:pt x="904875" y="85725"/>
                </a:moveTo>
                <a:lnTo>
                  <a:pt x="1047750" y="85725"/>
                </a:lnTo>
                <a:lnTo>
                  <a:pt x="1047750" y="95250"/>
                </a:lnTo>
                <a:lnTo>
                  <a:pt x="904875" y="95250"/>
                </a:lnTo>
                <a:close/>
                <a:moveTo>
                  <a:pt x="1266825" y="85725"/>
                </a:moveTo>
                <a:lnTo>
                  <a:pt x="1409700" y="85725"/>
                </a:lnTo>
                <a:lnTo>
                  <a:pt x="1409700" y="95250"/>
                </a:lnTo>
                <a:lnTo>
                  <a:pt x="1266825" y="95250"/>
                </a:lnTo>
                <a:close/>
                <a:moveTo>
                  <a:pt x="1447800" y="85725"/>
                </a:moveTo>
                <a:lnTo>
                  <a:pt x="1914525" y="85725"/>
                </a:lnTo>
                <a:lnTo>
                  <a:pt x="1914525" y="95250"/>
                </a:lnTo>
                <a:lnTo>
                  <a:pt x="1447800" y="95250"/>
                </a:lnTo>
                <a:close/>
                <a:moveTo>
                  <a:pt x="1952625" y="85725"/>
                </a:moveTo>
                <a:lnTo>
                  <a:pt x="2143125" y="85725"/>
                </a:lnTo>
                <a:lnTo>
                  <a:pt x="2143125" y="95250"/>
                </a:lnTo>
                <a:lnTo>
                  <a:pt x="1952625" y="95250"/>
                </a:lnTo>
                <a:close/>
                <a:moveTo>
                  <a:pt x="2324100" y="85725"/>
                </a:moveTo>
                <a:lnTo>
                  <a:pt x="2466975" y="85725"/>
                </a:lnTo>
                <a:lnTo>
                  <a:pt x="2466975" y="95250"/>
                </a:lnTo>
                <a:lnTo>
                  <a:pt x="2324100" y="95250"/>
                </a:lnTo>
                <a:close/>
                <a:moveTo>
                  <a:pt x="57150" y="95250"/>
                </a:moveTo>
                <a:lnTo>
                  <a:pt x="180975" y="95250"/>
                </a:lnTo>
                <a:lnTo>
                  <a:pt x="180975" y="104775"/>
                </a:lnTo>
                <a:lnTo>
                  <a:pt x="57150" y="104775"/>
                </a:lnTo>
                <a:close/>
                <a:moveTo>
                  <a:pt x="285750" y="95250"/>
                </a:moveTo>
                <a:lnTo>
                  <a:pt x="390525" y="95250"/>
                </a:lnTo>
                <a:lnTo>
                  <a:pt x="390525" y="104775"/>
                </a:lnTo>
                <a:lnTo>
                  <a:pt x="285750" y="104775"/>
                </a:lnTo>
                <a:close/>
                <a:moveTo>
                  <a:pt x="495300" y="95250"/>
                </a:moveTo>
                <a:lnTo>
                  <a:pt x="619125" y="95250"/>
                </a:lnTo>
                <a:lnTo>
                  <a:pt x="619125" y="104775"/>
                </a:lnTo>
                <a:lnTo>
                  <a:pt x="495300" y="104775"/>
                </a:lnTo>
                <a:close/>
                <a:moveTo>
                  <a:pt x="904875" y="95250"/>
                </a:moveTo>
                <a:lnTo>
                  <a:pt x="1047750" y="95250"/>
                </a:lnTo>
                <a:lnTo>
                  <a:pt x="1047750" y="104775"/>
                </a:lnTo>
                <a:lnTo>
                  <a:pt x="904875" y="104775"/>
                </a:lnTo>
                <a:close/>
                <a:moveTo>
                  <a:pt x="1266825" y="95250"/>
                </a:moveTo>
                <a:lnTo>
                  <a:pt x="1409700" y="95250"/>
                </a:lnTo>
                <a:lnTo>
                  <a:pt x="1409700" y="104775"/>
                </a:lnTo>
                <a:lnTo>
                  <a:pt x="1266825" y="104775"/>
                </a:lnTo>
                <a:close/>
                <a:moveTo>
                  <a:pt x="1447800" y="95250"/>
                </a:moveTo>
                <a:lnTo>
                  <a:pt x="1914525" y="95250"/>
                </a:lnTo>
                <a:lnTo>
                  <a:pt x="1914525" y="104775"/>
                </a:lnTo>
                <a:lnTo>
                  <a:pt x="1447800" y="104775"/>
                </a:lnTo>
                <a:close/>
                <a:moveTo>
                  <a:pt x="1952625" y="95250"/>
                </a:moveTo>
                <a:lnTo>
                  <a:pt x="2152650" y="95250"/>
                </a:lnTo>
                <a:lnTo>
                  <a:pt x="2152650" y="104775"/>
                </a:lnTo>
                <a:lnTo>
                  <a:pt x="1952625" y="104775"/>
                </a:lnTo>
                <a:close/>
                <a:moveTo>
                  <a:pt x="2324100" y="95250"/>
                </a:moveTo>
                <a:lnTo>
                  <a:pt x="2466975" y="95250"/>
                </a:lnTo>
                <a:lnTo>
                  <a:pt x="2466975" y="104775"/>
                </a:lnTo>
                <a:lnTo>
                  <a:pt x="2324100" y="104775"/>
                </a:lnTo>
                <a:close/>
                <a:moveTo>
                  <a:pt x="57150" y="104775"/>
                </a:moveTo>
                <a:lnTo>
                  <a:pt x="190500" y="104775"/>
                </a:lnTo>
                <a:lnTo>
                  <a:pt x="190500" y="114300"/>
                </a:lnTo>
                <a:lnTo>
                  <a:pt x="57150" y="114300"/>
                </a:lnTo>
                <a:close/>
                <a:moveTo>
                  <a:pt x="285750" y="104775"/>
                </a:moveTo>
                <a:lnTo>
                  <a:pt x="390525" y="104775"/>
                </a:lnTo>
                <a:lnTo>
                  <a:pt x="390525" y="114300"/>
                </a:lnTo>
                <a:lnTo>
                  <a:pt x="285750" y="114300"/>
                </a:lnTo>
                <a:close/>
                <a:moveTo>
                  <a:pt x="485775" y="104775"/>
                </a:moveTo>
                <a:lnTo>
                  <a:pt x="609600" y="104775"/>
                </a:lnTo>
                <a:lnTo>
                  <a:pt x="609600" y="114300"/>
                </a:lnTo>
                <a:lnTo>
                  <a:pt x="485775" y="114300"/>
                </a:lnTo>
                <a:close/>
                <a:moveTo>
                  <a:pt x="904875" y="104775"/>
                </a:moveTo>
                <a:lnTo>
                  <a:pt x="1047750" y="104775"/>
                </a:lnTo>
                <a:lnTo>
                  <a:pt x="1047750" y="114300"/>
                </a:lnTo>
                <a:lnTo>
                  <a:pt x="904875" y="114300"/>
                </a:lnTo>
                <a:close/>
                <a:moveTo>
                  <a:pt x="1266825" y="104775"/>
                </a:moveTo>
                <a:lnTo>
                  <a:pt x="1409700" y="104775"/>
                </a:lnTo>
                <a:lnTo>
                  <a:pt x="1409700" y="114300"/>
                </a:lnTo>
                <a:lnTo>
                  <a:pt x="1266825" y="114300"/>
                </a:lnTo>
                <a:close/>
                <a:moveTo>
                  <a:pt x="1447800" y="104775"/>
                </a:moveTo>
                <a:lnTo>
                  <a:pt x="1914525" y="104775"/>
                </a:lnTo>
                <a:lnTo>
                  <a:pt x="1914525" y="114300"/>
                </a:lnTo>
                <a:lnTo>
                  <a:pt x="1447800" y="114300"/>
                </a:lnTo>
                <a:close/>
                <a:moveTo>
                  <a:pt x="1952625" y="104775"/>
                </a:moveTo>
                <a:lnTo>
                  <a:pt x="2152650" y="104775"/>
                </a:lnTo>
                <a:lnTo>
                  <a:pt x="2152650" y="114300"/>
                </a:lnTo>
                <a:lnTo>
                  <a:pt x="1952625" y="114300"/>
                </a:lnTo>
                <a:close/>
                <a:moveTo>
                  <a:pt x="2324100" y="104775"/>
                </a:moveTo>
                <a:lnTo>
                  <a:pt x="2466975" y="104775"/>
                </a:lnTo>
                <a:lnTo>
                  <a:pt x="2466975" y="114300"/>
                </a:lnTo>
                <a:lnTo>
                  <a:pt x="2324100" y="114300"/>
                </a:lnTo>
                <a:close/>
                <a:moveTo>
                  <a:pt x="66675" y="114300"/>
                </a:moveTo>
                <a:lnTo>
                  <a:pt x="200025" y="114300"/>
                </a:lnTo>
                <a:lnTo>
                  <a:pt x="200025" y="123825"/>
                </a:lnTo>
                <a:lnTo>
                  <a:pt x="66675" y="123825"/>
                </a:lnTo>
                <a:close/>
                <a:moveTo>
                  <a:pt x="285750" y="114300"/>
                </a:moveTo>
                <a:lnTo>
                  <a:pt x="390525" y="114300"/>
                </a:lnTo>
                <a:lnTo>
                  <a:pt x="390525" y="123825"/>
                </a:lnTo>
                <a:lnTo>
                  <a:pt x="285750" y="123825"/>
                </a:lnTo>
                <a:close/>
                <a:moveTo>
                  <a:pt x="476250" y="114300"/>
                </a:moveTo>
                <a:lnTo>
                  <a:pt x="609600" y="114300"/>
                </a:lnTo>
                <a:lnTo>
                  <a:pt x="609600" y="123825"/>
                </a:lnTo>
                <a:lnTo>
                  <a:pt x="476250" y="123825"/>
                </a:lnTo>
                <a:close/>
                <a:moveTo>
                  <a:pt x="904875" y="114300"/>
                </a:moveTo>
                <a:lnTo>
                  <a:pt x="1047750" y="114300"/>
                </a:lnTo>
                <a:lnTo>
                  <a:pt x="1047750" y="123825"/>
                </a:lnTo>
                <a:lnTo>
                  <a:pt x="904875" y="123825"/>
                </a:lnTo>
                <a:close/>
                <a:moveTo>
                  <a:pt x="1266825" y="114300"/>
                </a:moveTo>
                <a:lnTo>
                  <a:pt x="1409700" y="114300"/>
                </a:lnTo>
                <a:lnTo>
                  <a:pt x="1409700" y="123825"/>
                </a:lnTo>
                <a:lnTo>
                  <a:pt x="1266825" y="123825"/>
                </a:lnTo>
                <a:close/>
                <a:moveTo>
                  <a:pt x="1447800" y="114300"/>
                </a:moveTo>
                <a:lnTo>
                  <a:pt x="1914525" y="114300"/>
                </a:lnTo>
                <a:lnTo>
                  <a:pt x="1914525" y="123825"/>
                </a:lnTo>
                <a:lnTo>
                  <a:pt x="1447800" y="123825"/>
                </a:lnTo>
                <a:close/>
                <a:moveTo>
                  <a:pt x="1952625" y="114300"/>
                </a:moveTo>
                <a:lnTo>
                  <a:pt x="2162175" y="114300"/>
                </a:lnTo>
                <a:lnTo>
                  <a:pt x="2162175" y="123825"/>
                </a:lnTo>
                <a:lnTo>
                  <a:pt x="1952625" y="123825"/>
                </a:lnTo>
                <a:close/>
                <a:moveTo>
                  <a:pt x="2324100" y="114300"/>
                </a:moveTo>
                <a:lnTo>
                  <a:pt x="2466975" y="114300"/>
                </a:lnTo>
                <a:lnTo>
                  <a:pt x="2466975" y="123825"/>
                </a:lnTo>
                <a:lnTo>
                  <a:pt x="2324100" y="123825"/>
                </a:lnTo>
                <a:close/>
                <a:moveTo>
                  <a:pt x="66675" y="123825"/>
                </a:moveTo>
                <a:lnTo>
                  <a:pt x="209550" y="123825"/>
                </a:lnTo>
                <a:lnTo>
                  <a:pt x="209550" y="133350"/>
                </a:lnTo>
                <a:lnTo>
                  <a:pt x="66675" y="133350"/>
                </a:lnTo>
                <a:close/>
                <a:moveTo>
                  <a:pt x="285750" y="123825"/>
                </a:moveTo>
                <a:lnTo>
                  <a:pt x="390525" y="123825"/>
                </a:lnTo>
                <a:lnTo>
                  <a:pt x="390525" y="133350"/>
                </a:lnTo>
                <a:lnTo>
                  <a:pt x="285750" y="133350"/>
                </a:lnTo>
                <a:close/>
                <a:moveTo>
                  <a:pt x="466725" y="123825"/>
                </a:moveTo>
                <a:lnTo>
                  <a:pt x="600075" y="123825"/>
                </a:lnTo>
                <a:lnTo>
                  <a:pt x="600075" y="133350"/>
                </a:lnTo>
                <a:lnTo>
                  <a:pt x="466725" y="133350"/>
                </a:lnTo>
                <a:close/>
                <a:moveTo>
                  <a:pt x="904875" y="123825"/>
                </a:moveTo>
                <a:lnTo>
                  <a:pt x="1047750" y="123825"/>
                </a:lnTo>
                <a:lnTo>
                  <a:pt x="1047750" y="133350"/>
                </a:lnTo>
                <a:lnTo>
                  <a:pt x="904875" y="133350"/>
                </a:lnTo>
                <a:close/>
                <a:moveTo>
                  <a:pt x="1266825" y="123825"/>
                </a:moveTo>
                <a:lnTo>
                  <a:pt x="1409700" y="123825"/>
                </a:lnTo>
                <a:lnTo>
                  <a:pt x="1409700" y="133350"/>
                </a:lnTo>
                <a:lnTo>
                  <a:pt x="1266825" y="133350"/>
                </a:lnTo>
                <a:close/>
                <a:moveTo>
                  <a:pt x="1447800" y="123825"/>
                </a:moveTo>
                <a:lnTo>
                  <a:pt x="1914525" y="123825"/>
                </a:lnTo>
                <a:lnTo>
                  <a:pt x="1914525" y="133350"/>
                </a:lnTo>
                <a:lnTo>
                  <a:pt x="1447800" y="133350"/>
                </a:lnTo>
                <a:close/>
                <a:moveTo>
                  <a:pt x="1952625" y="123825"/>
                </a:moveTo>
                <a:lnTo>
                  <a:pt x="2171700" y="123825"/>
                </a:lnTo>
                <a:lnTo>
                  <a:pt x="2171700" y="133350"/>
                </a:lnTo>
                <a:lnTo>
                  <a:pt x="1952625" y="133350"/>
                </a:lnTo>
                <a:close/>
                <a:moveTo>
                  <a:pt x="2324100" y="123825"/>
                </a:moveTo>
                <a:lnTo>
                  <a:pt x="2466975" y="123825"/>
                </a:lnTo>
                <a:lnTo>
                  <a:pt x="2466975" y="133350"/>
                </a:lnTo>
                <a:lnTo>
                  <a:pt x="2324100" y="133350"/>
                </a:lnTo>
                <a:close/>
                <a:moveTo>
                  <a:pt x="76200" y="133350"/>
                </a:moveTo>
                <a:lnTo>
                  <a:pt x="219075" y="133350"/>
                </a:lnTo>
                <a:lnTo>
                  <a:pt x="219075" y="142875"/>
                </a:lnTo>
                <a:lnTo>
                  <a:pt x="76200" y="142875"/>
                </a:lnTo>
                <a:close/>
                <a:moveTo>
                  <a:pt x="285750" y="133350"/>
                </a:moveTo>
                <a:lnTo>
                  <a:pt x="390525" y="133350"/>
                </a:lnTo>
                <a:lnTo>
                  <a:pt x="390525" y="142875"/>
                </a:lnTo>
                <a:lnTo>
                  <a:pt x="285750" y="142875"/>
                </a:lnTo>
                <a:close/>
                <a:moveTo>
                  <a:pt x="447675" y="133350"/>
                </a:moveTo>
                <a:lnTo>
                  <a:pt x="590550" y="133350"/>
                </a:lnTo>
                <a:lnTo>
                  <a:pt x="590550" y="142875"/>
                </a:lnTo>
                <a:lnTo>
                  <a:pt x="447675" y="142875"/>
                </a:lnTo>
                <a:close/>
                <a:moveTo>
                  <a:pt x="904875" y="133350"/>
                </a:moveTo>
                <a:lnTo>
                  <a:pt x="1047750" y="133350"/>
                </a:lnTo>
                <a:lnTo>
                  <a:pt x="1047750" y="142875"/>
                </a:lnTo>
                <a:lnTo>
                  <a:pt x="904875" y="142875"/>
                </a:lnTo>
                <a:close/>
                <a:moveTo>
                  <a:pt x="1266825" y="133350"/>
                </a:moveTo>
                <a:lnTo>
                  <a:pt x="1409700" y="133350"/>
                </a:lnTo>
                <a:lnTo>
                  <a:pt x="1409700" y="142875"/>
                </a:lnTo>
                <a:lnTo>
                  <a:pt x="1266825" y="142875"/>
                </a:lnTo>
                <a:close/>
                <a:moveTo>
                  <a:pt x="1447800" y="133350"/>
                </a:moveTo>
                <a:lnTo>
                  <a:pt x="1914525" y="133350"/>
                </a:lnTo>
                <a:lnTo>
                  <a:pt x="1914525" y="142875"/>
                </a:lnTo>
                <a:lnTo>
                  <a:pt x="1447800" y="142875"/>
                </a:lnTo>
                <a:close/>
                <a:moveTo>
                  <a:pt x="1952625" y="133350"/>
                </a:moveTo>
                <a:lnTo>
                  <a:pt x="2171700" y="133350"/>
                </a:lnTo>
                <a:lnTo>
                  <a:pt x="2171700" y="142875"/>
                </a:lnTo>
                <a:lnTo>
                  <a:pt x="1952625" y="142875"/>
                </a:lnTo>
                <a:close/>
                <a:moveTo>
                  <a:pt x="2324100" y="133350"/>
                </a:moveTo>
                <a:lnTo>
                  <a:pt x="2466975" y="133350"/>
                </a:lnTo>
                <a:lnTo>
                  <a:pt x="2466975" y="142875"/>
                </a:lnTo>
                <a:lnTo>
                  <a:pt x="2324100" y="142875"/>
                </a:lnTo>
                <a:close/>
                <a:moveTo>
                  <a:pt x="76200" y="142875"/>
                </a:moveTo>
                <a:lnTo>
                  <a:pt x="238125" y="142875"/>
                </a:lnTo>
                <a:lnTo>
                  <a:pt x="238125" y="152400"/>
                </a:lnTo>
                <a:lnTo>
                  <a:pt x="76200" y="152400"/>
                </a:lnTo>
                <a:close/>
                <a:moveTo>
                  <a:pt x="285750" y="142875"/>
                </a:moveTo>
                <a:lnTo>
                  <a:pt x="390525" y="142875"/>
                </a:lnTo>
                <a:lnTo>
                  <a:pt x="390525" y="152400"/>
                </a:lnTo>
                <a:lnTo>
                  <a:pt x="285750" y="152400"/>
                </a:lnTo>
                <a:close/>
                <a:moveTo>
                  <a:pt x="438150" y="142875"/>
                </a:moveTo>
                <a:lnTo>
                  <a:pt x="590550" y="142875"/>
                </a:lnTo>
                <a:lnTo>
                  <a:pt x="590550" y="152400"/>
                </a:lnTo>
                <a:lnTo>
                  <a:pt x="438150" y="152400"/>
                </a:lnTo>
                <a:close/>
                <a:moveTo>
                  <a:pt x="904875" y="142875"/>
                </a:moveTo>
                <a:lnTo>
                  <a:pt x="1047750" y="142875"/>
                </a:lnTo>
                <a:lnTo>
                  <a:pt x="1047750" y="152400"/>
                </a:lnTo>
                <a:lnTo>
                  <a:pt x="904875" y="152400"/>
                </a:lnTo>
                <a:close/>
                <a:moveTo>
                  <a:pt x="1266825" y="142875"/>
                </a:moveTo>
                <a:lnTo>
                  <a:pt x="1409700" y="142875"/>
                </a:lnTo>
                <a:lnTo>
                  <a:pt x="1409700" y="152400"/>
                </a:lnTo>
                <a:lnTo>
                  <a:pt x="1266825" y="152400"/>
                </a:lnTo>
                <a:close/>
                <a:moveTo>
                  <a:pt x="1447800" y="142875"/>
                </a:moveTo>
                <a:lnTo>
                  <a:pt x="1914525" y="142875"/>
                </a:lnTo>
                <a:lnTo>
                  <a:pt x="1914525" y="152400"/>
                </a:lnTo>
                <a:lnTo>
                  <a:pt x="1447800" y="152400"/>
                </a:lnTo>
                <a:close/>
                <a:moveTo>
                  <a:pt x="1952625" y="142875"/>
                </a:moveTo>
                <a:lnTo>
                  <a:pt x="2181225" y="142875"/>
                </a:lnTo>
                <a:lnTo>
                  <a:pt x="2181225" y="152400"/>
                </a:lnTo>
                <a:lnTo>
                  <a:pt x="1952625" y="152400"/>
                </a:lnTo>
                <a:close/>
                <a:moveTo>
                  <a:pt x="2324100" y="142875"/>
                </a:moveTo>
                <a:lnTo>
                  <a:pt x="2466975" y="142875"/>
                </a:lnTo>
                <a:lnTo>
                  <a:pt x="2466975" y="152400"/>
                </a:lnTo>
                <a:lnTo>
                  <a:pt x="2324100" y="152400"/>
                </a:lnTo>
                <a:close/>
                <a:moveTo>
                  <a:pt x="85725" y="152400"/>
                </a:moveTo>
                <a:lnTo>
                  <a:pt x="266700" y="152400"/>
                </a:lnTo>
                <a:lnTo>
                  <a:pt x="266700" y="161925"/>
                </a:lnTo>
                <a:lnTo>
                  <a:pt x="85725" y="161925"/>
                </a:lnTo>
                <a:close/>
                <a:moveTo>
                  <a:pt x="285750" y="152400"/>
                </a:moveTo>
                <a:lnTo>
                  <a:pt x="390525" y="152400"/>
                </a:lnTo>
                <a:lnTo>
                  <a:pt x="390525" y="161925"/>
                </a:lnTo>
                <a:lnTo>
                  <a:pt x="285750" y="161925"/>
                </a:lnTo>
                <a:close/>
                <a:moveTo>
                  <a:pt x="409575" y="152400"/>
                </a:moveTo>
                <a:lnTo>
                  <a:pt x="581025" y="152400"/>
                </a:lnTo>
                <a:lnTo>
                  <a:pt x="581025" y="161925"/>
                </a:lnTo>
                <a:lnTo>
                  <a:pt x="409575" y="161925"/>
                </a:lnTo>
                <a:close/>
                <a:moveTo>
                  <a:pt x="904875" y="152400"/>
                </a:moveTo>
                <a:lnTo>
                  <a:pt x="1047750" y="152400"/>
                </a:lnTo>
                <a:lnTo>
                  <a:pt x="1047750" y="161925"/>
                </a:lnTo>
                <a:lnTo>
                  <a:pt x="904875" y="161925"/>
                </a:lnTo>
                <a:close/>
                <a:moveTo>
                  <a:pt x="1266825" y="152400"/>
                </a:moveTo>
                <a:lnTo>
                  <a:pt x="1409700" y="152400"/>
                </a:lnTo>
                <a:lnTo>
                  <a:pt x="1409700" y="161925"/>
                </a:lnTo>
                <a:lnTo>
                  <a:pt x="1266825" y="161925"/>
                </a:lnTo>
                <a:close/>
                <a:moveTo>
                  <a:pt x="1447800" y="152400"/>
                </a:moveTo>
                <a:lnTo>
                  <a:pt x="1914525" y="152400"/>
                </a:lnTo>
                <a:lnTo>
                  <a:pt x="1914525" y="161925"/>
                </a:lnTo>
                <a:lnTo>
                  <a:pt x="1447800" y="161925"/>
                </a:lnTo>
                <a:close/>
                <a:moveTo>
                  <a:pt x="1952625" y="152400"/>
                </a:moveTo>
                <a:lnTo>
                  <a:pt x="2190750" y="152400"/>
                </a:lnTo>
                <a:lnTo>
                  <a:pt x="2190750" y="161925"/>
                </a:lnTo>
                <a:lnTo>
                  <a:pt x="1952625" y="161925"/>
                </a:lnTo>
                <a:close/>
                <a:moveTo>
                  <a:pt x="2324100" y="152400"/>
                </a:moveTo>
                <a:lnTo>
                  <a:pt x="2466975" y="152400"/>
                </a:lnTo>
                <a:lnTo>
                  <a:pt x="2466975" y="161925"/>
                </a:lnTo>
                <a:lnTo>
                  <a:pt x="2324100" y="161925"/>
                </a:lnTo>
                <a:close/>
                <a:moveTo>
                  <a:pt x="95250" y="161925"/>
                </a:moveTo>
                <a:lnTo>
                  <a:pt x="571500" y="161925"/>
                </a:lnTo>
                <a:lnTo>
                  <a:pt x="571500" y="171450"/>
                </a:lnTo>
                <a:lnTo>
                  <a:pt x="95250" y="171450"/>
                </a:lnTo>
                <a:close/>
                <a:moveTo>
                  <a:pt x="904875" y="161925"/>
                </a:moveTo>
                <a:lnTo>
                  <a:pt x="1047750" y="161925"/>
                </a:lnTo>
                <a:lnTo>
                  <a:pt x="1047750" y="171450"/>
                </a:lnTo>
                <a:lnTo>
                  <a:pt x="904875" y="171450"/>
                </a:lnTo>
                <a:close/>
                <a:moveTo>
                  <a:pt x="1266825" y="161925"/>
                </a:moveTo>
                <a:lnTo>
                  <a:pt x="1409700" y="161925"/>
                </a:lnTo>
                <a:lnTo>
                  <a:pt x="1409700" y="171450"/>
                </a:lnTo>
                <a:lnTo>
                  <a:pt x="1266825" y="171450"/>
                </a:lnTo>
                <a:close/>
                <a:moveTo>
                  <a:pt x="1609725" y="161925"/>
                </a:moveTo>
                <a:lnTo>
                  <a:pt x="1752600" y="161925"/>
                </a:lnTo>
                <a:lnTo>
                  <a:pt x="1752600" y="171450"/>
                </a:lnTo>
                <a:lnTo>
                  <a:pt x="1609725" y="171450"/>
                </a:lnTo>
                <a:close/>
                <a:moveTo>
                  <a:pt x="1952625" y="161925"/>
                </a:moveTo>
                <a:lnTo>
                  <a:pt x="2190750" y="161925"/>
                </a:lnTo>
                <a:lnTo>
                  <a:pt x="2190750" y="171450"/>
                </a:lnTo>
                <a:lnTo>
                  <a:pt x="1952625" y="171450"/>
                </a:lnTo>
                <a:close/>
                <a:moveTo>
                  <a:pt x="2324100" y="161925"/>
                </a:moveTo>
                <a:lnTo>
                  <a:pt x="2466975" y="161925"/>
                </a:lnTo>
                <a:lnTo>
                  <a:pt x="2466975" y="171450"/>
                </a:lnTo>
                <a:lnTo>
                  <a:pt x="2324100" y="171450"/>
                </a:lnTo>
                <a:close/>
                <a:moveTo>
                  <a:pt x="104775" y="171450"/>
                </a:moveTo>
                <a:lnTo>
                  <a:pt x="561975" y="171450"/>
                </a:lnTo>
                <a:lnTo>
                  <a:pt x="561975" y="180975"/>
                </a:lnTo>
                <a:lnTo>
                  <a:pt x="104775" y="180975"/>
                </a:lnTo>
                <a:close/>
                <a:moveTo>
                  <a:pt x="904875" y="171450"/>
                </a:moveTo>
                <a:lnTo>
                  <a:pt x="1047750" y="171450"/>
                </a:lnTo>
                <a:lnTo>
                  <a:pt x="1047750" y="180975"/>
                </a:lnTo>
                <a:lnTo>
                  <a:pt x="904875" y="180975"/>
                </a:lnTo>
                <a:close/>
                <a:moveTo>
                  <a:pt x="1266825" y="171450"/>
                </a:moveTo>
                <a:lnTo>
                  <a:pt x="1409700" y="171450"/>
                </a:lnTo>
                <a:lnTo>
                  <a:pt x="1409700" y="180975"/>
                </a:lnTo>
                <a:lnTo>
                  <a:pt x="1266825" y="180975"/>
                </a:lnTo>
                <a:close/>
                <a:moveTo>
                  <a:pt x="1609725" y="171450"/>
                </a:moveTo>
                <a:lnTo>
                  <a:pt x="1752600" y="171450"/>
                </a:lnTo>
                <a:lnTo>
                  <a:pt x="1752600" y="180975"/>
                </a:lnTo>
                <a:lnTo>
                  <a:pt x="1609725" y="180975"/>
                </a:lnTo>
                <a:close/>
                <a:moveTo>
                  <a:pt x="1952625" y="171450"/>
                </a:moveTo>
                <a:lnTo>
                  <a:pt x="2200275" y="171450"/>
                </a:lnTo>
                <a:lnTo>
                  <a:pt x="2200275" y="180975"/>
                </a:lnTo>
                <a:lnTo>
                  <a:pt x="1952625" y="180975"/>
                </a:lnTo>
                <a:close/>
                <a:moveTo>
                  <a:pt x="2324100" y="171450"/>
                </a:moveTo>
                <a:lnTo>
                  <a:pt x="2466975" y="171450"/>
                </a:lnTo>
                <a:lnTo>
                  <a:pt x="2466975" y="180975"/>
                </a:lnTo>
                <a:lnTo>
                  <a:pt x="2324100" y="180975"/>
                </a:lnTo>
                <a:close/>
                <a:moveTo>
                  <a:pt x="114300" y="180975"/>
                </a:moveTo>
                <a:lnTo>
                  <a:pt x="561975" y="180975"/>
                </a:lnTo>
                <a:lnTo>
                  <a:pt x="561975" y="190500"/>
                </a:lnTo>
                <a:lnTo>
                  <a:pt x="114300" y="190500"/>
                </a:lnTo>
                <a:close/>
                <a:moveTo>
                  <a:pt x="904875" y="180975"/>
                </a:moveTo>
                <a:lnTo>
                  <a:pt x="1047750" y="180975"/>
                </a:lnTo>
                <a:lnTo>
                  <a:pt x="1047750" y="190500"/>
                </a:lnTo>
                <a:lnTo>
                  <a:pt x="904875" y="190500"/>
                </a:lnTo>
                <a:close/>
                <a:moveTo>
                  <a:pt x="1266825" y="180975"/>
                </a:moveTo>
                <a:lnTo>
                  <a:pt x="1409700" y="180975"/>
                </a:lnTo>
                <a:lnTo>
                  <a:pt x="1409700" y="190500"/>
                </a:lnTo>
                <a:lnTo>
                  <a:pt x="1266825" y="190500"/>
                </a:lnTo>
                <a:close/>
                <a:moveTo>
                  <a:pt x="1609725" y="180975"/>
                </a:moveTo>
                <a:lnTo>
                  <a:pt x="1752600" y="180975"/>
                </a:lnTo>
                <a:lnTo>
                  <a:pt x="1752600" y="190500"/>
                </a:lnTo>
                <a:lnTo>
                  <a:pt x="1609725" y="190500"/>
                </a:lnTo>
                <a:close/>
                <a:moveTo>
                  <a:pt x="1952625" y="180975"/>
                </a:moveTo>
                <a:lnTo>
                  <a:pt x="2200275" y="180975"/>
                </a:lnTo>
                <a:lnTo>
                  <a:pt x="2200275" y="190500"/>
                </a:lnTo>
                <a:lnTo>
                  <a:pt x="1952625" y="190500"/>
                </a:lnTo>
                <a:close/>
                <a:moveTo>
                  <a:pt x="2324100" y="180975"/>
                </a:moveTo>
                <a:lnTo>
                  <a:pt x="2466975" y="180975"/>
                </a:lnTo>
                <a:lnTo>
                  <a:pt x="2466975" y="190500"/>
                </a:lnTo>
                <a:lnTo>
                  <a:pt x="2324100" y="190500"/>
                </a:lnTo>
                <a:close/>
                <a:moveTo>
                  <a:pt x="123825" y="190500"/>
                </a:moveTo>
                <a:lnTo>
                  <a:pt x="542925" y="190500"/>
                </a:lnTo>
                <a:lnTo>
                  <a:pt x="542925" y="200025"/>
                </a:lnTo>
                <a:lnTo>
                  <a:pt x="123825" y="200025"/>
                </a:lnTo>
                <a:close/>
                <a:moveTo>
                  <a:pt x="904875" y="190500"/>
                </a:moveTo>
                <a:lnTo>
                  <a:pt x="1047750" y="190500"/>
                </a:lnTo>
                <a:lnTo>
                  <a:pt x="1047750" y="200025"/>
                </a:lnTo>
                <a:lnTo>
                  <a:pt x="904875" y="200025"/>
                </a:lnTo>
                <a:close/>
                <a:moveTo>
                  <a:pt x="1266825" y="190500"/>
                </a:moveTo>
                <a:lnTo>
                  <a:pt x="1409700" y="190500"/>
                </a:lnTo>
                <a:lnTo>
                  <a:pt x="1409700" y="200025"/>
                </a:lnTo>
                <a:lnTo>
                  <a:pt x="1266825" y="200025"/>
                </a:lnTo>
                <a:close/>
                <a:moveTo>
                  <a:pt x="1609725" y="190500"/>
                </a:moveTo>
                <a:lnTo>
                  <a:pt x="1752600" y="190500"/>
                </a:lnTo>
                <a:lnTo>
                  <a:pt x="1752600" y="200025"/>
                </a:lnTo>
                <a:lnTo>
                  <a:pt x="1609725" y="200025"/>
                </a:lnTo>
                <a:close/>
                <a:moveTo>
                  <a:pt x="1952625" y="190500"/>
                </a:moveTo>
                <a:lnTo>
                  <a:pt x="2209800" y="190500"/>
                </a:lnTo>
                <a:lnTo>
                  <a:pt x="2209800" y="200025"/>
                </a:lnTo>
                <a:lnTo>
                  <a:pt x="1952625" y="200025"/>
                </a:lnTo>
                <a:close/>
                <a:moveTo>
                  <a:pt x="2324100" y="190500"/>
                </a:moveTo>
                <a:lnTo>
                  <a:pt x="2466975" y="190500"/>
                </a:lnTo>
                <a:lnTo>
                  <a:pt x="2466975" y="200025"/>
                </a:lnTo>
                <a:lnTo>
                  <a:pt x="2324100" y="200025"/>
                </a:lnTo>
                <a:close/>
                <a:moveTo>
                  <a:pt x="133350" y="200025"/>
                </a:moveTo>
                <a:lnTo>
                  <a:pt x="533400" y="200025"/>
                </a:lnTo>
                <a:lnTo>
                  <a:pt x="533400" y="209550"/>
                </a:lnTo>
                <a:lnTo>
                  <a:pt x="133350" y="209550"/>
                </a:lnTo>
                <a:close/>
                <a:moveTo>
                  <a:pt x="904875" y="200025"/>
                </a:moveTo>
                <a:lnTo>
                  <a:pt x="1047750" y="200025"/>
                </a:lnTo>
                <a:lnTo>
                  <a:pt x="1047750" y="209550"/>
                </a:lnTo>
                <a:lnTo>
                  <a:pt x="904875" y="209550"/>
                </a:lnTo>
                <a:close/>
                <a:moveTo>
                  <a:pt x="1266825" y="200025"/>
                </a:moveTo>
                <a:lnTo>
                  <a:pt x="1409700" y="200025"/>
                </a:lnTo>
                <a:lnTo>
                  <a:pt x="1409700" y="209550"/>
                </a:lnTo>
                <a:lnTo>
                  <a:pt x="1266825" y="209550"/>
                </a:lnTo>
                <a:close/>
                <a:moveTo>
                  <a:pt x="1609725" y="200025"/>
                </a:moveTo>
                <a:lnTo>
                  <a:pt x="1752600" y="200025"/>
                </a:lnTo>
                <a:lnTo>
                  <a:pt x="1752600" y="209550"/>
                </a:lnTo>
                <a:lnTo>
                  <a:pt x="1609725" y="209550"/>
                </a:lnTo>
                <a:close/>
                <a:moveTo>
                  <a:pt x="1952625" y="200025"/>
                </a:moveTo>
                <a:lnTo>
                  <a:pt x="2219325" y="200025"/>
                </a:lnTo>
                <a:lnTo>
                  <a:pt x="2219325" y="209550"/>
                </a:lnTo>
                <a:lnTo>
                  <a:pt x="1952625" y="209550"/>
                </a:lnTo>
                <a:close/>
                <a:moveTo>
                  <a:pt x="2324100" y="200025"/>
                </a:moveTo>
                <a:lnTo>
                  <a:pt x="2466975" y="200025"/>
                </a:lnTo>
                <a:lnTo>
                  <a:pt x="2466975" y="209550"/>
                </a:lnTo>
                <a:lnTo>
                  <a:pt x="2324100" y="209550"/>
                </a:lnTo>
                <a:close/>
                <a:moveTo>
                  <a:pt x="142875" y="209550"/>
                </a:moveTo>
                <a:lnTo>
                  <a:pt x="523875" y="209550"/>
                </a:lnTo>
                <a:lnTo>
                  <a:pt x="523875" y="219075"/>
                </a:lnTo>
                <a:lnTo>
                  <a:pt x="142875" y="219075"/>
                </a:lnTo>
                <a:close/>
                <a:moveTo>
                  <a:pt x="904875" y="209550"/>
                </a:moveTo>
                <a:lnTo>
                  <a:pt x="1047750" y="209550"/>
                </a:lnTo>
                <a:lnTo>
                  <a:pt x="1047750" y="219075"/>
                </a:lnTo>
                <a:lnTo>
                  <a:pt x="904875" y="219075"/>
                </a:lnTo>
                <a:close/>
                <a:moveTo>
                  <a:pt x="1266825" y="209550"/>
                </a:moveTo>
                <a:lnTo>
                  <a:pt x="1409700" y="209550"/>
                </a:lnTo>
                <a:lnTo>
                  <a:pt x="1409700" y="219075"/>
                </a:lnTo>
                <a:lnTo>
                  <a:pt x="1266825" y="219075"/>
                </a:lnTo>
                <a:close/>
                <a:moveTo>
                  <a:pt x="1609725" y="209550"/>
                </a:moveTo>
                <a:lnTo>
                  <a:pt x="1752600" y="209550"/>
                </a:lnTo>
                <a:lnTo>
                  <a:pt x="1752600" y="219075"/>
                </a:lnTo>
                <a:lnTo>
                  <a:pt x="1609725" y="219075"/>
                </a:lnTo>
                <a:close/>
                <a:moveTo>
                  <a:pt x="1952625" y="209550"/>
                </a:moveTo>
                <a:lnTo>
                  <a:pt x="2219325" y="209550"/>
                </a:lnTo>
                <a:lnTo>
                  <a:pt x="2219325" y="219075"/>
                </a:lnTo>
                <a:lnTo>
                  <a:pt x="1952625" y="219075"/>
                </a:lnTo>
                <a:close/>
                <a:moveTo>
                  <a:pt x="2324100" y="209550"/>
                </a:moveTo>
                <a:lnTo>
                  <a:pt x="2466975" y="209550"/>
                </a:lnTo>
                <a:lnTo>
                  <a:pt x="2466975" y="219075"/>
                </a:lnTo>
                <a:lnTo>
                  <a:pt x="2324100" y="219075"/>
                </a:lnTo>
                <a:close/>
                <a:moveTo>
                  <a:pt x="161925" y="219075"/>
                </a:moveTo>
                <a:lnTo>
                  <a:pt x="514350" y="219075"/>
                </a:lnTo>
                <a:lnTo>
                  <a:pt x="514350" y="228600"/>
                </a:lnTo>
                <a:lnTo>
                  <a:pt x="161925" y="228600"/>
                </a:lnTo>
                <a:close/>
                <a:moveTo>
                  <a:pt x="904875" y="219075"/>
                </a:moveTo>
                <a:lnTo>
                  <a:pt x="1047750" y="219075"/>
                </a:lnTo>
                <a:lnTo>
                  <a:pt x="1047750" y="228600"/>
                </a:lnTo>
                <a:lnTo>
                  <a:pt x="904875" y="228600"/>
                </a:lnTo>
                <a:close/>
                <a:moveTo>
                  <a:pt x="1266825" y="219075"/>
                </a:moveTo>
                <a:lnTo>
                  <a:pt x="1409700" y="219075"/>
                </a:lnTo>
                <a:lnTo>
                  <a:pt x="1409700" y="228600"/>
                </a:lnTo>
                <a:lnTo>
                  <a:pt x="1266825" y="228600"/>
                </a:lnTo>
                <a:close/>
                <a:moveTo>
                  <a:pt x="1609725" y="219075"/>
                </a:moveTo>
                <a:lnTo>
                  <a:pt x="1752600" y="219075"/>
                </a:lnTo>
                <a:lnTo>
                  <a:pt x="1752600" y="228600"/>
                </a:lnTo>
                <a:lnTo>
                  <a:pt x="1609725" y="228600"/>
                </a:lnTo>
                <a:close/>
                <a:moveTo>
                  <a:pt x="1952625" y="219075"/>
                </a:moveTo>
                <a:lnTo>
                  <a:pt x="2228850" y="219075"/>
                </a:lnTo>
                <a:lnTo>
                  <a:pt x="2228850" y="228600"/>
                </a:lnTo>
                <a:lnTo>
                  <a:pt x="1952625" y="228600"/>
                </a:lnTo>
                <a:close/>
                <a:moveTo>
                  <a:pt x="2324100" y="219075"/>
                </a:moveTo>
                <a:lnTo>
                  <a:pt x="2466975" y="219075"/>
                </a:lnTo>
                <a:lnTo>
                  <a:pt x="2466975" y="228600"/>
                </a:lnTo>
                <a:lnTo>
                  <a:pt x="2324100" y="228600"/>
                </a:lnTo>
                <a:close/>
                <a:moveTo>
                  <a:pt x="171450" y="228600"/>
                </a:moveTo>
                <a:lnTo>
                  <a:pt x="495300" y="228600"/>
                </a:lnTo>
                <a:lnTo>
                  <a:pt x="495300" y="238125"/>
                </a:lnTo>
                <a:lnTo>
                  <a:pt x="171450" y="238125"/>
                </a:lnTo>
                <a:close/>
                <a:moveTo>
                  <a:pt x="904875" y="228600"/>
                </a:moveTo>
                <a:lnTo>
                  <a:pt x="1047750" y="228600"/>
                </a:lnTo>
                <a:lnTo>
                  <a:pt x="1047750" y="238125"/>
                </a:lnTo>
                <a:lnTo>
                  <a:pt x="904875" y="238125"/>
                </a:lnTo>
                <a:close/>
                <a:moveTo>
                  <a:pt x="1266825" y="228600"/>
                </a:moveTo>
                <a:lnTo>
                  <a:pt x="1409700" y="228600"/>
                </a:lnTo>
                <a:lnTo>
                  <a:pt x="1409700" y="238125"/>
                </a:lnTo>
                <a:lnTo>
                  <a:pt x="1266825" y="238125"/>
                </a:lnTo>
                <a:close/>
                <a:moveTo>
                  <a:pt x="1609725" y="228600"/>
                </a:moveTo>
                <a:lnTo>
                  <a:pt x="1752600" y="228600"/>
                </a:lnTo>
                <a:lnTo>
                  <a:pt x="1752600" y="238125"/>
                </a:lnTo>
                <a:lnTo>
                  <a:pt x="1609725" y="238125"/>
                </a:lnTo>
                <a:close/>
                <a:moveTo>
                  <a:pt x="1952625" y="228600"/>
                </a:moveTo>
                <a:lnTo>
                  <a:pt x="2238375" y="228600"/>
                </a:lnTo>
                <a:lnTo>
                  <a:pt x="2238375" y="238125"/>
                </a:lnTo>
                <a:lnTo>
                  <a:pt x="1952625" y="238125"/>
                </a:lnTo>
                <a:close/>
                <a:moveTo>
                  <a:pt x="2324100" y="228600"/>
                </a:moveTo>
                <a:lnTo>
                  <a:pt x="2466975" y="228600"/>
                </a:lnTo>
                <a:lnTo>
                  <a:pt x="2466975" y="238125"/>
                </a:lnTo>
                <a:lnTo>
                  <a:pt x="2324100" y="238125"/>
                </a:lnTo>
                <a:close/>
                <a:moveTo>
                  <a:pt x="190500" y="238125"/>
                </a:moveTo>
                <a:lnTo>
                  <a:pt x="476250" y="238125"/>
                </a:lnTo>
                <a:lnTo>
                  <a:pt x="476250" y="247650"/>
                </a:lnTo>
                <a:lnTo>
                  <a:pt x="190500" y="247650"/>
                </a:lnTo>
                <a:close/>
                <a:moveTo>
                  <a:pt x="904875" y="238125"/>
                </a:moveTo>
                <a:lnTo>
                  <a:pt x="1047750" y="238125"/>
                </a:lnTo>
                <a:lnTo>
                  <a:pt x="1047750" y="247650"/>
                </a:lnTo>
                <a:lnTo>
                  <a:pt x="904875" y="247650"/>
                </a:lnTo>
                <a:close/>
                <a:moveTo>
                  <a:pt x="1266825" y="238125"/>
                </a:moveTo>
                <a:lnTo>
                  <a:pt x="1409700" y="238125"/>
                </a:lnTo>
                <a:lnTo>
                  <a:pt x="1409700" y="247650"/>
                </a:lnTo>
                <a:lnTo>
                  <a:pt x="1266825" y="247650"/>
                </a:lnTo>
                <a:close/>
                <a:moveTo>
                  <a:pt x="1609725" y="238125"/>
                </a:moveTo>
                <a:lnTo>
                  <a:pt x="1752600" y="238125"/>
                </a:lnTo>
                <a:lnTo>
                  <a:pt x="1752600" y="247650"/>
                </a:lnTo>
                <a:lnTo>
                  <a:pt x="1609725" y="247650"/>
                </a:lnTo>
                <a:close/>
                <a:moveTo>
                  <a:pt x="1952625" y="238125"/>
                </a:moveTo>
                <a:lnTo>
                  <a:pt x="2238375" y="238125"/>
                </a:lnTo>
                <a:lnTo>
                  <a:pt x="2238375" y="247650"/>
                </a:lnTo>
                <a:lnTo>
                  <a:pt x="1952625" y="247650"/>
                </a:lnTo>
                <a:close/>
                <a:moveTo>
                  <a:pt x="2324100" y="238125"/>
                </a:moveTo>
                <a:lnTo>
                  <a:pt x="2466975" y="238125"/>
                </a:lnTo>
                <a:lnTo>
                  <a:pt x="2466975" y="247650"/>
                </a:lnTo>
                <a:lnTo>
                  <a:pt x="2324100" y="247650"/>
                </a:lnTo>
                <a:close/>
                <a:moveTo>
                  <a:pt x="209550" y="247650"/>
                </a:moveTo>
                <a:lnTo>
                  <a:pt x="457200" y="247650"/>
                </a:lnTo>
                <a:lnTo>
                  <a:pt x="457200" y="257175"/>
                </a:lnTo>
                <a:lnTo>
                  <a:pt x="209550" y="257175"/>
                </a:lnTo>
                <a:close/>
                <a:moveTo>
                  <a:pt x="904875" y="247650"/>
                </a:moveTo>
                <a:lnTo>
                  <a:pt x="1047750" y="247650"/>
                </a:lnTo>
                <a:lnTo>
                  <a:pt x="1047750" y="257175"/>
                </a:lnTo>
                <a:lnTo>
                  <a:pt x="904875" y="257175"/>
                </a:lnTo>
                <a:close/>
                <a:moveTo>
                  <a:pt x="1266825" y="247650"/>
                </a:moveTo>
                <a:lnTo>
                  <a:pt x="1409700" y="247650"/>
                </a:lnTo>
                <a:lnTo>
                  <a:pt x="1409700" y="257175"/>
                </a:lnTo>
                <a:lnTo>
                  <a:pt x="1266825" y="257175"/>
                </a:lnTo>
                <a:close/>
                <a:moveTo>
                  <a:pt x="1609725" y="247650"/>
                </a:moveTo>
                <a:lnTo>
                  <a:pt x="1752600" y="247650"/>
                </a:lnTo>
                <a:lnTo>
                  <a:pt x="1752600" y="257175"/>
                </a:lnTo>
                <a:lnTo>
                  <a:pt x="1609725" y="257175"/>
                </a:lnTo>
                <a:close/>
                <a:moveTo>
                  <a:pt x="1952625" y="247650"/>
                </a:moveTo>
                <a:lnTo>
                  <a:pt x="2247900" y="247650"/>
                </a:lnTo>
                <a:lnTo>
                  <a:pt x="2247900" y="257175"/>
                </a:lnTo>
                <a:lnTo>
                  <a:pt x="1952625" y="257175"/>
                </a:lnTo>
                <a:close/>
                <a:moveTo>
                  <a:pt x="2324100" y="247650"/>
                </a:moveTo>
                <a:lnTo>
                  <a:pt x="2466975" y="247650"/>
                </a:lnTo>
                <a:lnTo>
                  <a:pt x="2466975" y="257175"/>
                </a:lnTo>
                <a:lnTo>
                  <a:pt x="2324100" y="257175"/>
                </a:lnTo>
                <a:close/>
                <a:moveTo>
                  <a:pt x="238125" y="257175"/>
                </a:moveTo>
                <a:lnTo>
                  <a:pt x="428625" y="257175"/>
                </a:lnTo>
                <a:lnTo>
                  <a:pt x="428625" y="266700"/>
                </a:lnTo>
                <a:lnTo>
                  <a:pt x="238125" y="266700"/>
                </a:lnTo>
                <a:close/>
                <a:moveTo>
                  <a:pt x="904875" y="257175"/>
                </a:moveTo>
                <a:lnTo>
                  <a:pt x="1047750" y="257175"/>
                </a:lnTo>
                <a:lnTo>
                  <a:pt x="1047750" y="266700"/>
                </a:lnTo>
                <a:lnTo>
                  <a:pt x="904875" y="266700"/>
                </a:lnTo>
                <a:close/>
                <a:moveTo>
                  <a:pt x="1266825" y="257175"/>
                </a:moveTo>
                <a:lnTo>
                  <a:pt x="1409700" y="257175"/>
                </a:lnTo>
                <a:lnTo>
                  <a:pt x="1409700" y="266700"/>
                </a:lnTo>
                <a:lnTo>
                  <a:pt x="1266825" y="266700"/>
                </a:lnTo>
                <a:close/>
                <a:moveTo>
                  <a:pt x="1609725" y="257175"/>
                </a:moveTo>
                <a:lnTo>
                  <a:pt x="1752600" y="257175"/>
                </a:lnTo>
                <a:lnTo>
                  <a:pt x="1752600" y="266700"/>
                </a:lnTo>
                <a:lnTo>
                  <a:pt x="1609725" y="266700"/>
                </a:lnTo>
                <a:close/>
                <a:moveTo>
                  <a:pt x="1952625" y="257175"/>
                </a:moveTo>
                <a:lnTo>
                  <a:pt x="2247900" y="257175"/>
                </a:lnTo>
                <a:lnTo>
                  <a:pt x="2247900" y="266700"/>
                </a:lnTo>
                <a:lnTo>
                  <a:pt x="1952625" y="266700"/>
                </a:lnTo>
                <a:close/>
                <a:moveTo>
                  <a:pt x="2324100" y="257175"/>
                </a:moveTo>
                <a:lnTo>
                  <a:pt x="2466975" y="257175"/>
                </a:lnTo>
                <a:lnTo>
                  <a:pt x="2466975" y="266700"/>
                </a:lnTo>
                <a:lnTo>
                  <a:pt x="2324100" y="266700"/>
                </a:lnTo>
                <a:close/>
                <a:moveTo>
                  <a:pt x="28575" y="266700"/>
                </a:moveTo>
                <a:lnTo>
                  <a:pt x="638175" y="266700"/>
                </a:lnTo>
                <a:lnTo>
                  <a:pt x="638175" y="276225"/>
                </a:lnTo>
                <a:lnTo>
                  <a:pt x="28575" y="276225"/>
                </a:lnTo>
                <a:close/>
                <a:moveTo>
                  <a:pt x="904875" y="266700"/>
                </a:moveTo>
                <a:lnTo>
                  <a:pt x="1047750" y="266700"/>
                </a:lnTo>
                <a:lnTo>
                  <a:pt x="1047750" y="276225"/>
                </a:lnTo>
                <a:lnTo>
                  <a:pt x="904875" y="276225"/>
                </a:lnTo>
                <a:close/>
                <a:moveTo>
                  <a:pt x="1266825" y="266700"/>
                </a:moveTo>
                <a:lnTo>
                  <a:pt x="1409700" y="266700"/>
                </a:lnTo>
                <a:lnTo>
                  <a:pt x="1409700" y="276225"/>
                </a:lnTo>
                <a:lnTo>
                  <a:pt x="1266825" y="276225"/>
                </a:lnTo>
                <a:close/>
                <a:moveTo>
                  <a:pt x="1609725" y="266700"/>
                </a:moveTo>
                <a:lnTo>
                  <a:pt x="1752600" y="266700"/>
                </a:lnTo>
                <a:lnTo>
                  <a:pt x="1752600" y="276225"/>
                </a:lnTo>
                <a:lnTo>
                  <a:pt x="1609725" y="276225"/>
                </a:lnTo>
                <a:close/>
                <a:moveTo>
                  <a:pt x="1952625" y="266700"/>
                </a:moveTo>
                <a:lnTo>
                  <a:pt x="2095500" y="266700"/>
                </a:lnTo>
                <a:lnTo>
                  <a:pt x="2095500" y="276225"/>
                </a:lnTo>
                <a:lnTo>
                  <a:pt x="1952625" y="276225"/>
                </a:lnTo>
                <a:close/>
                <a:moveTo>
                  <a:pt x="2105025" y="266700"/>
                </a:moveTo>
                <a:lnTo>
                  <a:pt x="2257425" y="266700"/>
                </a:lnTo>
                <a:lnTo>
                  <a:pt x="2257425" y="276225"/>
                </a:lnTo>
                <a:lnTo>
                  <a:pt x="2105025" y="276225"/>
                </a:lnTo>
                <a:close/>
                <a:moveTo>
                  <a:pt x="2324100" y="266700"/>
                </a:moveTo>
                <a:lnTo>
                  <a:pt x="2466975" y="266700"/>
                </a:lnTo>
                <a:lnTo>
                  <a:pt x="2466975" y="276225"/>
                </a:lnTo>
                <a:lnTo>
                  <a:pt x="2324100" y="276225"/>
                </a:lnTo>
                <a:close/>
                <a:moveTo>
                  <a:pt x="28575" y="276225"/>
                </a:moveTo>
                <a:lnTo>
                  <a:pt x="638175" y="276225"/>
                </a:lnTo>
                <a:lnTo>
                  <a:pt x="638175" y="285750"/>
                </a:lnTo>
                <a:lnTo>
                  <a:pt x="28575" y="285750"/>
                </a:lnTo>
                <a:close/>
                <a:moveTo>
                  <a:pt x="904875" y="276225"/>
                </a:moveTo>
                <a:lnTo>
                  <a:pt x="1047750" y="276225"/>
                </a:lnTo>
                <a:lnTo>
                  <a:pt x="1047750" y="285750"/>
                </a:lnTo>
                <a:lnTo>
                  <a:pt x="904875" y="285750"/>
                </a:lnTo>
                <a:close/>
                <a:moveTo>
                  <a:pt x="1266825" y="276225"/>
                </a:moveTo>
                <a:lnTo>
                  <a:pt x="1409700" y="276225"/>
                </a:lnTo>
                <a:lnTo>
                  <a:pt x="1409700" y="285750"/>
                </a:lnTo>
                <a:lnTo>
                  <a:pt x="1266825" y="285750"/>
                </a:lnTo>
                <a:close/>
                <a:moveTo>
                  <a:pt x="1609725" y="276225"/>
                </a:moveTo>
                <a:lnTo>
                  <a:pt x="1752600" y="276225"/>
                </a:lnTo>
                <a:lnTo>
                  <a:pt x="1752600" y="285750"/>
                </a:lnTo>
                <a:lnTo>
                  <a:pt x="1609725" y="285750"/>
                </a:lnTo>
                <a:close/>
                <a:moveTo>
                  <a:pt x="1952625" y="276225"/>
                </a:moveTo>
                <a:lnTo>
                  <a:pt x="2095500" y="276225"/>
                </a:lnTo>
                <a:lnTo>
                  <a:pt x="2095500" y="285750"/>
                </a:lnTo>
                <a:lnTo>
                  <a:pt x="1952625" y="285750"/>
                </a:lnTo>
                <a:close/>
                <a:moveTo>
                  <a:pt x="2114550" y="276225"/>
                </a:moveTo>
                <a:lnTo>
                  <a:pt x="2266950" y="276225"/>
                </a:lnTo>
                <a:lnTo>
                  <a:pt x="2266950" y="285750"/>
                </a:lnTo>
                <a:lnTo>
                  <a:pt x="2114550" y="285750"/>
                </a:lnTo>
                <a:close/>
                <a:moveTo>
                  <a:pt x="2324100" y="276225"/>
                </a:moveTo>
                <a:lnTo>
                  <a:pt x="2466975" y="276225"/>
                </a:lnTo>
                <a:lnTo>
                  <a:pt x="2466975" y="285750"/>
                </a:lnTo>
                <a:lnTo>
                  <a:pt x="2324100" y="285750"/>
                </a:lnTo>
                <a:close/>
                <a:moveTo>
                  <a:pt x="28575" y="285750"/>
                </a:moveTo>
                <a:lnTo>
                  <a:pt x="638175" y="285750"/>
                </a:lnTo>
                <a:lnTo>
                  <a:pt x="638175" y="295275"/>
                </a:lnTo>
                <a:lnTo>
                  <a:pt x="28575" y="295275"/>
                </a:lnTo>
                <a:close/>
                <a:moveTo>
                  <a:pt x="904875" y="285750"/>
                </a:moveTo>
                <a:lnTo>
                  <a:pt x="1047750" y="285750"/>
                </a:lnTo>
                <a:lnTo>
                  <a:pt x="1047750" y="295275"/>
                </a:lnTo>
                <a:lnTo>
                  <a:pt x="904875" y="295275"/>
                </a:lnTo>
                <a:close/>
                <a:moveTo>
                  <a:pt x="1266825" y="285750"/>
                </a:moveTo>
                <a:lnTo>
                  <a:pt x="1409700" y="285750"/>
                </a:lnTo>
                <a:lnTo>
                  <a:pt x="1409700" y="295275"/>
                </a:lnTo>
                <a:lnTo>
                  <a:pt x="1266825" y="295275"/>
                </a:lnTo>
                <a:close/>
                <a:moveTo>
                  <a:pt x="1609725" y="285750"/>
                </a:moveTo>
                <a:lnTo>
                  <a:pt x="1752600" y="285750"/>
                </a:lnTo>
                <a:lnTo>
                  <a:pt x="1752600" y="295275"/>
                </a:lnTo>
                <a:lnTo>
                  <a:pt x="1609725" y="295275"/>
                </a:lnTo>
                <a:close/>
                <a:moveTo>
                  <a:pt x="1952625" y="285750"/>
                </a:moveTo>
                <a:lnTo>
                  <a:pt x="2095500" y="285750"/>
                </a:lnTo>
                <a:lnTo>
                  <a:pt x="2095500" y="295275"/>
                </a:lnTo>
                <a:lnTo>
                  <a:pt x="1952625" y="295275"/>
                </a:lnTo>
                <a:close/>
                <a:moveTo>
                  <a:pt x="2114550" y="285750"/>
                </a:moveTo>
                <a:lnTo>
                  <a:pt x="2266950" y="285750"/>
                </a:lnTo>
                <a:lnTo>
                  <a:pt x="2266950" y="295275"/>
                </a:lnTo>
                <a:lnTo>
                  <a:pt x="2114550" y="295275"/>
                </a:lnTo>
                <a:close/>
                <a:moveTo>
                  <a:pt x="2324100" y="285750"/>
                </a:moveTo>
                <a:lnTo>
                  <a:pt x="2466975" y="285750"/>
                </a:lnTo>
                <a:lnTo>
                  <a:pt x="2466975" y="295275"/>
                </a:lnTo>
                <a:lnTo>
                  <a:pt x="2324100" y="295275"/>
                </a:lnTo>
                <a:close/>
                <a:moveTo>
                  <a:pt x="28575" y="295275"/>
                </a:moveTo>
                <a:lnTo>
                  <a:pt x="638175" y="295275"/>
                </a:lnTo>
                <a:lnTo>
                  <a:pt x="638175" y="304800"/>
                </a:lnTo>
                <a:lnTo>
                  <a:pt x="28575" y="304800"/>
                </a:lnTo>
                <a:close/>
                <a:moveTo>
                  <a:pt x="904875" y="295275"/>
                </a:moveTo>
                <a:lnTo>
                  <a:pt x="1047750" y="295275"/>
                </a:lnTo>
                <a:lnTo>
                  <a:pt x="1047750" y="304800"/>
                </a:lnTo>
                <a:lnTo>
                  <a:pt x="904875" y="304800"/>
                </a:lnTo>
                <a:close/>
                <a:moveTo>
                  <a:pt x="1266825" y="295275"/>
                </a:moveTo>
                <a:lnTo>
                  <a:pt x="1409700" y="295275"/>
                </a:lnTo>
                <a:lnTo>
                  <a:pt x="1409700" y="304800"/>
                </a:lnTo>
                <a:lnTo>
                  <a:pt x="1266825" y="304800"/>
                </a:lnTo>
                <a:close/>
                <a:moveTo>
                  <a:pt x="1609725" y="295275"/>
                </a:moveTo>
                <a:lnTo>
                  <a:pt x="1752600" y="295275"/>
                </a:lnTo>
                <a:lnTo>
                  <a:pt x="1752600" y="304800"/>
                </a:lnTo>
                <a:lnTo>
                  <a:pt x="1609725" y="304800"/>
                </a:lnTo>
                <a:close/>
                <a:moveTo>
                  <a:pt x="1952625" y="295275"/>
                </a:moveTo>
                <a:lnTo>
                  <a:pt x="2095500" y="295275"/>
                </a:lnTo>
                <a:lnTo>
                  <a:pt x="2095500" y="304800"/>
                </a:lnTo>
                <a:lnTo>
                  <a:pt x="1952625" y="304800"/>
                </a:lnTo>
                <a:close/>
                <a:moveTo>
                  <a:pt x="2124075" y="295275"/>
                </a:moveTo>
                <a:lnTo>
                  <a:pt x="2276475" y="295275"/>
                </a:lnTo>
                <a:lnTo>
                  <a:pt x="2276475" y="304800"/>
                </a:lnTo>
                <a:lnTo>
                  <a:pt x="2124075" y="304800"/>
                </a:lnTo>
                <a:close/>
                <a:moveTo>
                  <a:pt x="2324100" y="295275"/>
                </a:moveTo>
                <a:lnTo>
                  <a:pt x="2466975" y="295275"/>
                </a:lnTo>
                <a:lnTo>
                  <a:pt x="2466975" y="304800"/>
                </a:lnTo>
                <a:lnTo>
                  <a:pt x="2324100" y="304800"/>
                </a:lnTo>
                <a:close/>
                <a:moveTo>
                  <a:pt x="28575" y="304800"/>
                </a:moveTo>
                <a:lnTo>
                  <a:pt x="638175" y="304800"/>
                </a:lnTo>
                <a:lnTo>
                  <a:pt x="638175" y="314325"/>
                </a:lnTo>
                <a:lnTo>
                  <a:pt x="28575" y="314325"/>
                </a:lnTo>
                <a:close/>
                <a:moveTo>
                  <a:pt x="904875" y="304800"/>
                </a:moveTo>
                <a:lnTo>
                  <a:pt x="1047750" y="304800"/>
                </a:lnTo>
                <a:lnTo>
                  <a:pt x="1047750" y="314325"/>
                </a:lnTo>
                <a:lnTo>
                  <a:pt x="904875" y="314325"/>
                </a:lnTo>
                <a:close/>
                <a:moveTo>
                  <a:pt x="1266825" y="304800"/>
                </a:moveTo>
                <a:lnTo>
                  <a:pt x="1409700" y="304800"/>
                </a:lnTo>
                <a:lnTo>
                  <a:pt x="1409700" y="314325"/>
                </a:lnTo>
                <a:lnTo>
                  <a:pt x="1266825" y="314325"/>
                </a:lnTo>
                <a:close/>
                <a:moveTo>
                  <a:pt x="1609725" y="304800"/>
                </a:moveTo>
                <a:lnTo>
                  <a:pt x="1752600" y="304800"/>
                </a:lnTo>
                <a:lnTo>
                  <a:pt x="1752600" y="314325"/>
                </a:lnTo>
                <a:lnTo>
                  <a:pt x="1609725" y="314325"/>
                </a:lnTo>
                <a:close/>
                <a:moveTo>
                  <a:pt x="1952625" y="304800"/>
                </a:moveTo>
                <a:lnTo>
                  <a:pt x="2095500" y="304800"/>
                </a:lnTo>
                <a:lnTo>
                  <a:pt x="2095500" y="314325"/>
                </a:lnTo>
                <a:lnTo>
                  <a:pt x="1952625" y="314325"/>
                </a:lnTo>
                <a:close/>
                <a:moveTo>
                  <a:pt x="2124075" y="304800"/>
                </a:moveTo>
                <a:lnTo>
                  <a:pt x="2286000" y="304800"/>
                </a:lnTo>
                <a:lnTo>
                  <a:pt x="2286000" y="314325"/>
                </a:lnTo>
                <a:lnTo>
                  <a:pt x="2124075" y="314325"/>
                </a:lnTo>
                <a:close/>
                <a:moveTo>
                  <a:pt x="2324100" y="304800"/>
                </a:moveTo>
                <a:lnTo>
                  <a:pt x="2466975" y="304800"/>
                </a:lnTo>
                <a:lnTo>
                  <a:pt x="2466975" y="314325"/>
                </a:lnTo>
                <a:lnTo>
                  <a:pt x="2324100" y="314325"/>
                </a:lnTo>
                <a:close/>
                <a:moveTo>
                  <a:pt x="28575" y="314325"/>
                </a:moveTo>
                <a:lnTo>
                  <a:pt x="638175" y="314325"/>
                </a:lnTo>
                <a:lnTo>
                  <a:pt x="638175" y="323850"/>
                </a:lnTo>
                <a:lnTo>
                  <a:pt x="28575" y="323850"/>
                </a:lnTo>
                <a:close/>
                <a:moveTo>
                  <a:pt x="904875" y="314325"/>
                </a:moveTo>
                <a:lnTo>
                  <a:pt x="1047750" y="314325"/>
                </a:lnTo>
                <a:lnTo>
                  <a:pt x="1047750" y="323850"/>
                </a:lnTo>
                <a:lnTo>
                  <a:pt x="904875" y="323850"/>
                </a:lnTo>
                <a:close/>
                <a:moveTo>
                  <a:pt x="1266825" y="314325"/>
                </a:moveTo>
                <a:lnTo>
                  <a:pt x="1409700" y="314325"/>
                </a:lnTo>
                <a:lnTo>
                  <a:pt x="1409700" y="323850"/>
                </a:lnTo>
                <a:lnTo>
                  <a:pt x="1266825" y="323850"/>
                </a:lnTo>
                <a:close/>
                <a:moveTo>
                  <a:pt x="1609725" y="314325"/>
                </a:moveTo>
                <a:lnTo>
                  <a:pt x="1752600" y="314325"/>
                </a:lnTo>
                <a:lnTo>
                  <a:pt x="1752600" y="323850"/>
                </a:lnTo>
                <a:lnTo>
                  <a:pt x="1609725" y="323850"/>
                </a:lnTo>
                <a:close/>
                <a:moveTo>
                  <a:pt x="1952625" y="314325"/>
                </a:moveTo>
                <a:lnTo>
                  <a:pt x="2095500" y="314325"/>
                </a:lnTo>
                <a:lnTo>
                  <a:pt x="2095500" y="323850"/>
                </a:lnTo>
                <a:lnTo>
                  <a:pt x="1952625" y="323850"/>
                </a:lnTo>
                <a:close/>
                <a:moveTo>
                  <a:pt x="2133600" y="314325"/>
                </a:moveTo>
                <a:lnTo>
                  <a:pt x="2286000" y="314325"/>
                </a:lnTo>
                <a:lnTo>
                  <a:pt x="2286000" y="323850"/>
                </a:lnTo>
                <a:lnTo>
                  <a:pt x="2133600" y="323850"/>
                </a:lnTo>
                <a:close/>
                <a:moveTo>
                  <a:pt x="2324100" y="314325"/>
                </a:moveTo>
                <a:lnTo>
                  <a:pt x="2466975" y="314325"/>
                </a:lnTo>
                <a:lnTo>
                  <a:pt x="2466975" y="323850"/>
                </a:lnTo>
                <a:lnTo>
                  <a:pt x="2324100" y="323850"/>
                </a:lnTo>
                <a:close/>
                <a:moveTo>
                  <a:pt x="28575" y="323850"/>
                </a:moveTo>
                <a:lnTo>
                  <a:pt x="638175" y="323850"/>
                </a:lnTo>
                <a:lnTo>
                  <a:pt x="638175" y="333375"/>
                </a:lnTo>
                <a:lnTo>
                  <a:pt x="28575" y="333375"/>
                </a:lnTo>
                <a:close/>
                <a:moveTo>
                  <a:pt x="904875" y="323850"/>
                </a:moveTo>
                <a:lnTo>
                  <a:pt x="1047750" y="323850"/>
                </a:lnTo>
                <a:lnTo>
                  <a:pt x="1047750" y="333375"/>
                </a:lnTo>
                <a:lnTo>
                  <a:pt x="904875" y="333375"/>
                </a:lnTo>
                <a:close/>
                <a:moveTo>
                  <a:pt x="1266825" y="323850"/>
                </a:moveTo>
                <a:lnTo>
                  <a:pt x="1409700" y="323850"/>
                </a:lnTo>
                <a:lnTo>
                  <a:pt x="1409700" y="333375"/>
                </a:lnTo>
                <a:lnTo>
                  <a:pt x="1266825" y="333375"/>
                </a:lnTo>
                <a:close/>
                <a:moveTo>
                  <a:pt x="1609725" y="323850"/>
                </a:moveTo>
                <a:lnTo>
                  <a:pt x="1752600" y="323850"/>
                </a:lnTo>
                <a:lnTo>
                  <a:pt x="1752600" y="333375"/>
                </a:lnTo>
                <a:lnTo>
                  <a:pt x="1609725" y="333375"/>
                </a:lnTo>
                <a:close/>
                <a:moveTo>
                  <a:pt x="1952625" y="323850"/>
                </a:moveTo>
                <a:lnTo>
                  <a:pt x="2095500" y="323850"/>
                </a:lnTo>
                <a:lnTo>
                  <a:pt x="2095500" y="333375"/>
                </a:lnTo>
                <a:lnTo>
                  <a:pt x="1952625" y="333375"/>
                </a:lnTo>
                <a:close/>
                <a:moveTo>
                  <a:pt x="2143125" y="323850"/>
                </a:moveTo>
                <a:lnTo>
                  <a:pt x="2295525" y="323850"/>
                </a:lnTo>
                <a:lnTo>
                  <a:pt x="2295525" y="333375"/>
                </a:lnTo>
                <a:lnTo>
                  <a:pt x="2143125" y="333375"/>
                </a:lnTo>
                <a:close/>
                <a:moveTo>
                  <a:pt x="2324100" y="323850"/>
                </a:moveTo>
                <a:lnTo>
                  <a:pt x="2466975" y="323850"/>
                </a:lnTo>
                <a:lnTo>
                  <a:pt x="2466975" y="333375"/>
                </a:lnTo>
                <a:lnTo>
                  <a:pt x="2324100" y="333375"/>
                </a:lnTo>
                <a:close/>
                <a:moveTo>
                  <a:pt x="28575" y="333375"/>
                </a:moveTo>
                <a:lnTo>
                  <a:pt x="638175" y="333375"/>
                </a:lnTo>
                <a:lnTo>
                  <a:pt x="638175" y="342900"/>
                </a:lnTo>
                <a:lnTo>
                  <a:pt x="28575" y="342900"/>
                </a:lnTo>
                <a:close/>
                <a:moveTo>
                  <a:pt x="904875" y="333375"/>
                </a:moveTo>
                <a:lnTo>
                  <a:pt x="1047750" y="333375"/>
                </a:lnTo>
                <a:lnTo>
                  <a:pt x="1047750" y="342900"/>
                </a:lnTo>
                <a:lnTo>
                  <a:pt x="904875" y="342900"/>
                </a:lnTo>
                <a:close/>
                <a:moveTo>
                  <a:pt x="1266825" y="333375"/>
                </a:moveTo>
                <a:lnTo>
                  <a:pt x="1409700" y="333375"/>
                </a:lnTo>
                <a:lnTo>
                  <a:pt x="1409700" y="342900"/>
                </a:lnTo>
                <a:lnTo>
                  <a:pt x="1266825" y="342900"/>
                </a:lnTo>
                <a:close/>
                <a:moveTo>
                  <a:pt x="1609725" y="333375"/>
                </a:moveTo>
                <a:lnTo>
                  <a:pt x="1752600" y="333375"/>
                </a:lnTo>
                <a:lnTo>
                  <a:pt x="1752600" y="342900"/>
                </a:lnTo>
                <a:lnTo>
                  <a:pt x="1609725" y="342900"/>
                </a:lnTo>
                <a:close/>
                <a:moveTo>
                  <a:pt x="1952625" y="333375"/>
                </a:moveTo>
                <a:lnTo>
                  <a:pt x="2095500" y="333375"/>
                </a:lnTo>
                <a:lnTo>
                  <a:pt x="2095500" y="342900"/>
                </a:lnTo>
                <a:lnTo>
                  <a:pt x="1952625" y="342900"/>
                </a:lnTo>
                <a:close/>
                <a:moveTo>
                  <a:pt x="2143125" y="333375"/>
                </a:moveTo>
                <a:lnTo>
                  <a:pt x="2305050" y="333375"/>
                </a:lnTo>
                <a:lnTo>
                  <a:pt x="2305050" y="342900"/>
                </a:lnTo>
                <a:lnTo>
                  <a:pt x="2143125" y="342900"/>
                </a:lnTo>
                <a:close/>
                <a:moveTo>
                  <a:pt x="2324100" y="333375"/>
                </a:moveTo>
                <a:lnTo>
                  <a:pt x="2466975" y="333375"/>
                </a:lnTo>
                <a:lnTo>
                  <a:pt x="2466975" y="342900"/>
                </a:lnTo>
                <a:lnTo>
                  <a:pt x="2324100" y="342900"/>
                </a:lnTo>
                <a:close/>
                <a:moveTo>
                  <a:pt x="28575" y="342900"/>
                </a:moveTo>
                <a:lnTo>
                  <a:pt x="638175" y="342900"/>
                </a:lnTo>
                <a:lnTo>
                  <a:pt x="638175" y="352425"/>
                </a:lnTo>
                <a:lnTo>
                  <a:pt x="28575" y="352425"/>
                </a:lnTo>
                <a:close/>
                <a:moveTo>
                  <a:pt x="904875" y="342900"/>
                </a:moveTo>
                <a:lnTo>
                  <a:pt x="1047750" y="342900"/>
                </a:lnTo>
                <a:lnTo>
                  <a:pt x="1047750" y="352425"/>
                </a:lnTo>
                <a:lnTo>
                  <a:pt x="904875" y="352425"/>
                </a:lnTo>
                <a:close/>
                <a:moveTo>
                  <a:pt x="1266825" y="342900"/>
                </a:moveTo>
                <a:lnTo>
                  <a:pt x="1409700" y="342900"/>
                </a:lnTo>
                <a:lnTo>
                  <a:pt x="1409700" y="352425"/>
                </a:lnTo>
                <a:lnTo>
                  <a:pt x="1266825" y="352425"/>
                </a:lnTo>
                <a:close/>
                <a:moveTo>
                  <a:pt x="1609725" y="342900"/>
                </a:moveTo>
                <a:lnTo>
                  <a:pt x="1752600" y="342900"/>
                </a:lnTo>
                <a:lnTo>
                  <a:pt x="1752600" y="352425"/>
                </a:lnTo>
                <a:lnTo>
                  <a:pt x="1609725" y="352425"/>
                </a:lnTo>
                <a:close/>
                <a:moveTo>
                  <a:pt x="1952625" y="342900"/>
                </a:moveTo>
                <a:lnTo>
                  <a:pt x="2095500" y="342900"/>
                </a:lnTo>
                <a:lnTo>
                  <a:pt x="2095500" y="352425"/>
                </a:lnTo>
                <a:lnTo>
                  <a:pt x="1952625" y="352425"/>
                </a:lnTo>
                <a:close/>
                <a:moveTo>
                  <a:pt x="2152650" y="342900"/>
                </a:moveTo>
                <a:lnTo>
                  <a:pt x="2305050" y="342900"/>
                </a:lnTo>
                <a:lnTo>
                  <a:pt x="2305050" y="352425"/>
                </a:lnTo>
                <a:lnTo>
                  <a:pt x="2152650" y="352425"/>
                </a:lnTo>
                <a:close/>
                <a:moveTo>
                  <a:pt x="2324100" y="342900"/>
                </a:moveTo>
                <a:lnTo>
                  <a:pt x="2466975" y="342900"/>
                </a:lnTo>
                <a:lnTo>
                  <a:pt x="2466975" y="352425"/>
                </a:lnTo>
                <a:lnTo>
                  <a:pt x="2324100" y="352425"/>
                </a:lnTo>
                <a:close/>
                <a:moveTo>
                  <a:pt x="28575" y="352425"/>
                </a:moveTo>
                <a:lnTo>
                  <a:pt x="638175" y="352425"/>
                </a:lnTo>
                <a:lnTo>
                  <a:pt x="638175" y="361950"/>
                </a:lnTo>
                <a:lnTo>
                  <a:pt x="28575" y="361950"/>
                </a:lnTo>
                <a:close/>
                <a:moveTo>
                  <a:pt x="904875" y="352425"/>
                </a:moveTo>
                <a:lnTo>
                  <a:pt x="1047750" y="352425"/>
                </a:lnTo>
                <a:lnTo>
                  <a:pt x="1047750" y="361950"/>
                </a:lnTo>
                <a:lnTo>
                  <a:pt x="904875" y="361950"/>
                </a:lnTo>
                <a:close/>
                <a:moveTo>
                  <a:pt x="1266825" y="352425"/>
                </a:moveTo>
                <a:lnTo>
                  <a:pt x="1409700" y="352425"/>
                </a:lnTo>
                <a:lnTo>
                  <a:pt x="1409700" y="361950"/>
                </a:lnTo>
                <a:lnTo>
                  <a:pt x="1266825" y="361950"/>
                </a:lnTo>
                <a:close/>
                <a:moveTo>
                  <a:pt x="1609725" y="352425"/>
                </a:moveTo>
                <a:lnTo>
                  <a:pt x="1752600" y="352425"/>
                </a:lnTo>
                <a:lnTo>
                  <a:pt x="1752600" y="361950"/>
                </a:lnTo>
                <a:lnTo>
                  <a:pt x="1609725" y="361950"/>
                </a:lnTo>
                <a:close/>
                <a:moveTo>
                  <a:pt x="1952625" y="352425"/>
                </a:moveTo>
                <a:lnTo>
                  <a:pt x="2095500" y="352425"/>
                </a:lnTo>
                <a:lnTo>
                  <a:pt x="2095500" y="361950"/>
                </a:lnTo>
                <a:lnTo>
                  <a:pt x="1952625" y="361950"/>
                </a:lnTo>
                <a:close/>
                <a:moveTo>
                  <a:pt x="2162175" y="352425"/>
                </a:moveTo>
                <a:lnTo>
                  <a:pt x="2314575" y="352425"/>
                </a:lnTo>
                <a:lnTo>
                  <a:pt x="2314575" y="361950"/>
                </a:lnTo>
                <a:lnTo>
                  <a:pt x="2162175" y="361950"/>
                </a:lnTo>
                <a:close/>
                <a:moveTo>
                  <a:pt x="2324100" y="352425"/>
                </a:moveTo>
                <a:lnTo>
                  <a:pt x="2466975" y="352425"/>
                </a:lnTo>
                <a:lnTo>
                  <a:pt x="2466975" y="361950"/>
                </a:lnTo>
                <a:lnTo>
                  <a:pt x="2324100" y="361950"/>
                </a:lnTo>
                <a:close/>
                <a:moveTo>
                  <a:pt x="28575" y="361950"/>
                </a:moveTo>
                <a:lnTo>
                  <a:pt x="638175" y="361950"/>
                </a:lnTo>
                <a:lnTo>
                  <a:pt x="638175" y="371475"/>
                </a:lnTo>
                <a:lnTo>
                  <a:pt x="28575" y="371475"/>
                </a:lnTo>
                <a:close/>
                <a:moveTo>
                  <a:pt x="904875" y="361950"/>
                </a:moveTo>
                <a:lnTo>
                  <a:pt x="1047750" y="361950"/>
                </a:lnTo>
                <a:lnTo>
                  <a:pt x="1047750" y="371475"/>
                </a:lnTo>
                <a:lnTo>
                  <a:pt x="904875" y="371475"/>
                </a:lnTo>
                <a:close/>
                <a:moveTo>
                  <a:pt x="1266825" y="361950"/>
                </a:moveTo>
                <a:lnTo>
                  <a:pt x="1409700" y="361950"/>
                </a:lnTo>
                <a:lnTo>
                  <a:pt x="1409700" y="371475"/>
                </a:lnTo>
                <a:lnTo>
                  <a:pt x="1266825" y="371475"/>
                </a:lnTo>
                <a:close/>
                <a:moveTo>
                  <a:pt x="1609725" y="361950"/>
                </a:moveTo>
                <a:lnTo>
                  <a:pt x="1752600" y="361950"/>
                </a:lnTo>
                <a:lnTo>
                  <a:pt x="1752600" y="371475"/>
                </a:lnTo>
                <a:lnTo>
                  <a:pt x="1609725" y="371475"/>
                </a:lnTo>
                <a:close/>
                <a:moveTo>
                  <a:pt x="1952625" y="361950"/>
                </a:moveTo>
                <a:lnTo>
                  <a:pt x="2095500" y="361950"/>
                </a:lnTo>
                <a:lnTo>
                  <a:pt x="2095500" y="371475"/>
                </a:lnTo>
                <a:lnTo>
                  <a:pt x="1952625" y="371475"/>
                </a:lnTo>
                <a:close/>
                <a:moveTo>
                  <a:pt x="2162175" y="361950"/>
                </a:moveTo>
                <a:lnTo>
                  <a:pt x="2466975" y="361950"/>
                </a:lnTo>
                <a:lnTo>
                  <a:pt x="2466975" y="371475"/>
                </a:lnTo>
                <a:lnTo>
                  <a:pt x="2162175" y="371475"/>
                </a:lnTo>
                <a:close/>
                <a:moveTo>
                  <a:pt x="238125" y="371475"/>
                </a:moveTo>
                <a:lnTo>
                  <a:pt x="438150" y="371475"/>
                </a:lnTo>
                <a:lnTo>
                  <a:pt x="438150" y="381000"/>
                </a:lnTo>
                <a:lnTo>
                  <a:pt x="238125" y="381000"/>
                </a:lnTo>
                <a:close/>
                <a:moveTo>
                  <a:pt x="904875" y="371475"/>
                </a:moveTo>
                <a:lnTo>
                  <a:pt x="1047750" y="371475"/>
                </a:lnTo>
                <a:lnTo>
                  <a:pt x="1047750" y="381000"/>
                </a:lnTo>
                <a:lnTo>
                  <a:pt x="904875" y="381000"/>
                </a:lnTo>
                <a:close/>
                <a:moveTo>
                  <a:pt x="1266825" y="371475"/>
                </a:moveTo>
                <a:lnTo>
                  <a:pt x="1409700" y="371475"/>
                </a:lnTo>
                <a:lnTo>
                  <a:pt x="1409700" y="381000"/>
                </a:lnTo>
                <a:lnTo>
                  <a:pt x="1266825" y="381000"/>
                </a:lnTo>
                <a:close/>
                <a:moveTo>
                  <a:pt x="1609725" y="371475"/>
                </a:moveTo>
                <a:lnTo>
                  <a:pt x="1752600" y="371475"/>
                </a:lnTo>
                <a:lnTo>
                  <a:pt x="1752600" y="381000"/>
                </a:lnTo>
                <a:lnTo>
                  <a:pt x="1609725" y="381000"/>
                </a:lnTo>
                <a:close/>
                <a:moveTo>
                  <a:pt x="1952625" y="371475"/>
                </a:moveTo>
                <a:lnTo>
                  <a:pt x="2095500" y="371475"/>
                </a:lnTo>
                <a:lnTo>
                  <a:pt x="2095500" y="381000"/>
                </a:lnTo>
                <a:lnTo>
                  <a:pt x="1952625" y="381000"/>
                </a:lnTo>
                <a:close/>
                <a:moveTo>
                  <a:pt x="2171700" y="371475"/>
                </a:moveTo>
                <a:lnTo>
                  <a:pt x="2466975" y="371475"/>
                </a:lnTo>
                <a:lnTo>
                  <a:pt x="2466975" y="381000"/>
                </a:lnTo>
                <a:lnTo>
                  <a:pt x="2171700" y="381000"/>
                </a:lnTo>
                <a:close/>
                <a:moveTo>
                  <a:pt x="219075" y="381000"/>
                </a:moveTo>
                <a:lnTo>
                  <a:pt x="457200" y="381000"/>
                </a:lnTo>
                <a:lnTo>
                  <a:pt x="457200" y="390525"/>
                </a:lnTo>
                <a:lnTo>
                  <a:pt x="219075" y="390525"/>
                </a:lnTo>
                <a:close/>
                <a:moveTo>
                  <a:pt x="904875" y="381000"/>
                </a:moveTo>
                <a:lnTo>
                  <a:pt x="1047750" y="381000"/>
                </a:lnTo>
                <a:lnTo>
                  <a:pt x="1047750" y="390525"/>
                </a:lnTo>
                <a:lnTo>
                  <a:pt x="904875" y="390525"/>
                </a:lnTo>
                <a:close/>
                <a:moveTo>
                  <a:pt x="1266825" y="381000"/>
                </a:moveTo>
                <a:lnTo>
                  <a:pt x="1409700" y="381000"/>
                </a:lnTo>
                <a:lnTo>
                  <a:pt x="1409700" y="390525"/>
                </a:lnTo>
                <a:lnTo>
                  <a:pt x="1266825" y="390525"/>
                </a:lnTo>
                <a:close/>
                <a:moveTo>
                  <a:pt x="1609725" y="381000"/>
                </a:moveTo>
                <a:lnTo>
                  <a:pt x="1752600" y="381000"/>
                </a:lnTo>
                <a:lnTo>
                  <a:pt x="1752600" y="390525"/>
                </a:lnTo>
                <a:lnTo>
                  <a:pt x="1609725" y="390525"/>
                </a:lnTo>
                <a:close/>
                <a:moveTo>
                  <a:pt x="1952625" y="381000"/>
                </a:moveTo>
                <a:lnTo>
                  <a:pt x="2095500" y="381000"/>
                </a:lnTo>
                <a:lnTo>
                  <a:pt x="2095500" y="390525"/>
                </a:lnTo>
                <a:lnTo>
                  <a:pt x="1952625" y="390525"/>
                </a:lnTo>
                <a:close/>
                <a:moveTo>
                  <a:pt x="2171700" y="381000"/>
                </a:moveTo>
                <a:lnTo>
                  <a:pt x="2466975" y="381000"/>
                </a:lnTo>
                <a:lnTo>
                  <a:pt x="2466975" y="390525"/>
                </a:lnTo>
                <a:lnTo>
                  <a:pt x="2171700" y="390525"/>
                </a:lnTo>
                <a:close/>
                <a:moveTo>
                  <a:pt x="190500" y="390525"/>
                </a:moveTo>
                <a:lnTo>
                  <a:pt x="476250" y="390525"/>
                </a:lnTo>
                <a:lnTo>
                  <a:pt x="476250" y="400050"/>
                </a:lnTo>
                <a:lnTo>
                  <a:pt x="190500" y="400050"/>
                </a:lnTo>
                <a:close/>
                <a:moveTo>
                  <a:pt x="904875" y="390525"/>
                </a:moveTo>
                <a:lnTo>
                  <a:pt x="1047750" y="390525"/>
                </a:lnTo>
                <a:lnTo>
                  <a:pt x="1047750" y="400050"/>
                </a:lnTo>
                <a:lnTo>
                  <a:pt x="904875" y="400050"/>
                </a:lnTo>
                <a:close/>
                <a:moveTo>
                  <a:pt x="1266825" y="390525"/>
                </a:moveTo>
                <a:lnTo>
                  <a:pt x="1409700" y="390525"/>
                </a:lnTo>
                <a:lnTo>
                  <a:pt x="1409700" y="400050"/>
                </a:lnTo>
                <a:lnTo>
                  <a:pt x="1266825" y="400050"/>
                </a:lnTo>
                <a:close/>
                <a:moveTo>
                  <a:pt x="1609725" y="390525"/>
                </a:moveTo>
                <a:lnTo>
                  <a:pt x="1752600" y="390525"/>
                </a:lnTo>
                <a:lnTo>
                  <a:pt x="1752600" y="400050"/>
                </a:lnTo>
                <a:lnTo>
                  <a:pt x="1609725" y="400050"/>
                </a:lnTo>
                <a:close/>
                <a:moveTo>
                  <a:pt x="1952625" y="390525"/>
                </a:moveTo>
                <a:lnTo>
                  <a:pt x="2095500" y="390525"/>
                </a:lnTo>
                <a:lnTo>
                  <a:pt x="2095500" y="400050"/>
                </a:lnTo>
                <a:lnTo>
                  <a:pt x="1952625" y="400050"/>
                </a:lnTo>
                <a:close/>
                <a:moveTo>
                  <a:pt x="2181225" y="390525"/>
                </a:moveTo>
                <a:lnTo>
                  <a:pt x="2466975" y="390525"/>
                </a:lnTo>
                <a:lnTo>
                  <a:pt x="2466975" y="400050"/>
                </a:lnTo>
                <a:lnTo>
                  <a:pt x="2181225" y="400050"/>
                </a:lnTo>
                <a:close/>
                <a:moveTo>
                  <a:pt x="171450" y="400050"/>
                </a:moveTo>
                <a:lnTo>
                  <a:pt x="495300" y="400050"/>
                </a:lnTo>
                <a:lnTo>
                  <a:pt x="495300" y="409575"/>
                </a:lnTo>
                <a:lnTo>
                  <a:pt x="171450" y="409575"/>
                </a:lnTo>
                <a:close/>
                <a:moveTo>
                  <a:pt x="904875" y="400050"/>
                </a:moveTo>
                <a:lnTo>
                  <a:pt x="1047750" y="400050"/>
                </a:lnTo>
                <a:lnTo>
                  <a:pt x="1047750" y="409575"/>
                </a:lnTo>
                <a:lnTo>
                  <a:pt x="904875" y="409575"/>
                </a:lnTo>
                <a:close/>
                <a:moveTo>
                  <a:pt x="1257300" y="400050"/>
                </a:moveTo>
                <a:lnTo>
                  <a:pt x="1409700" y="400050"/>
                </a:lnTo>
                <a:lnTo>
                  <a:pt x="1409700" y="409575"/>
                </a:lnTo>
                <a:lnTo>
                  <a:pt x="1257300" y="409575"/>
                </a:lnTo>
                <a:close/>
                <a:moveTo>
                  <a:pt x="1609725" y="400050"/>
                </a:moveTo>
                <a:lnTo>
                  <a:pt x="1752600" y="400050"/>
                </a:lnTo>
                <a:lnTo>
                  <a:pt x="1752600" y="409575"/>
                </a:lnTo>
                <a:lnTo>
                  <a:pt x="1609725" y="409575"/>
                </a:lnTo>
                <a:close/>
                <a:moveTo>
                  <a:pt x="1952625" y="400050"/>
                </a:moveTo>
                <a:lnTo>
                  <a:pt x="2095500" y="400050"/>
                </a:lnTo>
                <a:lnTo>
                  <a:pt x="2095500" y="409575"/>
                </a:lnTo>
                <a:lnTo>
                  <a:pt x="1952625" y="409575"/>
                </a:lnTo>
                <a:close/>
                <a:moveTo>
                  <a:pt x="2190750" y="400050"/>
                </a:moveTo>
                <a:lnTo>
                  <a:pt x="2466975" y="400050"/>
                </a:lnTo>
                <a:lnTo>
                  <a:pt x="2466975" y="409575"/>
                </a:lnTo>
                <a:lnTo>
                  <a:pt x="2190750" y="409575"/>
                </a:lnTo>
                <a:close/>
                <a:moveTo>
                  <a:pt x="161925" y="409575"/>
                </a:moveTo>
                <a:lnTo>
                  <a:pt x="514350" y="409575"/>
                </a:lnTo>
                <a:lnTo>
                  <a:pt x="514350" y="419100"/>
                </a:lnTo>
                <a:lnTo>
                  <a:pt x="161925" y="419100"/>
                </a:lnTo>
                <a:close/>
                <a:moveTo>
                  <a:pt x="904875" y="409575"/>
                </a:moveTo>
                <a:lnTo>
                  <a:pt x="1057275" y="409575"/>
                </a:lnTo>
                <a:lnTo>
                  <a:pt x="1057275" y="419100"/>
                </a:lnTo>
                <a:lnTo>
                  <a:pt x="904875" y="419100"/>
                </a:lnTo>
                <a:close/>
                <a:moveTo>
                  <a:pt x="1257300" y="409575"/>
                </a:moveTo>
                <a:lnTo>
                  <a:pt x="1409700" y="409575"/>
                </a:lnTo>
                <a:lnTo>
                  <a:pt x="1409700" y="419100"/>
                </a:lnTo>
                <a:lnTo>
                  <a:pt x="1257300" y="419100"/>
                </a:lnTo>
                <a:close/>
                <a:moveTo>
                  <a:pt x="1609725" y="409575"/>
                </a:moveTo>
                <a:lnTo>
                  <a:pt x="1752600" y="409575"/>
                </a:lnTo>
                <a:lnTo>
                  <a:pt x="1752600" y="419100"/>
                </a:lnTo>
                <a:lnTo>
                  <a:pt x="1609725" y="419100"/>
                </a:lnTo>
                <a:close/>
                <a:moveTo>
                  <a:pt x="1952625" y="409575"/>
                </a:moveTo>
                <a:lnTo>
                  <a:pt x="2095500" y="409575"/>
                </a:lnTo>
                <a:lnTo>
                  <a:pt x="2095500" y="419100"/>
                </a:lnTo>
                <a:lnTo>
                  <a:pt x="1952625" y="419100"/>
                </a:lnTo>
                <a:close/>
                <a:moveTo>
                  <a:pt x="2190750" y="409575"/>
                </a:moveTo>
                <a:lnTo>
                  <a:pt x="2466975" y="409575"/>
                </a:lnTo>
                <a:lnTo>
                  <a:pt x="2466975" y="419100"/>
                </a:lnTo>
                <a:lnTo>
                  <a:pt x="2190750" y="419100"/>
                </a:lnTo>
                <a:close/>
                <a:moveTo>
                  <a:pt x="142875" y="419100"/>
                </a:moveTo>
                <a:lnTo>
                  <a:pt x="523875" y="419100"/>
                </a:lnTo>
                <a:lnTo>
                  <a:pt x="523875" y="428625"/>
                </a:lnTo>
                <a:lnTo>
                  <a:pt x="142875" y="428625"/>
                </a:lnTo>
                <a:close/>
                <a:moveTo>
                  <a:pt x="904875" y="419100"/>
                </a:moveTo>
                <a:lnTo>
                  <a:pt x="1057275" y="419100"/>
                </a:lnTo>
                <a:lnTo>
                  <a:pt x="1057275" y="428625"/>
                </a:lnTo>
                <a:lnTo>
                  <a:pt x="904875" y="428625"/>
                </a:lnTo>
                <a:close/>
                <a:moveTo>
                  <a:pt x="1257300" y="419100"/>
                </a:moveTo>
                <a:lnTo>
                  <a:pt x="1400175" y="419100"/>
                </a:lnTo>
                <a:lnTo>
                  <a:pt x="1400175" y="428625"/>
                </a:lnTo>
                <a:lnTo>
                  <a:pt x="1257300" y="428625"/>
                </a:lnTo>
                <a:close/>
                <a:moveTo>
                  <a:pt x="1609725" y="419100"/>
                </a:moveTo>
                <a:lnTo>
                  <a:pt x="1752600" y="419100"/>
                </a:lnTo>
                <a:lnTo>
                  <a:pt x="1752600" y="428625"/>
                </a:lnTo>
                <a:lnTo>
                  <a:pt x="1609725" y="428625"/>
                </a:lnTo>
                <a:close/>
                <a:moveTo>
                  <a:pt x="1952625" y="419100"/>
                </a:moveTo>
                <a:lnTo>
                  <a:pt x="2095500" y="419100"/>
                </a:lnTo>
                <a:lnTo>
                  <a:pt x="2095500" y="428625"/>
                </a:lnTo>
                <a:lnTo>
                  <a:pt x="1952625" y="428625"/>
                </a:lnTo>
                <a:close/>
                <a:moveTo>
                  <a:pt x="2200275" y="419100"/>
                </a:moveTo>
                <a:lnTo>
                  <a:pt x="2466975" y="419100"/>
                </a:lnTo>
                <a:lnTo>
                  <a:pt x="2466975" y="428625"/>
                </a:lnTo>
                <a:lnTo>
                  <a:pt x="2200275" y="428625"/>
                </a:lnTo>
                <a:close/>
                <a:moveTo>
                  <a:pt x="133350" y="428625"/>
                </a:moveTo>
                <a:lnTo>
                  <a:pt x="533400" y="428625"/>
                </a:lnTo>
                <a:lnTo>
                  <a:pt x="533400" y="438150"/>
                </a:lnTo>
                <a:lnTo>
                  <a:pt x="133350" y="438150"/>
                </a:lnTo>
                <a:close/>
                <a:moveTo>
                  <a:pt x="904875" y="428625"/>
                </a:moveTo>
                <a:lnTo>
                  <a:pt x="1057275" y="428625"/>
                </a:lnTo>
                <a:lnTo>
                  <a:pt x="1057275" y="438150"/>
                </a:lnTo>
                <a:lnTo>
                  <a:pt x="904875" y="438150"/>
                </a:lnTo>
                <a:close/>
                <a:moveTo>
                  <a:pt x="1247775" y="428625"/>
                </a:moveTo>
                <a:lnTo>
                  <a:pt x="1400175" y="428625"/>
                </a:lnTo>
                <a:lnTo>
                  <a:pt x="1400175" y="438150"/>
                </a:lnTo>
                <a:lnTo>
                  <a:pt x="1247775" y="438150"/>
                </a:lnTo>
                <a:close/>
                <a:moveTo>
                  <a:pt x="1609725" y="428625"/>
                </a:moveTo>
                <a:lnTo>
                  <a:pt x="1752600" y="428625"/>
                </a:lnTo>
                <a:lnTo>
                  <a:pt x="1752600" y="438150"/>
                </a:lnTo>
                <a:lnTo>
                  <a:pt x="1609725" y="438150"/>
                </a:lnTo>
                <a:close/>
                <a:moveTo>
                  <a:pt x="1952625" y="428625"/>
                </a:moveTo>
                <a:lnTo>
                  <a:pt x="2095500" y="428625"/>
                </a:lnTo>
                <a:lnTo>
                  <a:pt x="2095500" y="438150"/>
                </a:lnTo>
                <a:lnTo>
                  <a:pt x="1952625" y="438150"/>
                </a:lnTo>
                <a:close/>
                <a:moveTo>
                  <a:pt x="2209800" y="428625"/>
                </a:moveTo>
                <a:lnTo>
                  <a:pt x="2466975" y="428625"/>
                </a:lnTo>
                <a:lnTo>
                  <a:pt x="2466975" y="438150"/>
                </a:lnTo>
                <a:lnTo>
                  <a:pt x="2209800" y="438150"/>
                </a:lnTo>
                <a:close/>
                <a:moveTo>
                  <a:pt x="123825" y="438150"/>
                </a:moveTo>
                <a:lnTo>
                  <a:pt x="552450" y="438150"/>
                </a:lnTo>
                <a:lnTo>
                  <a:pt x="552450" y="447675"/>
                </a:lnTo>
                <a:lnTo>
                  <a:pt x="123825" y="447675"/>
                </a:lnTo>
                <a:close/>
                <a:moveTo>
                  <a:pt x="914400" y="438150"/>
                </a:moveTo>
                <a:lnTo>
                  <a:pt x="1066800" y="438150"/>
                </a:lnTo>
                <a:lnTo>
                  <a:pt x="1066800" y="447675"/>
                </a:lnTo>
                <a:lnTo>
                  <a:pt x="914400" y="447675"/>
                </a:lnTo>
                <a:close/>
                <a:moveTo>
                  <a:pt x="1247775" y="438150"/>
                </a:moveTo>
                <a:lnTo>
                  <a:pt x="1400175" y="438150"/>
                </a:lnTo>
                <a:lnTo>
                  <a:pt x="1400175" y="447675"/>
                </a:lnTo>
                <a:lnTo>
                  <a:pt x="1247775" y="447675"/>
                </a:lnTo>
                <a:close/>
                <a:moveTo>
                  <a:pt x="1609725" y="438150"/>
                </a:moveTo>
                <a:lnTo>
                  <a:pt x="1752600" y="438150"/>
                </a:lnTo>
                <a:lnTo>
                  <a:pt x="1752600" y="447675"/>
                </a:lnTo>
                <a:lnTo>
                  <a:pt x="1609725" y="447675"/>
                </a:lnTo>
                <a:close/>
                <a:moveTo>
                  <a:pt x="1952625" y="438150"/>
                </a:moveTo>
                <a:lnTo>
                  <a:pt x="2095500" y="438150"/>
                </a:lnTo>
                <a:lnTo>
                  <a:pt x="2095500" y="447675"/>
                </a:lnTo>
                <a:lnTo>
                  <a:pt x="1952625" y="447675"/>
                </a:lnTo>
                <a:close/>
                <a:moveTo>
                  <a:pt x="2209800" y="438150"/>
                </a:moveTo>
                <a:lnTo>
                  <a:pt x="2466975" y="438150"/>
                </a:lnTo>
                <a:lnTo>
                  <a:pt x="2466975" y="447675"/>
                </a:lnTo>
                <a:lnTo>
                  <a:pt x="2209800" y="447675"/>
                </a:lnTo>
                <a:close/>
                <a:moveTo>
                  <a:pt x="114300" y="447675"/>
                </a:moveTo>
                <a:lnTo>
                  <a:pt x="561975" y="447675"/>
                </a:lnTo>
                <a:lnTo>
                  <a:pt x="561975" y="457200"/>
                </a:lnTo>
                <a:lnTo>
                  <a:pt x="114300" y="457200"/>
                </a:lnTo>
                <a:close/>
                <a:moveTo>
                  <a:pt x="914400" y="447675"/>
                </a:moveTo>
                <a:lnTo>
                  <a:pt x="1076325" y="447675"/>
                </a:lnTo>
                <a:lnTo>
                  <a:pt x="1076325" y="457200"/>
                </a:lnTo>
                <a:lnTo>
                  <a:pt x="914400" y="457200"/>
                </a:lnTo>
                <a:close/>
                <a:moveTo>
                  <a:pt x="1238250" y="447675"/>
                </a:moveTo>
                <a:lnTo>
                  <a:pt x="1400175" y="447675"/>
                </a:lnTo>
                <a:lnTo>
                  <a:pt x="1400175" y="457200"/>
                </a:lnTo>
                <a:lnTo>
                  <a:pt x="1238250" y="457200"/>
                </a:lnTo>
                <a:close/>
                <a:moveTo>
                  <a:pt x="1609725" y="447675"/>
                </a:moveTo>
                <a:lnTo>
                  <a:pt x="1752600" y="447675"/>
                </a:lnTo>
                <a:lnTo>
                  <a:pt x="1752600" y="457200"/>
                </a:lnTo>
                <a:lnTo>
                  <a:pt x="1609725" y="457200"/>
                </a:lnTo>
                <a:close/>
                <a:moveTo>
                  <a:pt x="1952625" y="447675"/>
                </a:moveTo>
                <a:lnTo>
                  <a:pt x="2095500" y="447675"/>
                </a:lnTo>
                <a:lnTo>
                  <a:pt x="2095500" y="457200"/>
                </a:lnTo>
                <a:lnTo>
                  <a:pt x="1952625" y="457200"/>
                </a:lnTo>
                <a:close/>
                <a:moveTo>
                  <a:pt x="2219325" y="447675"/>
                </a:moveTo>
                <a:lnTo>
                  <a:pt x="2466975" y="447675"/>
                </a:lnTo>
                <a:lnTo>
                  <a:pt x="2466975" y="457200"/>
                </a:lnTo>
                <a:lnTo>
                  <a:pt x="2219325" y="457200"/>
                </a:lnTo>
                <a:close/>
                <a:moveTo>
                  <a:pt x="104775" y="457200"/>
                </a:moveTo>
                <a:lnTo>
                  <a:pt x="571500" y="457200"/>
                </a:lnTo>
                <a:lnTo>
                  <a:pt x="571500" y="466725"/>
                </a:lnTo>
                <a:lnTo>
                  <a:pt x="104775" y="466725"/>
                </a:lnTo>
                <a:close/>
                <a:moveTo>
                  <a:pt x="914400" y="457200"/>
                </a:moveTo>
                <a:lnTo>
                  <a:pt x="1085850" y="457200"/>
                </a:lnTo>
                <a:lnTo>
                  <a:pt x="1085850" y="466725"/>
                </a:lnTo>
                <a:lnTo>
                  <a:pt x="914400" y="466725"/>
                </a:lnTo>
                <a:close/>
                <a:moveTo>
                  <a:pt x="1228725" y="457200"/>
                </a:moveTo>
                <a:lnTo>
                  <a:pt x="1390650" y="457200"/>
                </a:lnTo>
                <a:lnTo>
                  <a:pt x="1390650" y="466725"/>
                </a:lnTo>
                <a:lnTo>
                  <a:pt x="1228725" y="466725"/>
                </a:lnTo>
                <a:close/>
                <a:moveTo>
                  <a:pt x="1609725" y="457200"/>
                </a:moveTo>
                <a:lnTo>
                  <a:pt x="1752600" y="457200"/>
                </a:lnTo>
                <a:lnTo>
                  <a:pt x="1752600" y="466725"/>
                </a:lnTo>
                <a:lnTo>
                  <a:pt x="1609725" y="466725"/>
                </a:lnTo>
                <a:close/>
                <a:moveTo>
                  <a:pt x="1952625" y="457200"/>
                </a:moveTo>
                <a:lnTo>
                  <a:pt x="2095500" y="457200"/>
                </a:lnTo>
                <a:lnTo>
                  <a:pt x="2095500" y="466725"/>
                </a:lnTo>
                <a:lnTo>
                  <a:pt x="1952625" y="466725"/>
                </a:lnTo>
                <a:close/>
                <a:moveTo>
                  <a:pt x="2219325" y="457200"/>
                </a:moveTo>
                <a:lnTo>
                  <a:pt x="2466975" y="457200"/>
                </a:lnTo>
                <a:lnTo>
                  <a:pt x="2466975" y="466725"/>
                </a:lnTo>
                <a:lnTo>
                  <a:pt x="2219325" y="466725"/>
                </a:lnTo>
                <a:close/>
                <a:moveTo>
                  <a:pt x="95250" y="466725"/>
                </a:moveTo>
                <a:lnTo>
                  <a:pt x="581025" y="466725"/>
                </a:lnTo>
                <a:lnTo>
                  <a:pt x="581025" y="476250"/>
                </a:lnTo>
                <a:lnTo>
                  <a:pt x="95250" y="476250"/>
                </a:lnTo>
                <a:close/>
                <a:moveTo>
                  <a:pt x="923925" y="466725"/>
                </a:moveTo>
                <a:lnTo>
                  <a:pt x="1095375" y="466725"/>
                </a:lnTo>
                <a:lnTo>
                  <a:pt x="1095375" y="476250"/>
                </a:lnTo>
                <a:lnTo>
                  <a:pt x="923925" y="476250"/>
                </a:lnTo>
                <a:close/>
                <a:moveTo>
                  <a:pt x="1209675" y="466725"/>
                </a:moveTo>
                <a:lnTo>
                  <a:pt x="1390650" y="466725"/>
                </a:lnTo>
                <a:lnTo>
                  <a:pt x="1390650" y="476250"/>
                </a:lnTo>
                <a:lnTo>
                  <a:pt x="1209675" y="476250"/>
                </a:lnTo>
                <a:close/>
                <a:moveTo>
                  <a:pt x="1609725" y="466725"/>
                </a:moveTo>
                <a:lnTo>
                  <a:pt x="1752600" y="466725"/>
                </a:lnTo>
                <a:lnTo>
                  <a:pt x="1752600" y="476250"/>
                </a:lnTo>
                <a:lnTo>
                  <a:pt x="1609725" y="476250"/>
                </a:lnTo>
                <a:close/>
                <a:moveTo>
                  <a:pt x="1952625" y="466725"/>
                </a:moveTo>
                <a:lnTo>
                  <a:pt x="2095500" y="466725"/>
                </a:lnTo>
                <a:lnTo>
                  <a:pt x="2095500" y="476250"/>
                </a:lnTo>
                <a:lnTo>
                  <a:pt x="1952625" y="476250"/>
                </a:lnTo>
                <a:close/>
                <a:moveTo>
                  <a:pt x="2228850" y="466725"/>
                </a:moveTo>
                <a:lnTo>
                  <a:pt x="2466975" y="466725"/>
                </a:lnTo>
                <a:lnTo>
                  <a:pt x="2466975" y="476250"/>
                </a:lnTo>
                <a:lnTo>
                  <a:pt x="2228850" y="476250"/>
                </a:lnTo>
                <a:close/>
                <a:moveTo>
                  <a:pt x="85725" y="476250"/>
                </a:moveTo>
                <a:lnTo>
                  <a:pt x="257175" y="476250"/>
                </a:lnTo>
                <a:lnTo>
                  <a:pt x="257175" y="485775"/>
                </a:lnTo>
                <a:lnTo>
                  <a:pt x="85725" y="485775"/>
                </a:lnTo>
                <a:close/>
                <a:moveTo>
                  <a:pt x="285750" y="476250"/>
                </a:moveTo>
                <a:lnTo>
                  <a:pt x="390525" y="476250"/>
                </a:lnTo>
                <a:lnTo>
                  <a:pt x="390525" y="485775"/>
                </a:lnTo>
                <a:lnTo>
                  <a:pt x="285750" y="485775"/>
                </a:lnTo>
                <a:close/>
                <a:moveTo>
                  <a:pt x="409575" y="476250"/>
                </a:moveTo>
                <a:lnTo>
                  <a:pt x="581025" y="476250"/>
                </a:lnTo>
                <a:lnTo>
                  <a:pt x="581025" y="485775"/>
                </a:lnTo>
                <a:lnTo>
                  <a:pt x="409575" y="485775"/>
                </a:lnTo>
                <a:close/>
                <a:moveTo>
                  <a:pt x="923925" y="476250"/>
                </a:moveTo>
                <a:lnTo>
                  <a:pt x="1123950" y="476250"/>
                </a:lnTo>
                <a:lnTo>
                  <a:pt x="1123950" y="485775"/>
                </a:lnTo>
                <a:lnTo>
                  <a:pt x="923925" y="485775"/>
                </a:lnTo>
                <a:close/>
                <a:moveTo>
                  <a:pt x="1190625" y="476250"/>
                </a:moveTo>
                <a:lnTo>
                  <a:pt x="1390650" y="476250"/>
                </a:lnTo>
                <a:lnTo>
                  <a:pt x="1390650" y="485775"/>
                </a:lnTo>
                <a:lnTo>
                  <a:pt x="1190625" y="485775"/>
                </a:lnTo>
                <a:close/>
                <a:moveTo>
                  <a:pt x="1609725" y="476250"/>
                </a:moveTo>
                <a:lnTo>
                  <a:pt x="1752600" y="476250"/>
                </a:lnTo>
                <a:lnTo>
                  <a:pt x="1752600" y="485775"/>
                </a:lnTo>
                <a:lnTo>
                  <a:pt x="1609725" y="485775"/>
                </a:lnTo>
                <a:close/>
                <a:moveTo>
                  <a:pt x="1952625" y="476250"/>
                </a:moveTo>
                <a:lnTo>
                  <a:pt x="2095500" y="476250"/>
                </a:lnTo>
                <a:lnTo>
                  <a:pt x="2095500" y="485775"/>
                </a:lnTo>
                <a:lnTo>
                  <a:pt x="1952625" y="485775"/>
                </a:lnTo>
                <a:close/>
                <a:moveTo>
                  <a:pt x="2238375" y="476250"/>
                </a:moveTo>
                <a:lnTo>
                  <a:pt x="2466975" y="476250"/>
                </a:lnTo>
                <a:lnTo>
                  <a:pt x="2466975" y="485775"/>
                </a:lnTo>
                <a:lnTo>
                  <a:pt x="2238375" y="485775"/>
                </a:lnTo>
                <a:close/>
                <a:moveTo>
                  <a:pt x="76200" y="485775"/>
                </a:moveTo>
                <a:lnTo>
                  <a:pt x="238125" y="485775"/>
                </a:lnTo>
                <a:lnTo>
                  <a:pt x="238125" y="495300"/>
                </a:lnTo>
                <a:lnTo>
                  <a:pt x="76200" y="495300"/>
                </a:lnTo>
                <a:close/>
                <a:moveTo>
                  <a:pt x="285750" y="485775"/>
                </a:moveTo>
                <a:lnTo>
                  <a:pt x="390525" y="485775"/>
                </a:lnTo>
                <a:lnTo>
                  <a:pt x="390525" y="495300"/>
                </a:lnTo>
                <a:lnTo>
                  <a:pt x="285750" y="495300"/>
                </a:lnTo>
                <a:close/>
                <a:moveTo>
                  <a:pt x="438150" y="485775"/>
                </a:moveTo>
                <a:lnTo>
                  <a:pt x="590550" y="485775"/>
                </a:lnTo>
                <a:lnTo>
                  <a:pt x="590550" y="495300"/>
                </a:lnTo>
                <a:lnTo>
                  <a:pt x="438150" y="495300"/>
                </a:lnTo>
                <a:close/>
                <a:moveTo>
                  <a:pt x="923925" y="485775"/>
                </a:moveTo>
                <a:lnTo>
                  <a:pt x="1381125" y="485775"/>
                </a:lnTo>
                <a:lnTo>
                  <a:pt x="1381125" y="495300"/>
                </a:lnTo>
                <a:lnTo>
                  <a:pt x="923925" y="495300"/>
                </a:lnTo>
                <a:close/>
                <a:moveTo>
                  <a:pt x="1609725" y="485775"/>
                </a:moveTo>
                <a:lnTo>
                  <a:pt x="1752600" y="485775"/>
                </a:lnTo>
                <a:lnTo>
                  <a:pt x="1752600" y="495300"/>
                </a:lnTo>
                <a:lnTo>
                  <a:pt x="1609725" y="495300"/>
                </a:lnTo>
                <a:close/>
                <a:moveTo>
                  <a:pt x="1952625" y="485775"/>
                </a:moveTo>
                <a:lnTo>
                  <a:pt x="2095500" y="485775"/>
                </a:lnTo>
                <a:lnTo>
                  <a:pt x="2095500" y="495300"/>
                </a:lnTo>
                <a:lnTo>
                  <a:pt x="1952625" y="495300"/>
                </a:lnTo>
                <a:close/>
                <a:moveTo>
                  <a:pt x="2238375" y="485775"/>
                </a:moveTo>
                <a:lnTo>
                  <a:pt x="2466975" y="485775"/>
                </a:lnTo>
                <a:lnTo>
                  <a:pt x="2466975" y="495300"/>
                </a:lnTo>
                <a:lnTo>
                  <a:pt x="2238375" y="495300"/>
                </a:lnTo>
                <a:close/>
                <a:moveTo>
                  <a:pt x="76200" y="495300"/>
                </a:moveTo>
                <a:lnTo>
                  <a:pt x="219075" y="495300"/>
                </a:lnTo>
                <a:lnTo>
                  <a:pt x="219075" y="504825"/>
                </a:lnTo>
                <a:lnTo>
                  <a:pt x="76200" y="504825"/>
                </a:lnTo>
                <a:close/>
                <a:moveTo>
                  <a:pt x="285750" y="495300"/>
                </a:moveTo>
                <a:lnTo>
                  <a:pt x="390525" y="495300"/>
                </a:lnTo>
                <a:lnTo>
                  <a:pt x="390525" y="504825"/>
                </a:lnTo>
                <a:lnTo>
                  <a:pt x="285750" y="504825"/>
                </a:lnTo>
                <a:close/>
                <a:moveTo>
                  <a:pt x="447675" y="495300"/>
                </a:moveTo>
                <a:lnTo>
                  <a:pt x="600075" y="495300"/>
                </a:lnTo>
                <a:lnTo>
                  <a:pt x="600075" y="504825"/>
                </a:lnTo>
                <a:lnTo>
                  <a:pt x="447675" y="504825"/>
                </a:lnTo>
                <a:close/>
                <a:moveTo>
                  <a:pt x="933450" y="495300"/>
                </a:moveTo>
                <a:lnTo>
                  <a:pt x="1381125" y="495300"/>
                </a:lnTo>
                <a:lnTo>
                  <a:pt x="1381125" y="504825"/>
                </a:lnTo>
                <a:lnTo>
                  <a:pt x="933450" y="504825"/>
                </a:lnTo>
                <a:close/>
                <a:moveTo>
                  <a:pt x="1609725" y="495300"/>
                </a:moveTo>
                <a:lnTo>
                  <a:pt x="1752600" y="495300"/>
                </a:lnTo>
                <a:lnTo>
                  <a:pt x="1752600" y="504825"/>
                </a:lnTo>
                <a:lnTo>
                  <a:pt x="1609725" y="504825"/>
                </a:lnTo>
                <a:close/>
                <a:moveTo>
                  <a:pt x="1952625" y="495300"/>
                </a:moveTo>
                <a:lnTo>
                  <a:pt x="2095500" y="495300"/>
                </a:lnTo>
                <a:lnTo>
                  <a:pt x="2095500" y="504825"/>
                </a:lnTo>
                <a:lnTo>
                  <a:pt x="1952625" y="504825"/>
                </a:lnTo>
                <a:close/>
                <a:moveTo>
                  <a:pt x="2247900" y="495300"/>
                </a:moveTo>
                <a:lnTo>
                  <a:pt x="2466975" y="495300"/>
                </a:lnTo>
                <a:lnTo>
                  <a:pt x="2466975" y="504825"/>
                </a:lnTo>
                <a:lnTo>
                  <a:pt x="2247900" y="504825"/>
                </a:lnTo>
                <a:close/>
                <a:moveTo>
                  <a:pt x="66675" y="504825"/>
                </a:moveTo>
                <a:lnTo>
                  <a:pt x="209550" y="504825"/>
                </a:lnTo>
                <a:lnTo>
                  <a:pt x="209550" y="514350"/>
                </a:lnTo>
                <a:lnTo>
                  <a:pt x="66675" y="514350"/>
                </a:lnTo>
                <a:close/>
                <a:moveTo>
                  <a:pt x="285750" y="504825"/>
                </a:moveTo>
                <a:lnTo>
                  <a:pt x="390525" y="504825"/>
                </a:lnTo>
                <a:lnTo>
                  <a:pt x="390525" y="514350"/>
                </a:lnTo>
                <a:lnTo>
                  <a:pt x="285750" y="514350"/>
                </a:lnTo>
                <a:close/>
                <a:moveTo>
                  <a:pt x="466725" y="504825"/>
                </a:moveTo>
                <a:lnTo>
                  <a:pt x="600075" y="504825"/>
                </a:lnTo>
                <a:lnTo>
                  <a:pt x="600075" y="514350"/>
                </a:lnTo>
                <a:lnTo>
                  <a:pt x="466725" y="514350"/>
                </a:lnTo>
                <a:close/>
                <a:moveTo>
                  <a:pt x="933450" y="504825"/>
                </a:moveTo>
                <a:lnTo>
                  <a:pt x="1371600" y="504825"/>
                </a:lnTo>
                <a:lnTo>
                  <a:pt x="1371600" y="514350"/>
                </a:lnTo>
                <a:lnTo>
                  <a:pt x="933450" y="514350"/>
                </a:lnTo>
                <a:close/>
                <a:moveTo>
                  <a:pt x="1609725" y="504825"/>
                </a:moveTo>
                <a:lnTo>
                  <a:pt x="1752600" y="504825"/>
                </a:lnTo>
                <a:lnTo>
                  <a:pt x="1752600" y="514350"/>
                </a:lnTo>
                <a:lnTo>
                  <a:pt x="1609725" y="514350"/>
                </a:lnTo>
                <a:close/>
                <a:moveTo>
                  <a:pt x="1952625" y="504825"/>
                </a:moveTo>
                <a:lnTo>
                  <a:pt x="2095500" y="504825"/>
                </a:lnTo>
                <a:lnTo>
                  <a:pt x="2095500" y="514350"/>
                </a:lnTo>
                <a:lnTo>
                  <a:pt x="1952625" y="514350"/>
                </a:lnTo>
                <a:close/>
                <a:moveTo>
                  <a:pt x="2257425" y="504825"/>
                </a:moveTo>
                <a:lnTo>
                  <a:pt x="2466975" y="504825"/>
                </a:lnTo>
                <a:lnTo>
                  <a:pt x="2466975" y="514350"/>
                </a:lnTo>
                <a:lnTo>
                  <a:pt x="2257425" y="514350"/>
                </a:lnTo>
                <a:close/>
                <a:moveTo>
                  <a:pt x="66675" y="514350"/>
                </a:moveTo>
                <a:lnTo>
                  <a:pt x="190500" y="514350"/>
                </a:lnTo>
                <a:lnTo>
                  <a:pt x="190500" y="523875"/>
                </a:lnTo>
                <a:lnTo>
                  <a:pt x="66675" y="523875"/>
                </a:lnTo>
                <a:close/>
                <a:moveTo>
                  <a:pt x="285750" y="514350"/>
                </a:moveTo>
                <a:lnTo>
                  <a:pt x="390525" y="514350"/>
                </a:lnTo>
                <a:lnTo>
                  <a:pt x="390525" y="523875"/>
                </a:lnTo>
                <a:lnTo>
                  <a:pt x="285750" y="523875"/>
                </a:lnTo>
                <a:close/>
                <a:moveTo>
                  <a:pt x="476250" y="514350"/>
                </a:moveTo>
                <a:lnTo>
                  <a:pt x="609600" y="514350"/>
                </a:lnTo>
                <a:lnTo>
                  <a:pt x="609600" y="523875"/>
                </a:lnTo>
                <a:lnTo>
                  <a:pt x="476250" y="523875"/>
                </a:lnTo>
                <a:close/>
                <a:moveTo>
                  <a:pt x="942975" y="514350"/>
                </a:moveTo>
                <a:lnTo>
                  <a:pt x="1371600" y="514350"/>
                </a:lnTo>
                <a:lnTo>
                  <a:pt x="1371600" y="523875"/>
                </a:lnTo>
                <a:lnTo>
                  <a:pt x="942975" y="523875"/>
                </a:lnTo>
                <a:close/>
                <a:moveTo>
                  <a:pt x="1609725" y="514350"/>
                </a:moveTo>
                <a:lnTo>
                  <a:pt x="1752600" y="514350"/>
                </a:lnTo>
                <a:lnTo>
                  <a:pt x="1752600" y="523875"/>
                </a:lnTo>
                <a:lnTo>
                  <a:pt x="1609725" y="523875"/>
                </a:lnTo>
                <a:close/>
                <a:moveTo>
                  <a:pt x="1952625" y="514350"/>
                </a:moveTo>
                <a:lnTo>
                  <a:pt x="2095500" y="514350"/>
                </a:lnTo>
                <a:lnTo>
                  <a:pt x="2095500" y="523875"/>
                </a:lnTo>
                <a:lnTo>
                  <a:pt x="1952625" y="523875"/>
                </a:lnTo>
                <a:close/>
                <a:moveTo>
                  <a:pt x="2257425" y="514350"/>
                </a:moveTo>
                <a:lnTo>
                  <a:pt x="2466975" y="514350"/>
                </a:lnTo>
                <a:lnTo>
                  <a:pt x="2466975" y="523875"/>
                </a:lnTo>
                <a:lnTo>
                  <a:pt x="2257425" y="523875"/>
                </a:lnTo>
                <a:close/>
                <a:moveTo>
                  <a:pt x="57150" y="523875"/>
                </a:moveTo>
                <a:lnTo>
                  <a:pt x="180975" y="523875"/>
                </a:lnTo>
                <a:lnTo>
                  <a:pt x="180975" y="533400"/>
                </a:lnTo>
                <a:lnTo>
                  <a:pt x="57150" y="533400"/>
                </a:lnTo>
                <a:close/>
                <a:moveTo>
                  <a:pt x="285750" y="523875"/>
                </a:moveTo>
                <a:lnTo>
                  <a:pt x="390525" y="523875"/>
                </a:lnTo>
                <a:lnTo>
                  <a:pt x="390525" y="533400"/>
                </a:lnTo>
                <a:lnTo>
                  <a:pt x="285750" y="533400"/>
                </a:lnTo>
                <a:close/>
                <a:moveTo>
                  <a:pt x="485775" y="523875"/>
                </a:moveTo>
                <a:lnTo>
                  <a:pt x="609600" y="523875"/>
                </a:lnTo>
                <a:lnTo>
                  <a:pt x="609600" y="533400"/>
                </a:lnTo>
                <a:lnTo>
                  <a:pt x="485775" y="533400"/>
                </a:lnTo>
                <a:close/>
                <a:moveTo>
                  <a:pt x="952500" y="523875"/>
                </a:moveTo>
                <a:lnTo>
                  <a:pt x="1362075" y="523875"/>
                </a:lnTo>
                <a:lnTo>
                  <a:pt x="1362075" y="533400"/>
                </a:lnTo>
                <a:lnTo>
                  <a:pt x="952500" y="533400"/>
                </a:lnTo>
                <a:close/>
                <a:moveTo>
                  <a:pt x="1609725" y="523875"/>
                </a:moveTo>
                <a:lnTo>
                  <a:pt x="1752600" y="523875"/>
                </a:lnTo>
                <a:lnTo>
                  <a:pt x="1752600" y="533400"/>
                </a:lnTo>
                <a:lnTo>
                  <a:pt x="1609725" y="533400"/>
                </a:lnTo>
                <a:close/>
                <a:moveTo>
                  <a:pt x="1952625" y="523875"/>
                </a:moveTo>
                <a:lnTo>
                  <a:pt x="2095500" y="523875"/>
                </a:lnTo>
                <a:lnTo>
                  <a:pt x="2095500" y="533400"/>
                </a:lnTo>
                <a:lnTo>
                  <a:pt x="1952625" y="533400"/>
                </a:lnTo>
                <a:close/>
                <a:moveTo>
                  <a:pt x="2266950" y="523875"/>
                </a:moveTo>
                <a:lnTo>
                  <a:pt x="2466975" y="523875"/>
                </a:lnTo>
                <a:lnTo>
                  <a:pt x="2466975" y="533400"/>
                </a:lnTo>
                <a:lnTo>
                  <a:pt x="2266950" y="533400"/>
                </a:lnTo>
                <a:close/>
                <a:moveTo>
                  <a:pt x="57150" y="533400"/>
                </a:moveTo>
                <a:lnTo>
                  <a:pt x="171450" y="533400"/>
                </a:lnTo>
                <a:lnTo>
                  <a:pt x="171450" y="542925"/>
                </a:lnTo>
                <a:lnTo>
                  <a:pt x="57150" y="542925"/>
                </a:lnTo>
                <a:close/>
                <a:moveTo>
                  <a:pt x="285750" y="533400"/>
                </a:moveTo>
                <a:lnTo>
                  <a:pt x="390525" y="533400"/>
                </a:lnTo>
                <a:lnTo>
                  <a:pt x="390525" y="542925"/>
                </a:lnTo>
                <a:lnTo>
                  <a:pt x="285750" y="542925"/>
                </a:lnTo>
                <a:close/>
                <a:moveTo>
                  <a:pt x="495300" y="533400"/>
                </a:moveTo>
                <a:lnTo>
                  <a:pt x="619125" y="533400"/>
                </a:lnTo>
                <a:lnTo>
                  <a:pt x="619125" y="542925"/>
                </a:lnTo>
                <a:lnTo>
                  <a:pt x="495300" y="542925"/>
                </a:lnTo>
                <a:close/>
                <a:moveTo>
                  <a:pt x="962025" y="533400"/>
                </a:moveTo>
                <a:lnTo>
                  <a:pt x="1352550" y="533400"/>
                </a:lnTo>
                <a:lnTo>
                  <a:pt x="1352550" y="542925"/>
                </a:lnTo>
                <a:lnTo>
                  <a:pt x="962025" y="542925"/>
                </a:lnTo>
                <a:close/>
                <a:moveTo>
                  <a:pt x="1609725" y="533400"/>
                </a:moveTo>
                <a:lnTo>
                  <a:pt x="1752600" y="533400"/>
                </a:lnTo>
                <a:lnTo>
                  <a:pt x="1752600" y="542925"/>
                </a:lnTo>
                <a:lnTo>
                  <a:pt x="1609725" y="542925"/>
                </a:lnTo>
                <a:close/>
                <a:moveTo>
                  <a:pt x="1952625" y="533400"/>
                </a:moveTo>
                <a:lnTo>
                  <a:pt x="2095500" y="533400"/>
                </a:lnTo>
                <a:lnTo>
                  <a:pt x="2095500" y="542925"/>
                </a:lnTo>
                <a:lnTo>
                  <a:pt x="1952625" y="542925"/>
                </a:lnTo>
                <a:close/>
                <a:moveTo>
                  <a:pt x="2276475" y="533400"/>
                </a:moveTo>
                <a:lnTo>
                  <a:pt x="2466975" y="533400"/>
                </a:lnTo>
                <a:lnTo>
                  <a:pt x="2466975" y="542925"/>
                </a:lnTo>
                <a:lnTo>
                  <a:pt x="2276475" y="542925"/>
                </a:lnTo>
                <a:close/>
                <a:moveTo>
                  <a:pt x="47625" y="542925"/>
                </a:moveTo>
                <a:lnTo>
                  <a:pt x="171450" y="542925"/>
                </a:lnTo>
                <a:lnTo>
                  <a:pt x="171450" y="552450"/>
                </a:lnTo>
                <a:lnTo>
                  <a:pt x="47625" y="552450"/>
                </a:lnTo>
                <a:close/>
                <a:moveTo>
                  <a:pt x="285750" y="542925"/>
                </a:moveTo>
                <a:lnTo>
                  <a:pt x="390525" y="542925"/>
                </a:lnTo>
                <a:lnTo>
                  <a:pt x="390525" y="552450"/>
                </a:lnTo>
                <a:lnTo>
                  <a:pt x="285750" y="552450"/>
                </a:lnTo>
                <a:close/>
                <a:moveTo>
                  <a:pt x="495300" y="542925"/>
                </a:moveTo>
                <a:lnTo>
                  <a:pt x="619125" y="542925"/>
                </a:lnTo>
                <a:lnTo>
                  <a:pt x="619125" y="552450"/>
                </a:lnTo>
                <a:lnTo>
                  <a:pt x="495300" y="552450"/>
                </a:lnTo>
                <a:close/>
                <a:moveTo>
                  <a:pt x="962025" y="542925"/>
                </a:moveTo>
                <a:lnTo>
                  <a:pt x="1343025" y="542925"/>
                </a:lnTo>
                <a:lnTo>
                  <a:pt x="1343025" y="552450"/>
                </a:lnTo>
                <a:lnTo>
                  <a:pt x="962025" y="552450"/>
                </a:lnTo>
                <a:close/>
                <a:moveTo>
                  <a:pt x="1609725" y="542925"/>
                </a:moveTo>
                <a:lnTo>
                  <a:pt x="1752600" y="542925"/>
                </a:lnTo>
                <a:lnTo>
                  <a:pt x="1752600" y="552450"/>
                </a:lnTo>
                <a:lnTo>
                  <a:pt x="1609725" y="552450"/>
                </a:lnTo>
                <a:close/>
                <a:moveTo>
                  <a:pt x="1952625" y="542925"/>
                </a:moveTo>
                <a:lnTo>
                  <a:pt x="2095500" y="542925"/>
                </a:lnTo>
                <a:lnTo>
                  <a:pt x="2095500" y="552450"/>
                </a:lnTo>
                <a:lnTo>
                  <a:pt x="1952625" y="552450"/>
                </a:lnTo>
                <a:close/>
                <a:moveTo>
                  <a:pt x="2276475" y="542925"/>
                </a:moveTo>
                <a:lnTo>
                  <a:pt x="2466975" y="542925"/>
                </a:lnTo>
                <a:lnTo>
                  <a:pt x="2466975" y="552450"/>
                </a:lnTo>
                <a:lnTo>
                  <a:pt x="2276475" y="552450"/>
                </a:lnTo>
                <a:close/>
                <a:moveTo>
                  <a:pt x="47625" y="552450"/>
                </a:moveTo>
                <a:lnTo>
                  <a:pt x="161925" y="552450"/>
                </a:lnTo>
                <a:lnTo>
                  <a:pt x="161925" y="561975"/>
                </a:lnTo>
                <a:lnTo>
                  <a:pt x="47625" y="561975"/>
                </a:lnTo>
                <a:close/>
                <a:moveTo>
                  <a:pt x="285750" y="552450"/>
                </a:moveTo>
                <a:lnTo>
                  <a:pt x="390525" y="552450"/>
                </a:lnTo>
                <a:lnTo>
                  <a:pt x="390525" y="561975"/>
                </a:lnTo>
                <a:lnTo>
                  <a:pt x="285750" y="561975"/>
                </a:lnTo>
                <a:close/>
                <a:moveTo>
                  <a:pt x="504825" y="552450"/>
                </a:moveTo>
                <a:lnTo>
                  <a:pt x="619125" y="552450"/>
                </a:lnTo>
                <a:lnTo>
                  <a:pt x="619125" y="561975"/>
                </a:lnTo>
                <a:lnTo>
                  <a:pt x="504825" y="561975"/>
                </a:lnTo>
                <a:close/>
                <a:moveTo>
                  <a:pt x="981075" y="552450"/>
                </a:moveTo>
                <a:lnTo>
                  <a:pt x="1333500" y="552450"/>
                </a:lnTo>
                <a:lnTo>
                  <a:pt x="1333500" y="561975"/>
                </a:lnTo>
                <a:lnTo>
                  <a:pt x="981075" y="561975"/>
                </a:lnTo>
                <a:close/>
                <a:moveTo>
                  <a:pt x="1609725" y="552450"/>
                </a:moveTo>
                <a:lnTo>
                  <a:pt x="1752600" y="552450"/>
                </a:lnTo>
                <a:lnTo>
                  <a:pt x="1752600" y="561975"/>
                </a:lnTo>
                <a:lnTo>
                  <a:pt x="1609725" y="561975"/>
                </a:lnTo>
                <a:close/>
                <a:moveTo>
                  <a:pt x="1952625" y="552450"/>
                </a:moveTo>
                <a:lnTo>
                  <a:pt x="2095500" y="552450"/>
                </a:lnTo>
                <a:lnTo>
                  <a:pt x="2095500" y="561975"/>
                </a:lnTo>
                <a:lnTo>
                  <a:pt x="1952625" y="561975"/>
                </a:lnTo>
                <a:close/>
                <a:moveTo>
                  <a:pt x="2286000" y="552450"/>
                </a:moveTo>
                <a:lnTo>
                  <a:pt x="2466975" y="552450"/>
                </a:lnTo>
                <a:lnTo>
                  <a:pt x="2466975" y="561975"/>
                </a:lnTo>
                <a:lnTo>
                  <a:pt x="2286000" y="561975"/>
                </a:lnTo>
                <a:close/>
                <a:moveTo>
                  <a:pt x="38100" y="561975"/>
                </a:moveTo>
                <a:lnTo>
                  <a:pt x="161925" y="561975"/>
                </a:lnTo>
                <a:lnTo>
                  <a:pt x="161925" y="571500"/>
                </a:lnTo>
                <a:lnTo>
                  <a:pt x="38100" y="571500"/>
                </a:lnTo>
                <a:close/>
                <a:moveTo>
                  <a:pt x="285750" y="561975"/>
                </a:moveTo>
                <a:lnTo>
                  <a:pt x="390525" y="561975"/>
                </a:lnTo>
                <a:lnTo>
                  <a:pt x="390525" y="571500"/>
                </a:lnTo>
                <a:lnTo>
                  <a:pt x="285750" y="571500"/>
                </a:lnTo>
                <a:close/>
                <a:moveTo>
                  <a:pt x="514350" y="561975"/>
                </a:moveTo>
                <a:lnTo>
                  <a:pt x="628650" y="561975"/>
                </a:lnTo>
                <a:lnTo>
                  <a:pt x="628650" y="571500"/>
                </a:lnTo>
                <a:lnTo>
                  <a:pt x="514350" y="571500"/>
                </a:lnTo>
                <a:close/>
                <a:moveTo>
                  <a:pt x="990600" y="561975"/>
                </a:moveTo>
                <a:lnTo>
                  <a:pt x="1323975" y="561975"/>
                </a:lnTo>
                <a:lnTo>
                  <a:pt x="1323975" y="571500"/>
                </a:lnTo>
                <a:lnTo>
                  <a:pt x="990600" y="571500"/>
                </a:lnTo>
                <a:close/>
                <a:moveTo>
                  <a:pt x="1609725" y="561975"/>
                </a:moveTo>
                <a:lnTo>
                  <a:pt x="1752600" y="561975"/>
                </a:lnTo>
                <a:lnTo>
                  <a:pt x="1752600" y="571500"/>
                </a:lnTo>
                <a:lnTo>
                  <a:pt x="1609725" y="571500"/>
                </a:lnTo>
                <a:close/>
                <a:moveTo>
                  <a:pt x="1952625" y="561975"/>
                </a:moveTo>
                <a:lnTo>
                  <a:pt x="2095500" y="561975"/>
                </a:lnTo>
                <a:lnTo>
                  <a:pt x="2095500" y="571500"/>
                </a:lnTo>
                <a:lnTo>
                  <a:pt x="1952625" y="571500"/>
                </a:lnTo>
                <a:close/>
                <a:moveTo>
                  <a:pt x="2286000" y="561975"/>
                </a:moveTo>
                <a:lnTo>
                  <a:pt x="2466975" y="561975"/>
                </a:lnTo>
                <a:lnTo>
                  <a:pt x="2466975" y="571500"/>
                </a:lnTo>
                <a:lnTo>
                  <a:pt x="2286000" y="571500"/>
                </a:lnTo>
                <a:close/>
                <a:moveTo>
                  <a:pt x="38100" y="571500"/>
                </a:moveTo>
                <a:lnTo>
                  <a:pt x="152400" y="571500"/>
                </a:lnTo>
                <a:lnTo>
                  <a:pt x="152400" y="581025"/>
                </a:lnTo>
                <a:lnTo>
                  <a:pt x="38100" y="581025"/>
                </a:lnTo>
                <a:close/>
                <a:moveTo>
                  <a:pt x="285750" y="571500"/>
                </a:moveTo>
                <a:lnTo>
                  <a:pt x="390525" y="571500"/>
                </a:lnTo>
                <a:lnTo>
                  <a:pt x="390525" y="581025"/>
                </a:lnTo>
                <a:lnTo>
                  <a:pt x="285750" y="581025"/>
                </a:lnTo>
                <a:close/>
                <a:moveTo>
                  <a:pt x="514350" y="571500"/>
                </a:moveTo>
                <a:lnTo>
                  <a:pt x="628650" y="571500"/>
                </a:lnTo>
                <a:lnTo>
                  <a:pt x="628650" y="581025"/>
                </a:lnTo>
                <a:lnTo>
                  <a:pt x="514350" y="581025"/>
                </a:lnTo>
                <a:close/>
                <a:moveTo>
                  <a:pt x="100012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000125" y="581025"/>
                </a:lnTo>
                <a:close/>
                <a:moveTo>
                  <a:pt x="1609725" y="571500"/>
                </a:moveTo>
                <a:lnTo>
                  <a:pt x="1752600" y="571500"/>
                </a:lnTo>
                <a:lnTo>
                  <a:pt x="1752600" y="581025"/>
                </a:lnTo>
                <a:lnTo>
                  <a:pt x="1609725" y="581025"/>
                </a:lnTo>
                <a:close/>
                <a:moveTo>
                  <a:pt x="1952625" y="571500"/>
                </a:moveTo>
                <a:lnTo>
                  <a:pt x="2095500" y="571500"/>
                </a:lnTo>
                <a:lnTo>
                  <a:pt x="2095500" y="581025"/>
                </a:lnTo>
                <a:lnTo>
                  <a:pt x="1952625" y="581025"/>
                </a:lnTo>
                <a:close/>
                <a:moveTo>
                  <a:pt x="2295525" y="571500"/>
                </a:moveTo>
                <a:lnTo>
                  <a:pt x="2466975" y="571500"/>
                </a:lnTo>
                <a:lnTo>
                  <a:pt x="2466975" y="581025"/>
                </a:lnTo>
                <a:lnTo>
                  <a:pt x="2295525" y="581025"/>
                </a:lnTo>
                <a:close/>
                <a:moveTo>
                  <a:pt x="38100" y="581025"/>
                </a:moveTo>
                <a:lnTo>
                  <a:pt x="152400" y="581025"/>
                </a:lnTo>
                <a:lnTo>
                  <a:pt x="152400" y="590550"/>
                </a:lnTo>
                <a:lnTo>
                  <a:pt x="38100" y="590550"/>
                </a:lnTo>
                <a:close/>
                <a:moveTo>
                  <a:pt x="285750" y="581025"/>
                </a:moveTo>
                <a:lnTo>
                  <a:pt x="390525" y="581025"/>
                </a:lnTo>
                <a:lnTo>
                  <a:pt x="390525" y="590550"/>
                </a:lnTo>
                <a:lnTo>
                  <a:pt x="285750" y="590550"/>
                </a:lnTo>
                <a:close/>
                <a:moveTo>
                  <a:pt x="514350" y="581025"/>
                </a:moveTo>
                <a:lnTo>
                  <a:pt x="628650" y="581025"/>
                </a:lnTo>
                <a:lnTo>
                  <a:pt x="628650" y="590550"/>
                </a:lnTo>
                <a:lnTo>
                  <a:pt x="514350" y="590550"/>
                </a:lnTo>
                <a:close/>
                <a:moveTo>
                  <a:pt x="1019175" y="581025"/>
                </a:moveTo>
                <a:lnTo>
                  <a:pt x="1295400" y="581025"/>
                </a:lnTo>
                <a:lnTo>
                  <a:pt x="1295400" y="590550"/>
                </a:lnTo>
                <a:lnTo>
                  <a:pt x="1019175" y="590550"/>
                </a:lnTo>
                <a:close/>
                <a:moveTo>
                  <a:pt x="1609725" y="581025"/>
                </a:moveTo>
                <a:lnTo>
                  <a:pt x="1752600" y="581025"/>
                </a:lnTo>
                <a:lnTo>
                  <a:pt x="1752600" y="590550"/>
                </a:lnTo>
                <a:lnTo>
                  <a:pt x="1609725" y="590550"/>
                </a:lnTo>
                <a:close/>
                <a:moveTo>
                  <a:pt x="1952625" y="581025"/>
                </a:moveTo>
                <a:lnTo>
                  <a:pt x="2095500" y="581025"/>
                </a:lnTo>
                <a:lnTo>
                  <a:pt x="2095500" y="590550"/>
                </a:lnTo>
                <a:lnTo>
                  <a:pt x="1952625" y="590550"/>
                </a:lnTo>
                <a:close/>
                <a:moveTo>
                  <a:pt x="2305050" y="581025"/>
                </a:moveTo>
                <a:lnTo>
                  <a:pt x="2466975" y="581025"/>
                </a:lnTo>
                <a:lnTo>
                  <a:pt x="2466975" y="590550"/>
                </a:lnTo>
                <a:lnTo>
                  <a:pt x="2305050" y="590550"/>
                </a:lnTo>
                <a:close/>
                <a:moveTo>
                  <a:pt x="38100" y="590550"/>
                </a:moveTo>
                <a:lnTo>
                  <a:pt x="142875" y="590550"/>
                </a:lnTo>
                <a:lnTo>
                  <a:pt x="142875" y="600075"/>
                </a:lnTo>
                <a:lnTo>
                  <a:pt x="38100" y="600075"/>
                </a:lnTo>
                <a:close/>
                <a:moveTo>
                  <a:pt x="285750" y="590550"/>
                </a:moveTo>
                <a:lnTo>
                  <a:pt x="390525" y="590550"/>
                </a:lnTo>
                <a:lnTo>
                  <a:pt x="390525" y="600075"/>
                </a:lnTo>
                <a:lnTo>
                  <a:pt x="285750" y="600075"/>
                </a:lnTo>
                <a:close/>
                <a:moveTo>
                  <a:pt x="523875" y="590550"/>
                </a:moveTo>
                <a:lnTo>
                  <a:pt x="628650" y="590550"/>
                </a:lnTo>
                <a:lnTo>
                  <a:pt x="628650" y="600075"/>
                </a:lnTo>
                <a:lnTo>
                  <a:pt x="523875" y="600075"/>
                </a:lnTo>
                <a:close/>
                <a:moveTo>
                  <a:pt x="1038225" y="590550"/>
                </a:moveTo>
                <a:lnTo>
                  <a:pt x="1276350" y="590550"/>
                </a:lnTo>
                <a:lnTo>
                  <a:pt x="1276350" y="600075"/>
                </a:lnTo>
                <a:lnTo>
                  <a:pt x="1038225" y="600075"/>
                </a:lnTo>
                <a:close/>
                <a:moveTo>
                  <a:pt x="1609725" y="590550"/>
                </a:moveTo>
                <a:lnTo>
                  <a:pt x="1752600" y="590550"/>
                </a:lnTo>
                <a:lnTo>
                  <a:pt x="1752600" y="600075"/>
                </a:lnTo>
                <a:lnTo>
                  <a:pt x="1609725" y="600075"/>
                </a:lnTo>
                <a:close/>
                <a:moveTo>
                  <a:pt x="1952625" y="590550"/>
                </a:moveTo>
                <a:lnTo>
                  <a:pt x="2095500" y="590550"/>
                </a:lnTo>
                <a:lnTo>
                  <a:pt x="2095500" y="600075"/>
                </a:lnTo>
                <a:lnTo>
                  <a:pt x="1952625" y="600075"/>
                </a:lnTo>
                <a:close/>
                <a:moveTo>
                  <a:pt x="2305050" y="590550"/>
                </a:moveTo>
                <a:lnTo>
                  <a:pt x="2466975" y="590550"/>
                </a:lnTo>
                <a:lnTo>
                  <a:pt x="2466975" y="600075"/>
                </a:lnTo>
                <a:lnTo>
                  <a:pt x="2305050" y="600075"/>
                </a:lnTo>
                <a:close/>
                <a:moveTo>
                  <a:pt x="38100" y="600075"/>
                </a:moveTo>
                <a:lnTo>
                  <a:pt x="142875" y="600075"/>
                </a:lnTo>
                <a:lnTo>
                  <a:pt x="142875" y="609600"/>
                </a:lnTo>
                <a:lnTo>
                  <a:pt x="38100" y="609600"/>
                </a:lnTo>
                <a:close/>
                <a:moveTo>
                  <a:pt x="285750" y="600075"/>
                </a:moveTo>
                <a:lnTo>
                  <a:pt x="390525" y="600075"/>
                </a:lnTo>
                <a:lnTo>
                  <a:pt x="390525" y="609600"/>
                </a:lnTo>
                <a:lnTo>
                  <a:pt x="285750" y="609600"/>
                </a:lnTo>
                <a:close/>
                <a:moveTo>
                  <a:pt x="523875" y="600075"/>
                </a:moveTo>
                <a:lnTo>
                  <a:pt x="638175" y="600075"/>
                </a:lnTo>
                <a:lnTo>
                  <a:pt x="638175" y="609600"/>
                </a:lnTo>
                <a:lnTo>
                  <a:pt x="523875" y="609600"/>
                </a:lnTo>
                <a:close/>
                <a:moveTo>
                  <a:pt x="1066800" y="600075"/>
                </a:moveTo>
                <a:lnTo>
                  <a:pt x="1247775" y="600075"/>
                </a:lnTo>
                <a:lnTo>
                  <a:pt x="1247775" y="609600"/>
                </a:lnTo>
                <a:lnTo>
                  <a:pt x="1066800" y="609600"/>
                </a:lnTo>
                <a:close/>
                <a:moveTo>
                  <a:pt x="1609725" y="600075"/>
                </a:moveTo>
                <a:lnTo>
                  <a:pt x="1743075" y="600075"/>
                </a:lnTo>
                <a:lnTo>
                  <a:pt x="1743075" y="609600"/>
                </a:lnTo>
                <a:lnTo>
                  <a:pt x="1609725" y="609600"/>
                </a:lnTo>
                <a:close/>
                <a:moveTo>
                  <a:pt x="1952625" y="600075"/>
                </a:moveTo>
                <a:lnTo>
                  <a:pt x="2095500" y="600075"/>
                </a:lnTo>
                <a:lnTo>
                  <a:pt x="2095500" y="609600"/>
                </a:lnTo>
                <a:lnTo>
                  <a:pt x="1952625" y="609600"/>
                </a:lnTo>
                <a:close/>
                <a:moveTo>
                  <a:pt x="2314575" y="600075"/>
                </a:moveTo>
                <a:lnTo>
                  <a:pt x="2466975" y="600075"/>
                </a:lnTo>
                <a:lnTo>
                  <a:pt x="2466975" y="609600"/>
                </a:lnTo>
                <a:lnTo>
                  <a:pt x="2314575" y="609600"/>
                </a:lnTo>
                <a:close/>
                <a:moveTo>
                  <a:pt x="28575" y="609600"/>
                </a:moveTo>
                <a:lnTo>
                  <a:pt x="142875" y="609600"/>
                </a:lnTo>
                <a:lnTo>
                  <a:pt x="142875" y="619125"/>
                </a:lnTo>
                <a:lnTo>
                  <a:pt x="28575" y="619125"/>
                </a:lnTo>
                <a:close/>
                <a:moveTo>
                  <a:pt x="285750" y="609600"/>
                </a:moveTo>
                <a:lnTo>
                  <a:pt x="390525" y="609600"/>
                </a:lnTo>
                <a:lnTo>
                  <a:pt x="390525" y="619125"/>
                </a:lnTo>
                <a:lnTo>
                  <a:pt x="285750" y="619125"/>
                </a:lnTo>
                <a:close/>
                <a:moveTo>
                  <a:pt x="523875" y="609600"/>
                </a:moveTo>
                <a:lnTo>
                  <a:pt x="638175" y="609600"/>
                </a:lnTo>
                <a:lnTo>
                  <a:pt x="638175" y="619125"/>
                </a:lnTo>
                <a:lnTo>
                  <a:pt x="523875" y="619125"/>
                </a:lnTo>
                <a:close/>
                <a:moveTo>
                  <a:pt x="1104900" y="609600"/>
                </a:moveTo>
                <a:lnTo>
                  <a:pt x="1209675" y="609600"/>
                </a:lnTo>
                <a:lnTo>
                  <a:pt x="1209675" y="619125"/>
                </a:lnTo>
                <a:lnTo>
                  <a:pt x="1104900" y="619125"/>
                </a:lnTo>
                <a:close/>
                <a:moveTo>
                  <a:pt x="38100" y="619125"/>
                </a:moveTo>
                <a:lnTo>
                  <a:pt x="142875" y="619125"/>
                </a:lnTo>
                <a:lnTo>
                  <a:pt x="142875" y="628650"/>
                </a:lnTo>
                <a:lnTo>
                  <a:pt x="38100" y="628650"/>
                </a:lnTo>
                <a:close/>
                <a:moveTo>
                  <a:pt x="285750" y="619125"/>
                </a:moveTo>
                <a:lnTo>
                  <a:pt x="390525" y="619125"/>
                </a:lnTo>
                <a:lnTo>
                  <a:pt x="390525" y="628650"/>
                </a:lnTo>
                <a:lnTo>
                  <a:pt x="285750" y="628650"/>
                </a:lnTo>
                <a:close/>
                <a:moveTo>
                  <a:pt x="533400" y="619125"/>
                </a:moveTo>
                <a:lnTo>
                  <a:pt x="628650" y="619125"/>
                </a:lnTo>
                <a:lnTo>
                  <a:pt x="628650" y="628650"/>
                </a:lnTo>
                <a:lnTo>
                  <a:pt x="533400" y="628650"/>
                </a:lnTo>
                <a:close/>
              </a:path>
            </a:pathLst>
          </a:custGeom>
          <a:solidFill xmlns:a="http://schemas.openxmlformats.org/drawingml/2006/main">
            <a:srgbClr val="061A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5C3BA-9B70-40C5-9928-4A5C71E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05790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7A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50CC4-4654-4762-9602-2E8AA27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076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B91"/>
                </a:solidFill>
              </a:defRPr>
            </a:defPPr>
            <a:lvl1pPr>
              <a:defRPr sz="1425" b="0">
                <a:solidFill>
                  <a:srgbClr val="536B91"/>
                </a:solidFill>
              </a:defRPr>
            </a:lvl1pPr>
            <a:lvl2pPr>
              <a:defRPr sz="1425" b="0">
                <a:solidFill>
                  <a:srgbClr val="536B91"/>
                </a:solidFill>
              </a:defRPr>
            </a:lvl2pPr>
            <a:lvl3pPr>
              <a:defRPr sz="1425" b="0">
                <a:solidFill>
                  <a:srgbClr val="536B91"/>
                </a:solidFill>
              </a:defRPr>
            </a:lvl3pPr>
            <a:lvl4pPr>
              <a:defRPr sz="1425" b="0">
                <a:solidFill>
                  <a:srgbClr val="536B91"/>
                </a:solidFill>
              </a:defRPr>
            </a:lvl4pPr>
            <a:lvl5pPr>
              <a:defRPr sz="1425" b="0">
                <a:solidFill>
                  <a:srgbClr val="536B91"/>
                </a:solidFill>
              </a:defRPr>
            </a:lvl5pPr>
            <a:lvl6pPr>
              <a:defRPr sz="1425" b="0">
                <a:solidFill>
                  <a:srgbClr val="536B91"/>
                </a:solidFill>
              </a:defRPr>
            </a:lvl6pPr>
            <a:lvl7pPr>
              <a:defRPr sz="1425" b="0">
                <a:solidFill>
                  <a:srgbClr val="536B91"/>
                </a:solidFill>
              </a:defRPr>
            </a:lvl7pPr>
            <a:lvl8pPr>
              <a:defRPr sz="1425" b="0">
                <a:solidFill>
                  <a:srgbClr val="536B91"/>
                </a:solidFill>
              </a:defRPr>
            </a:lvl8pPr>
            <a:lvl9pPr>
              <a:defRPr sz="142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TECNICATURA UNIVERSITARIA</a:t>
            </a:r>
          </a:p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EN PROGRAMACIÓN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758AA-C5FA-4BF1-B515-E5BD6D6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162675"/>
            <a:ext cx="31623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5E7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186CA8-8C93-429E-8195-7D16F79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579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860FF"/>
                </a:solidFill>
              </a:defRPr>
            </a:defPPr>
            <a:lvl1pPr>
              <a:defRPr sz="1275" b="0">
                <a:solidFill>
                  <a:srgbClr val="0860FF"/>
                </a:solidFill>
              </a:defRPr>
            </a:lvl1pPr>
            <a:lvl2pPr>
              <a:defRPr sz="1275" b="0">
                <a:solidFill>
                  <a:srgbClr val="0860FF"/>
                </a:solidFill>
              </a:defRPr>
            </a:lvl2pPr>
            <a:lvl3pPr>
              <a:defRPr sz="1275" b="0">
                <a:solidFill>
                  <a:srgbClr val="0860FF"/>
                </a:solidFill>
              </a:defRPr>
            </a:lvl3pPr>
            <a:lvl4pPr>
              <a:defRPr sz="1275" b="0">
                <a:solidFill>
                  <a:srgbClr val="0860FF"/>
                </a:solidFill>
              </a:defRPr>
            </a:lvl4pPr>
            <a:lvl5pPr>
              <a:defRPr sz="1275" b="0">
                <a:solidFill>
                  <a:srgbClr val="0860FF"/>
                </a:solidFill>
              </a:defRPr>
            </a:lvl5pPr>
            <a:lvl6pPr>
              <a:defRPr sz="1275" b="0">
                <a:solidFill>
                  <a:srgbClr val="0860FF"/>
                </a:solidFill>
              </a:defRPr>
            </a:lvl6pPr>
            <a:lvl7pPr>
              <a:defRPr sz="1275" b="0">
                <a:solidFill>
                  <a:srgbClr val="0860FF"/>
                </a:solidFill>
              </a:defRPr>
            </a:lvl7pPr>
            <a:lvl8pPr>
              <a:defRPr sz="1275" b="0">
                <a:solidFill>
                  <a:srgbClr val="0860FF"/>
                </a:solidFill>
              </a:defRPr>
            </a:lvl8pPr>
            <a:lvl9pPr>
              <a:defRPr sz="127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860FF"/>
                </a:solidFill>
              </a:defRPr>
            </a:pPr>
            <a:r>
              <a:rPr sz="1275" b="0">
                <a:solidFill>
                  <a:srgbClr val="0860FF"/>
                </a:solidFill>
              </a:rPr>
              <a:t>Gestión simple para pequeños comercios.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081893-9C6D-4FB8-832B-C700178DA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77fce0be042ae"/>
          <a:stretch xmlns:a="http://schemas.openxmlformats.org/drawingml/2006/main"/>
        </p:blipFill>
        <p:spPr>
          <a:xfrm xmlns:a="http://schemas.openxmlformats.org/drawingml/2006/main" rot="420000">
            <a:off x="9258300" y="729652"/>
            <a:ext cx="2762250" cy="5065321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1462B-0A4D-444F-91D9-E3EA8CDD3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98aa539824a95"/>
          <a:stretch xmlns:a="http://schemas.openxmlformats.org/drawingml/2006/main"/>
        </p:blipFill>
        <p:spPr>
          <a:xfrm xmlns:a="http://schemas.openxmlformats.org/drawingml/2006/main" rot="-300000">
            <a:off x="6772275" y="476575"/>
            <a:ext cx="3095625" cy="53524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2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823C9-C31B-441C-8EE7-2BB6B709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¿Qué pasó mientras Juan no estaba?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031EB-CBBA-4E9C-B241-BE7DD74D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C9BCC-05A4-4E9A-912F-2ECFDE4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36B91"/>
                </a:solidFill>
              </a:defRPr>
            </a:defPPr>
            <a:lvl1pPr>
              <a:defRPr sz="1350" b="1">
                <a:solidFill>
                  <a:srgbClr val="536B91"/>
                </a:solidFill>
              </a:defRPr>
            </a:lvl1pPr>
            <a:lvl2pPr>
              <a:defRPr sz="1350" b="1">
                <a:solidFill>
                  <a:srgbClr val="536B91"/>
                </a:solidFill>
              </a:defRPr>
            </a:lvl2pPr>
            <a:lvl3pPr>
              <a:defRPr sz="1350" b="1">
                <a:solidFill>
                  <a:srgbClr val="536B91"/>
                </a:solidFill>
              </a:defRPr>
            </a:lvl3pPr>
            <a:lvl4pPr>
              <a:defRPr sz="1350" b="1">
                <a:solidFill>
                  <a:srgbClr val="536B91"/>
                </a:solidFill>
              </a:defRPr>
            </a:lvl4pPr>
            <a:lvl5pPr>
              <a:defRPr sz="1350" b="1">
                <a:solidFill>
                  <a:srgbClr val="536B91"/>
                </a:solidFill>
              </a:defRPr>
            </a:lvl5pPr>
            <a:lvl6pPr>
              <a:defRPr sz="1350" b="1">
                <a:solidFill>
                  <a:srgbClr val="536B91"/>
                </a:solidFill>
              </a:defRPr>
            </a:lvl6pPr>
            <a:lvl7pPr>
              <a:defRPr sz="1350" b="1">
                <a:solidFill>
                  <a:srgbClr val="536B91"/>
                </a:solidFill>
              </a:defRPr>
            </a:lvl7pPr>
            <a:lvl8pPr>
              <a:defRPr sz="1350" b="1">
                <a:solidFill>
                  <a:srgbClr val="536B91"/>
                </a:solidFill>
              </a:defRPr>
            </a:lvl8pPr>
            <a:lvl9pPr>
              <a:defRPr sz="13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B91"/>
                </a:solidFill>
              </a:defRPr>
            </a:pPr>
            <a:r>
              <a:rPr sz="1350" b="1">
                <a:solidFill>
                  <a:srgbClr val="536B91"/>
                </a:solidFill>
              </a:rPr>
              <a:t>UN COMERCIO, DOS TURNOS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9B4F7-6F74-4BCC-8276-7A10C5B32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d53cd91304a5b"/>
          <a:stretch xmlns:a="http://schemas.openxmlformats.org/drawingml/2006/main"/>
        </p:blipFill>
        <p:spPr>
          <a:xfrm xmlns:a="http://schemas.openxmlformats.org/drawingml/2006/main">
            <a:off x="1004888" y="1771650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B3310-F27D-42CA-A171-4E571725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60FF"/>
                </a:solidFill>
              </a:defRPr>
            </a:defPPr>
            <a:lvl1pPr>
              <a:defRPr sz="1800" b="1">
                <a:solidFill>
                  <a:srgbClr val="0860FF"/>
                </a:solidFill>
              </a:defRPr>
            </a:lvl1pPr>
            <a:lvl2pPr>
              <a:defRPr sz="1800" b="1">
                <a:solidFill>
                  <a:srgbClr val="0860FF"/>
                </a:solidFill>
              </a:defRPr>
            </a:lvl2pPr>
            <a:lvl3pPr>
              <a:defRPr sz="1800" b="1">
                <a:solidFill>
                  <a:srgbClr val="0860FF"/>
                </a:solidFill>
              </a:defRPr>
            </a:lvl3pPr>
            <a:lvl4pPr>
              <a:defRPr sz="1800" b="1">
                <a:solidFill>
                  <a:srgbClr val="0860FF"/>
                </a:solidFill>
              </a:defRPr>
            </a:lvl4pPr>
            <a:lvl5pPr>
              <a:defRPr sz="1800" b="1">
                <a:solidFill>
                  <a:srgbClr val="0860FF"/>
                </a:solidFill>
              </a:defRPr>
            </a:lvl5pPr>
            <a:lvl6pPr>
              <a:defRPr sz="1800" b="1">
                <a:solidFill>
                  <a:srgbClr val="0860FF"/>
                </a:solidFill>
              </a:defRPr>
            </a:lvl6pPr>
            <a:lvl7pPr>
              <a:defRPr sz="1800" b="1">
                <a:solidFill>
                  <a:srgbClr val="0860FF"/>
                </a:solidFill>
              </a:defRPr>
            </a:lvl7pPr>
            <a:lvl8pPr>
              <a:defRPr sz="1800" b="1">
                <a:solidFill>
                  <a:srgbClr val="0860FF"/>
                </a:solidFill>
              </a:defRPr>
            </a:lvl8pPr>
            <a:lvl9pPr>
              <a:defRPr sz="18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60FF"/>
                </a:solidFill>
              </a:defRPr>
            </a:pPr>
            <a:r>
              <a:rPr sz="1800" b="1">
                <a:solidFill>
                  <a:srgbClr val="0860FF"/>
                </a:solidFill>
              </a:rPr>
              <a:t>Empleado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BC00B-C193-4413-A07F-6AD52BD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5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60FF"/>
                </a:solidFill>
              </a:defRPr>
            </a:defPPr>
            <a:lvl1pPr>
              <a:defRPr sz="1800" b="1">
                <a:solidFill>
                  <a:srgbClr val="0860FF"/>
                </a:solidFill>
              </a:defRPr>
            </a:lvl1pPr>
            <a:lvl2pPr>
              <a:defRPr sz="1800" b="1">
                <a:solidFill>
                  <a:srgbClr val="0860FF"/>
                </a:solidFill>
              </a:defRPr>
            </a:lvl2pPr>
            <a:lvl3pPr>
              <a:defRPr sz="1800" b="1">
                <a:solidFill>
                  <a:srgbClr val="0860FF"/>
                </a:solidFill>
              </a:defRPr>
            </a:lvl3pPr>
            <a:lvl4pPr>
              <a:defRPr sz="1800" b="1">
                <a:solidFill>
                  <a:srgbClr val="0860FF"/>
                </a:solidFill>
              </a:defRPr>
            </a:lvl4pPr>
            <a:lvl5pPr>
              <a:defRPr sz="1800" b="1">
                <a:solidFill>
                  <a:srgbClr val="0860FF"/>
                </a:solidFill>
              </a:defRPr>
            </a:lvl5pPr>
            <a:lvl6pPr>
              <a:defRPr sz="1800" b="1">
                <a:solidFill>
                  <a:srgbClr val="0860FF"/>
                </a:solidFill>
              </a:defRPr>
            </a:lvl6pPr>
            <a:lvl7pPr>
              <a:defRPr sz="1800" b="1">
                <a:solidFill>
                  <a:srgbClr val="0860FF"/>
                </a:solidFill>
              </a:defRPr>
            </a:lvl7pPr>
            <a:lvl8pPr>
              <a:defRPr sz="1800" b="1">
                <a:solidFill>
                  <a:srgbClr val="0860FF"/>
                </a:solidFill>
              </a:defRPr>
            </a:lvl8pPr>
            <a:lvl9pPr>
              <a:defRPr sz="18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60FF"/>
                </a:solidFill>
              </a:defRPr>
            </a:pPr>
            <a:r>
              <a:rPr sz="1800" b="1">
                <a:solidFill>
                  <a:srgbClr val="0860FF"/>
                </a:solidFill>
              </a:rPr>
              <a:t>Juan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2029F-315F-4851-A948-60E4C08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1D2E-B7D4-41B2-BB9F-A022790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0FF"/>
                </a:solidFill>
              </a:defRPr>
            </a:defPPr>
            <a:lvl1pPr>
              <a:defRPr sz="2400" b="1">
                <a:solidFill>
                  <a:srgbClr val="0860FF"/>
                </a:solidFill>
              </a:defRPr>
            </a:lvl1pPr>
            <a:lvl2pPr>
              <a:defRPr sz="2400" b="1">
                <a:solidFill>
                  <a:srgbClr val="0860FF"/>
                </a:solidFill>
              </a:defRPr>
            </a:lvl2pPr>
            <a:lvl3pPr>
              <a:defRPr sz="2400" b="1">
                <a:solidFill>
                  <a:srgbClr val="0860FF"/>
                </a:solidFill>
              </a:defRPr>
            </a:lvl3pPr>
            <a:lvl4pPr>
              <a:defRPr sz="2400" b="1">
                <a:solidFill>
                  <a:srgbClr val="0860FF"/>
                </a:solidFill>
              </a:defRPr>
            </a:lvl4pPr>
            <a:lvl5pPr>
              <a:defRPr sz="2400" b="1">
                <a:solidFill>
                  <a:srgbClr val="0860FF"/>
                </a:solidFill>
              </a:defRPr>
            </a:lvl5pPr>
            <a:lvl6pPr>
              <a:defRPr sz="2400" b="1">
                <a:solidFill>
                  <a:srgbClr val="0860FF"/>
                </a:solidFill>
              </a:defRPr>
            </a:lvl6pPr>
            <a:lvl7pPr>
              <a:defRPr sz="2400" b="1">
                <a:solidFill>
                  <a:srgbClr val="0860FF"/>
                </a:solidFill>
              </a:defRPr>
            </a:lvl7pPr>
            <a:lvl8pPr>
              <a:defRPr sz="2400" b="1">
                <a:solidFill>
                  <a:srgbClr val="0860FF"/>
                </a:solidFill>
              </a:defRPr>
            </a:lvl8pPr>
            <a:lvl9pPr>
              <a:defRPr sz="24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0FF"/>
                </a:solidFill>
              </a:defRPr>
            </a:pPr>
            <a:r>
              <a:rPr sz="2400" b="1">
                <a:solidFill>
                  <a:srgbClr val="0860FF"/>
                </a:solidFill>
              </a:rPr>
              <a:t>La información queda</a:t>
            </a:r>
          </a:p>
          <a:p xmlns:a="http://schemas.openxmlformats.org/drawingml/2006/main">
            <a:pPr>
              <a:defRPr sz="2400" b="1">
                <a:solidFill>
                  <a:srgbClr val="0860FF"/>
                </a:solidFill>
              </a:defRPr>
            </a:pPr>
            <a:r>
              <a:rPr sz="2400" b="1">
                <a:solidFill>
                  <a:srgbClr val="0860FF"/>
                </a:solidFill>
              </a:rPr>
              <a:t>entre papeles y mensajes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4320B-2671-41D8-A311-BC1021F9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309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61A35"/>
                </a:solidFill>
              </a:defRPr>
            </a:defPPr>
            <a:lvl1pPr>
              <a:defRPr sz="1800" b="0">
                <a:solidFill>
                  <a:srgbClr val="061A35"/>
                </a:solidFill>
              </a:defRPr>
            </a:lvl1pPr>
            <a:lvl2pPr>
              <a:defRPr sz="1800" b="0">
                <a:solidFill>
                  <a:srgbClr val="061A35"/>
                </a:solidFill>
              </a:defRPr>
            </a:lvl2pPr>
            <a:lvl3pPr>
              <a:defRPr sz="1800" b="0">
                <a:solidFill>
                  <a:srgbClr val="061A35"/>
                </a:solidFill>
              </a:defRPr>
            </a:lvl3pPr>
            <a:lvl4pPr>
              <a:defRPr sz="1800" b="0">
                <a:solidFill>
                  <a:srgbClr val="061A35"/>
                </a:solidFill>
              </a:defRPr>
            </a:lvl4pPr>
            <a:lvl5pPr>
              <a:defRPr sz="1800" b="0">
                <a:solidFill>
                  <a:srgbClr val="061A35"/>
                </a:solidFill>
              </a:defRPr>
            </a:lvl5pPr>
            <a:lvl6pPr>
              <a:defRPr sz="1800" b="0">
                <a:solidFill>
                  <a:srgbClr val="061A35"/>
                </a:solidFill>
              </a:defRPr>
            </a:lvl6pPr>
            <a:lvl7pPr>
              <a:defRPr sz="1800" b="0">
                <a:solidFill>
                  <a:srgbClr val="061A35"/>
                </a:solidFill>
              </a:defRPr>
            </a:lvl7pPr>
            <a:lvl8pPr>
              <a:defRPr sz="1800" b="0">
                <a:solidFill>
                  <a:srgbClr val="061A35"/>
                </a:solidFill>
              </a:defRPr>
            </a:lvl8pPr>
            <a:lvl9pPr>
              <a:defRPr sz="180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Anotaciones dispersas</a:t>
            </a:r>
          </a:p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Novedades sin comunicar</a:t>
            </a:r>
          </a:p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Dudas sobre la mercadería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AEB84-9498-4CEA-9AC9-7A3A52A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B91"/>
                </a:solidFill>
              </a:defRPr>
            </a:defPPr>
            <a:lvl1pPr>
              <a:defRPr sz="1875" b="0">
                <a:solidFill>
                  <a:srgbClr val="536B91"/>
                </a:solidFill>
              </a:defRPr>
            </a:lvl1pPr>
            <a:lvl2pPr>
              <a:defRPr sz="1875" b="0">
                <a:solidFill>
                  <a:srgbClr val="536B91"/>
                </a:solidFill>
              </a:defRPr>
            </a:lvl2pPr>
            <a:lvl3pPr>
              <a:defRPr sz="1875" b="0">
                <a:solidFill>
                  <a:srgbClr val="536B91"/>
                </a:solidFill>
              </a:defRPr>
            </a:lvl3pPr>
            <a:lvl4pPr>
              <a:defRPr sz="1875" b="0">
                <a:solidFill>
                  <a:srgbClr val="536B91"/>
                </a:solidFill>
              </a:defRPr>
            </a:lvl4pPr>
            <a:lvl5pPr>
              <a:defRPr sz="1875" b="0">
                <a:solidFill>
                  <a:srgbClr val="536B91"/>
                </a:solidFill>
              </a:defRPr>
            </a:lvl5pPr>
            <a:lvl6pPr>
              <a:defRPr sz="1875" b="0">
                <a:solidFill>
                  <a:srgbClr val="536B91"/>
                </a:solidFill>
              </a:defRPr>
            </a:lvl6pPr>
            <a:lvl7pPr>
              <a:defRPr sz="1875" b="0">
                <a:solidFill>
                  <a:srgbClr val="536B91"/>
                </a:solidFill>
              </a:defRPr>
            </a:lvl7pPr>
            <a:lvl8pPr>
              <a:defRPr sz="1875" b="0">
                <a:solidFill>
                  <a:srgbClr val="536B91"/>
                </a:solidFill>
              </a:defRPr>
            </a:lvl8pPr>
            <a:lvl9pPr>
              <a:defRPr sz="18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91"/>
                </a:solidFill>
              </a:defRPr>
            </a:pPr>
            <a:r>
              <a:rPr sz="1875" b="0">
                <a:solidFill>
                  <a:srgbClr val="536B91"/>
                </a:solidFill>
              </a:rPr>
              <a:t>Volver a contar. Reconstruir lo ocurrido. Detectar faltantes tarde.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18A70-57FE-46C3-847F-462C556D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61A35"/>
                </a:solidFill>
              </a:defRPr>
            </a:defPPr>
            <a:lvl1pPr>
              <a:defRPr sz="2250" b="1">
                <a:solidFill>
                  <a:srgbClr val="061A35"/>
                </a:solidFill>
              </a:defRPr>
            </a:lvl1pPr>
            <a:lvl2pPr>
              <a:defRPr sz="2250" b="1">
                <a:solidFill>
                  <a:srgbClr val="061A35"/>
                </a:solidFill>
              </a:defRPr>
            </a:lvl2pPr>
            <a:lvl3pPr>
              <a:defRPr sz="2250" b="1">
                <a:solidFill>
                  <a:srgbClr val="061A35"/>
                </a:solidFill>
              </a:defRPr>
            </a:lvl3pPr>
            <a:lvl4pPr>
              <a:defRPr sz="2250" b="1">
                <a:solidFill>
                  <a:srgbClr val="061A35"/>
                </a:solidFill>
              </a:defRPr>
            </a:lvl4pPr>
            <a:lvl5pPr>
              <a:defRPr sz="2250" b="1">
                <a:solidFill>
                  <a:srgbClr val="061A35"/>
                </a:solidFill>
              </a:defRPr>
            </a:lvl5pPr>
            <a:lvl6pPr>
              <a:defRPr sz="2250" b="1">
                <a:solidFill>
                  <a:srgbClr val="061A35"/>
                </a:solidFill>
              </a:defRPr>
            </a:lvl6pPr>
            <a:lvl7pPr>
              <a:defRPr sz="2250" b="1">
                <a:solidFill>
                  <a:srgbClr val="061A35"/>
                </a:solidFill>
              </a:defRPr>
            </a:lvl7pPr>
            <a:lvl8pPr>
              <a:defRPr sz="2250" b="1">
                <a:solidFill>
                  <a:srgbClr val="061A35"/>
                </a:solidFill>
              </a:defRPr>
            </a:lvl8pPr>
            <a:lvl9pPr>
              <a:defRPr sz="225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1A35"/>
                </a:solidFill>
              </a:defRPr>
            </a:pPr>
            <a:r>
              <a:rPr sz="2250" b="1">
                <a:solidFill>
                  <a:srgbClr val="061A35"/>
                </a:solidFill>
              </a:rPr>
              <a:t>¿Qué se vendió?</a:t>
            </a:r>
          </a:p>
          <a:p xmlns:a="http://schemas.openxmlformats.org/drawingml/2006/main">
            <a:pPr>
              <a:defRPr sz="2250" b="1">
                <a:solidFill>
                  <a:srgbClr val="061A35"/>
                </a:solidFill>
              </a:defRPr>
            </a:pPr>
            <a:r>
              <a:rPr sz="2250" b="1">
                <a:solidFill>
                  <a:srgbClr val="061A35"/>
                </a:solidFill>
              </a:rPr>
              <a:t>¿Cuánto queda?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DD786-43E8-4BEC-B3B0-6DC44342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Caso ficticio. Una persona atiende en cada turno.</a:t>
            </a:r>
          </a:p>
        </p:txBody>
      </p:sp>
    </p:spTree>
    <p:extLst>
      <p:ext uri="{BB962C8B-B14F-4D97-AF65-F5344CB8AC3E}">
        <p14:creationId xmlns:p14="http://schemas.microsoft.com/office/powerpoint/2010/main" val="1102370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A91B3-2362-45F2-97EC-33FEE2E6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Una gestión compartida desde el celular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B6B16-EA55-4FDD-B1E9-93BB1C47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6CCE9"/>
                </a:solidFill>
              </a:defRPr>
            </a:defPPr>
            <a:lvl1pPr>
              <a:defRPr sz="1350" b="0">
                <a:solidFill>
                  <a:srgbClr val="B6CCE9"/>
                </a:solidFill>
              </a:defRPr>
            </a:lvl1pPr>
            <a:lvl2pPr>
              <a:defRPr sz="1350" b="0">
                <a:solidFill>
                  <a:srgbClr val="B6CCE9"/>
                </a:solidFill>
              </a:defRPr>
            </a:lvl2pPr>
            <a:lvl3pPr>
              <a:defRPr sz="1350" b="0">
                <a:solidFill>
                  <a:srgbClr val="B6CCE9"/>
                </a:solidFill>
              </a:defRPr>
            </a:lvl3pPr>
            <a:lvl4pPr>
              <a:defRPr sz="1350" b="0">
                <a:solidFill>
                  <a:srgbClr val="B6CCE9"/>
                </a:solidFill>
              </a:defRPr>
            </a:lvl4pPr>
            <a:lvl5pPr>
              <a:defRPr sz="1350" b="0">
                <a:solidFill>
                  <a:srgbClr val="B6CCE9"/>
                </a:solidFill>
              </a:defRPr>
            </a:lvl5pPr>
            <a:lvl6pPr>
              <a:defRPr sz="1350" b="0">
                <a:solidFill>
                  <a:srgbClr val="B6CCE9"/>
                </a:solidFill>
              </a:defRPr>
            </a:lvl6pPr>
            <a:lvl7pPr>
              <a:defRPr sz="1350" b="0">
                <a:solidFill>
                  <a:srgbClr val="B6CCE9"/>
                </a:solidFill>
              </a:defRPr>
            </a:lvl7pPr>
            <a:lvl8pPr>
              <a:defRPr sz="1350" b="0">
                <a:solidFill>
                  <a:srgbClr val="B6CCE9"/>
                </a:solidFill>
              </a:defRPr>
            </a:lvl8pPr>
            <a:lvl9pPr>
              <a:defRPr sz="135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CE9"/>
                </a:solidFill>
              </a:defRPr>
            </a:pPr>
            <a:r>
              <a:rPr sz="1350" b="0">
                <a:solidFill>
                  <a:srgbClr val="B6CCE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D43C9-FAEE-4852-AC56-1E569C8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CCE9"/>
                </a:solidFill>
              </a:defRPr>
            </a:defPPr>
            <a:lvl1pPr>
              <a:defRPr sz="1875" b="0">
                <a:solidFill>
                  <a:srgbClr val="B6CCE9"/>
                </a:solidFill>
              </a:defRPr>
            </a:lvl1pPr>
            <a:lvl2pPr>
              <a:defRPr sz="1875" b="0">
                <a:solidFill>
                  <a:srgbClr val="B6CCE9"/>
                </a:solidFill>
              </a:defRPr>
            </a:lvl2pPr>
            <a:lvl3pPr>
              <a:defRPr sz="1875" b="0">
                <a:solidFill>
                  <a:srgbClr val="B6CCE9"/>
                </a:solidFill>
              </a:defRPr>
            </a:lvl3pPr>
            <a:lvl4pPr>
              <a:defRPr sz="1875" b="0">
                <a:solidFill>
                  <a:srgbClr val="B6CCE9"/>
                </a:solidFill>
              </a:defRPr>
            </a:lvl4pPr>
            <a:lvl5pPr>
              <a:defRPr sz="1875" b="0">
                <a:solidFill>
                  <a:srgbClr val="B6CCE9"/>
                </a:solidFill>
              </a:defRPr>
            </a:lvl5pPr>
            <a:lvl6pPr>
              <a:defRPr sz="1875" b="0">
                <a:solidFill>
                  <a:srgbClr val="B6CCE9"/>
                </a:solidFill>
              </a:defRPr>
            </a:lvl6pPr>
            <a:lvl7pPr>
              <a:defRPr sz="1875" b="0">
                <a:solidFill>
                  <a:srgbClr val="B6CCE9"/>
                </a:solidFill>
              </a:defRPr>
            </a:lvl7pPr>
            <a:lvl8pPr>
              <a:defRPr sz="1875" b="0">
                <a:solidFill>
                  <a:srgbClr val="B6CCE9"/>
                </a:solidFill>
              </a:defRPr>
            </a:lvl8pPr>
            <a:lvl9pPr>
              <a:defRPr sz="1875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CCE9"/>
                </a:solidFill>
              </a:defRPr>
            </a:pPr>
            <a:r>
              <a:rPr sz="1875" b="0">
                <a:solidFill>
                  <a:srgbClr val="B6CCE9"/>
                </a:solidFill>
              </a:rPr>
              <a:t>Anotaciones dispersas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F5910-169A-4733-A770-902300C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525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CCE9"/>
                </a:solidFill>
              </a:defRPr>
            </a:defPPr>
            <a:lvl1pPr>
              <a:defRPr sz="1875" b="0">
                <a:solidFill>
                  <a:srgbClr val="B6CCE9"/>
                </a:solidFill>
              </a:defRPr>
            </a:lvl1pPr>
            <a:lvl2pPr>
              <a:defRPr sz="1875" b="0">
                <a:solidFill>
                  <a:srgbClr val="B6CCE9"/>
                </a:solidFill>
              </a:defRPr>
            </a:lvl2pPr>
            <a:lvl3pPr>
              <a:defRPr sz="1875" b="0">
                <a:solidFill>
                  <a:srgbClr val="B6CCE9"/>
                </a:solidFill>
              </a:defRPr>
            </a:lvl3pPr>
            <a:lvl4pPr>
              <a:defRPr sz="1875" b="0">
                <a:solidFill>
                  <a:srgbClr val="B6CCE9"/>
                </a:solidFill>
              </a:defRPr>
            </a:lvl4pPr>
            <a:lvl5pPr>
              <a:defRPr sz="1875" b="0">
                <a:solidFill>
                  <a:srgbClr val="B6CCE9"/>
                </a:solidFill>
              </a:defRPr>
            </a:lvl5pPr>
            <a:lvl6pPr>
              <a:defRPr sz="1875" b="0">
                <a:solidFill>
                  <a:srgbClr val="B6CCE9"/>
                </a:solidFill>
              </a:defRPr>
            </a:lvl6pPr>
            <a:lvl7pPr>
              <a:defRPr sz="1875" b="0">
                <a:solidFill>
                  <a:srgbClr val="B6CCE9"/>
                </a:solidFill>
              </a:defRPr>
            </a:lvl7pPr>
            <a:lvl8pPr>
              <a:defRPr sz="1875" b="0">
                <a:solidFill>
                  <a:srgbClr val="B6CCE9"/>
                </a:solidFill>
              </a:defRPr>
            </a:lvl8pPr>
            <a:lvl9pPr>
              <a:defRPr sz="1875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CCE9"/>
                </a:solidFill>
              </a:defRPr>
            </a:pPr>
            <a:r>
              <a:rPr sz="1875" b="0">
                <a:solidFill>
                  <a:srgbClr val="B6CCE9"/>
                </a:solidFill>
              </a:rPr>
              <a:t>Dudas sobre cuánto queda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5EAB2-F294-42BE-8522-7C0E8D4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CCE9"/>
                </a:solidFill>
              </a:defRPr>
            </a:defPPr>
            <a:lvl1pPr>
              <a:defRPr sz="1875" b="0">
                <a:solidFill>
                  <a:srgbClr val="B6CCE9"/>
                </a:solidFill>
              </a:defRPr>
            </a:lvl1pPr>
            <a:lvl2pPr>
              <a:defRPr sz="1875" b="0">
                <a:solidFill>
                  <a:srgbClr val="B6CCE9"/>
                </a:solidFill>
              </a:defRPr>
            </a:lvl2pPr>
            <a:lvl3pPr>
              <a:defRPr sz="1875" b="0">
                <a:solidFill>
                  <a:srgbClr val="B6CCE9"/>
                </a:solidFill>
              </a:defRPr>
            </a:lvl3pPr>
            <a:lvl4pPr>
              <a:defRPr sz="1875" b="0">
                <a:solidFill>
                  <a:srgbClr val="B6CCE9"/>
                </a:solidFill>
              </a:defRPr>
            </a:lvl4pPr>
            <a:lvl5pPr>
              <a:defRPr sz="1875" b="0">
                <a:solidFill>
                  <a:srgbClr val="B6CCE9"/>
                </a:solidFill>
              </a:defRPr>
            </a:lvl5pPr>
            <a:lvl6pPr>
              <a:defRPr sz="1875" b="0">
                <a:solidFill>
                  <a:srgbClr val="B6CCE9"/>
                </a:solidFill>
              </a:defRPr>
            </a:lvl6pPr>
            <a:lvl7pPr>
              <a:defRPr sz="1875" b="0">
                <a:solidFill>
                  <a:srgbClr val="B6CCE9"/>
                </a:solidFill>
              </a:defRPr>
            </a:lvl7pPr>
            <a:lvl8pPr>
              <a:defRPr sz="1875" b="0">
                <a:solidFill>
                  <a:srgbClr val="B6CCE9"/>
                </a:solidFill>
              </a:defRPr>
            </a:lvl8pPr>
            <a:lvl9pPr>
              <a:defRPr sz="1875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6CCE9"/>
                </a:solidFill>
              </a:defRPr>
            </a:pPr>
            <a:r>
              <a:rPr sz="1875" b="0">
                <a:solidFill>
                  <a:srgbClr val="B6CCE9"/>
                </a:solidFill>
              </a:rPr>
              <a:t>Horarios de palabra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01B81-CA46-4A6D-917A-458EBB62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Registro e historial</a:t>
            </a:r>
          </a:p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de ventas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8B6E9-5224-4EA1-B342-939E585A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Existencias al registrar</a:t>
            </a:r>
          </a:p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las operaciones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61529-F2CC-4C69-8C68-306A327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Asignación y consulta</a:t>
            </a:r>
          </a:p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de turnos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8F30A-AA12-4B81-A01D-2018306FE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f64d6198e40a8"/>
          <a:stretch xmlns:a="http://schemas.openxmlformats.org/drawingml/2006/main"/>
        </p:blipFill>
        <p:spPr>
          <a:xfrm xmlns:a="http://schemas.openxmlformats.org/drawingml/2006/main">
            <a:off x="1513342" y="2981325"/>
            <a:ext cx="1402442" cy="25717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0ACE9-3489-4CA4-8D33-EC5A386186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8195178534a86"/>
          <a:stretch xmlns:a="http://schemas.openxmlformats.org/drawingml/2006/main"/>
        </p:blipFill>
        <p:spPr>
          <a:xfrm xmlns:a="http://schemas.openxmlformats.org/drawingml/2006/main">
            <a:off x="5228092" y="2981325"/>
            <a:ext cx="1402442" cy="25717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0ABD5-1594-4FF4-BBC0-DB1F1757C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0d87f220b4ad1"/>
          <a:stretch xmlns:a="http://schemas.openxmlformats.org/drawingml/2006/main"/>
        </p:blipFill>
        <p:spPr>
          <a:xfrm xmlns:a="http://schemas.openxmlformats.org/drawingml/2006/main">
            <a:off x="8942842" y="2981325"/>
            <a:ext cx="1402442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E4F9D-50CF-43F0-9F90-52D262E3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Consultar qué se vendió durante cada turno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28B84-F1FC-4EF6-A6F8-4E492A74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Consultar disponibilidad y orientar la reposición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61DB4-0B5F-4C20-91DA-E2E02FF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Saber qué horarios tiene asignados el empleado</a:t>
            </a:r>
          </a:p>
        </p:txBody>
      </p:sp>
    </p:spTree>
    <p:extLst>
      <p:ext uri="{BB962C8B-B14F-4D97-AF65-F5344CB8AC3E}">
        <p14:creationId xmlns:p14="http://schemas.microsoft.com/office/powerpoint/2010/main" val="1993174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490AC-158B-4610-A851-516BE7D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Bienvenida y personas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DA2F7-F7DE-4723-A0A0-6A8CCE99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3156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13FB3-F7AB-4FF0-9EB6-79D4824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Un día en el comercio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CA0EA-DF9A-4BA0-99F2-5DE25C7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6CCE9"/>
                </a:solidFill>
              </a:defRPr>
            </a:defPPr>
            <a:lvl1pPr>
              <a:defRPr sz="1350" b="0">
                <a:solidFill>
                  <a:srgbClr val="B6CCE9"/>
                </a:solidFill>
              </a:defRPr>
            </a:lvl1pPr>
            <a:lvl2pPr>
              <a:defRPr sz="1350" b="0">
                <a:solidFill>
                  <a:srgbClr val="B6CCE9"/>
                </a:solidFill>
              </a:defRPr>
            </a:lvl2pPr>
            <a:lvl3pPr>
              <a:defRPr sz="1350" b="0">
                <a:solidFill>
                  <a:srgbClr val="B6CCE9"/>
                </a:solidFill>
              </a:defRPr>
            </a:lvl3pPr>
            <a:lvl4pPr>
              <a:defRPr sz="1350" b="0">
                <a:solidFill>
                  <a:srgbClr val="B6CCE9"/>
                </a:solidFill>
              </a:defRPr>
            </a:lvl4pPr>
            <a:lvl5pPr>
              <a:defRPr sz="1350" b="0">
                <a:solidFill>
                  <a:srgbClr val="B6CCE9"/>
                </a:solidFill>
              </a:defRPr>
            </a:lvl5pPr>
            <a:lvl6pPr>
              <a:defRPr sz="1350" b="0">
                <a:solidFill>
                  <a:srgbClr val="B6CCE9"/>
                </a:solidFill>
              </a:defRPr>
            </a:lvl6pPr>
            <a:lvl7pPr>
              <a:defRPr sz="1350" b="0">
                <a:solidFill>
                  <a:srgbClr val="B6CCE9"/>
                </a:solidFill>
              </a:defRPr>
            </a:lvl7pPr>
            <a:lvl8pPr>
              <a:defRPr sz="1350" b="0">
                <a:solidFill>
                  <a:srgbClr val="B6CCE9"/>
                </a:solidFill>
              </a:defRPr>
            </a:lvl8pPr>
            <a:lvl9pPr>
              <a:defRPr sz="135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CE9"/>
                </a:solidFill>
              </a:defRPr>
            </a:pPr>
            <a:r>
              <a:rPr sz="1350" b="0">
                <a:solidFill>
                  <a:srgbClr val="B6CCE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2742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695AA-9E50-470F-B95E-A0F2E480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¿Cómo funciona por dentro?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61657-E790-4F72-A96C-77E94ABE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CDA7B-2A29-4880-A79B-815AE8F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36B91"/>
                </a:solidFill>
              </a:defRPr>
            </a:defPPr>
            <a:lvl1pPr>
              <a:defRPr sz="1350" b="1">
                <a:solidFill>
                  <a:srgbClr val="536B91"/>
                </a:solidFill>
              </a:defRPr>
            </a:lvl1pPr>
            <a:lvl2pPr>
              <a:defRPr sz="1350" b="1">
                <a:solidFill>
                  <a:srgbClr val="536B91"/>
                </a:solidFill>
              </a:defRPr>
            </a:lvl2pPr>
            <a:lvl3pPr>
              <a:defRPr sz="1350" b="1">
                <a:solidFill>
                  <a:srgbClr val="536B91"/>
                </a:solidFill>
              </a:defRPr>
            </a:lvl3pPr>
            <a:lvl4pPr>
              <a:defRPr sz="1350" b="1">
                <a:solidFill>
                  <a:srgbClr val="536B91"/>
                </a:solidFill>
              </a:defRPr>
            </a:lvl4pPr>
            <a:lvl5pPr>
              <a:defRPr sz="1350" b="1">
                <a:solidFill>
                  <a:srgbClr val="536B91"/>
                </a:solidFill>
              </a:defRPr>
            </a:lvl5pPr>
            <a:lvl6pPr>
              <a:defRPr sz="1350" b="1">
                <a:solidFill>
                  <a:srgbClr val="536B91"/>
                </a:solidFill>
              </a:defRPr>
            </a:lvl6pPr>
            <a:lvl7pPr>
              <a:defRPr sz="1350" b="1">
                <a:solidFill>
                  <a:srgbClr val="536B91"/>
                </a:solidFill>
              </a:defRPr>
            </a:lvl7pPr>
            <a:lvl8pPr>
              <a:defRPr sz="1350" b="1">
                <a:solidFill>
                  <a:srgbClr val="536B91"/>
                </a:solidFill>
              </a:defRPr>
            </a:lvl8pPr>
            <a:lvl9pPr>
              <a:defRPr sz="13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B91"/>
                </a:solidFill>
              </a:defRPr>
            </a:pPr>
            <a:r>
              <a:rPr sz="1350" b="1">
                <a:solidFill>
                  <a:srgbClr val="536B91"/>
                </a:solidFill>
              </a:rPr>
              <a:t>UNA VENTA CONECTA LAS TRES CAPAS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75DC2-30FF-41AE-9C13-D48A3F49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0FF"/>
                </a:solidFill>
              </a:defRPr>
            </a:defPPr>
            <a:lvl1pPr>
              <a:defRPr sz="3450" b="1">
                <a:solidFill>
                  <a:srgbClr val="0860FF"/>
                </a:solidFill>
              </a:defRPr>
            </a:lvl1pPr>
            <a:lvl2pPr>
              <a:defRPr sz="3450" b="1">
                <a:solidFill>
                  <a:srgbClr val="0860FF"/>
                </a:solidFill>
              </a:defRPr>
            </a:lvl2pPr>
            <a:lvl3pPr>
              <a:defRPr sz="3450" b="1">
                <a:solidFill>
                  <a:srgbClr val="0860FF"/>
                </a:solidFill>
              </a:defRPr>
            </a:lvl3pPr>
            <a:lvl4pPr>
              <a:defRPr sz="3450" b="1">
                <a:solidFill>
                  <a:srgbClr val="0860FF"/>
                </a:solidFill>
              </a:defRPr>
            </a:lvl4pPr>
            <a:lvl5pPr>
              <a:defRPr sz="3450" b="1">
                <a:solidFill>
                  <a:srgbClr val="0860FF"/>
                </a:solidFill>
              </a:defRPr>
            </a:lvl5pPr>
            <a:lvl6pPr>
              <a:defRPr sz="3450" b="1">
                <a:solidFill>
                  <a:srgbClr val="0860FF"/>
                </a:solidFill>
              </a:defRPr>
            </a:lvl6pPr>
            <a:lvl7pPr>
              <a:defRPr sz="3450" b="1">
                <a:solidFill>
                  <a:srgbClr val="0860FF"/>
                </a:solidFill>
              </a:defRPr>
            </a:lvl7pPr>
            <a:lvl8pPr>
              <a:defRPr sz="3450" b="1">
                <a:solidFill>
                  <a:srgbClr val="0860FF"/>
                </a:solidFill>
              </a:defRPr>
            </a:lvl8pPr>
            <a:lvl9pPr>
              <a:defRPr sz="34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0FF"/>
                </a:solidFill>
              </a:defRPr>
            </a:pPr>
            <a:r>
              <a:rPr sz="3450" b="1">
                <a:solidFill>
                  <a:srgbClr val="0860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DB1E1-3E05-42A0-A415-159D633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3832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1A35"/>
                </a:solidFill>
              </a:defRPr>
            </a:defPPr>
            <a:lvl1pPr>
              <a:defRPr sz="2325" b="1">
                <a:solidFill>
                  <a:srgbClr val="061A35"/>
                </a:solidFill>
              </a:defRPr>
            </a:lvl1pPr>
            <a:lvl2pPr>
              <a:defRPr sz="2325" b="1">
                <a:solidFill>
                  <a:srgbClr val="061A35"/>
                </a:solidFill>
              </a:defRPr>
            </a:lvl2pPr>
            <a:lvl3pPr>
              <a:defRPr sz="2325" b="1">
                <a:solidFill>
                  <a:srgbClr val="061A35"/>
                </a:solidFill>
              </a:defRPr>
            </a:lvl3pPr>
            <a:lvl4pPr>
              <a:defRPr sz="2325" b="1">
                <a:solidFill>
                  <a:srgbClr val="061A35"/>
                </a:solidFill>
              </a:defRPr>
            </a:lvl4pPr>
            <a:lvl5pPr>
              <a:defRPr sz="2325" b="1">
                <a:solidFill>
                  <a:srgbClr val="061A35"/>
                </a:solidFill>
              </a:defRPr>
            </a:lvl5pPr>
            <a:lvl6pPr>
              <a:defRPr sz="2325" b="1">
                <a:solidFill>
                  <a:srgbClr val="061A35"/>
                </a:solidFill>
              </a:defRPr>
            </a:lvl6pPr>
            <a:lvl7pPr>
              <a:defRPr sz="2325" b="1">
                <a:solidFill>
                  <a:srgbClr val="061A35"/>
                </a:solidFill>
              </a:defRPr>
            </a:lvl7pPr>
            <a:lvl8pPr>
              <a:defRPr sz="2325" b="1">
                <a:solidFill>
                  <a:srgbClr val="061A35"/>
                </a:solidFill>
              </a:defRPr>
            </a:lvl8pPr>
            <a:lvl9pPr>
              <a:defRPr sz="23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1A35"/>
                </a:solidFill>
              </a:defRPr>
            </a:pPr>
            <a:r>
              <a:rPr sz="2325" b="1">
                <a:solidFill>
                  <a:srgbClr val="061A35"/>
                </a:solidFill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F43C8-83DC-46A4-B717-C3109F01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60FF"/>
                </a:solidFill>
              </a:defRPr>
            </a:defPPr>
            <a:lvl1pPr>
              <a:defRPr sz="1725" b="0">
                <a:solidFill>
                  <a:srgbClr val="0860FF"/>
                </a:solidFill>
              </a:defRPr>
            </a:lvl1pPr>
            <a:lvl2pPr>
              <a:defRPr sz="1725" b="0">
                <a:solidFill>
                  <a:srgbClr val="0860FF"/>
                </a:solidFill>
              </a:defRPr>
            </a:lvl2pPr>
            <a:lvl3pPr>
              <a:defRPr sz="1725" b="0">
                <a:solidFill>
                  <a:srgbClr val="0860FF"/>
                </a:solidFill>
              </a:defRPr>
            </a:lvl3pPr>
            <a:lvl4pPr>
              <a:defRPr sz="1725" b="0">
                <a:solidFill>
                  <a:srgbClr val="0860FF"/>
                </a:solidFill>
              </a:defRPr>
            </a:lvl4pPr>
            <a:lvl5pPr>
              <a:defRPr sz="1725" b="0">
                <a:solidFill>
                  <a:srgbClr val="0860FF"/>
                </a:solidFill>
              </a:defRPr>
            </a:lvl5pPr>
            <a:lvl6pPr>
              <a:defRPr sz="1725" b="0">
                <a:solidFill>
                  <a:srgbClr val="0860FF"/>
                </a:solidFill>
              </a:defRPr>
            </a:lvl6pPr>
            <a:lvl7pPr>
              <a:defRPr sz="1725" b="0">
                <a:solidFill>
                  <a:srgbClr val="0860FF"/>
                </a:solidFill>
              </a:defRPr>
            </a:lvl7pPr>
            <a:lvl8pPr>
              <a:defRPr sz="1725" b="0">
                <a:solidFill>
                  <a:srgbClr val="0860FF"/>
                </a:solidFill>
              </a:defRPr>
            </a:lvl8pPr>
            <a:lvl9pPr>
              <a:defRPr sz="172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60FF"/>
                </a:solidFill>
              </a:defRPr>
            </a:pPr>
            <a:r>
              <a:rPr sz="1725" b="0">
                <a:solidFill>
                  <a:srgbClr val="0860FF"/>
                </a:solidFill>
              </a:rPr>
              <a:t>React Native + Expo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D57AA-BCCE-45D3-93D3-786E30BF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669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B91"/>
                </a:solidFill>
              </a:defRPr>
            </a:defPPr>
            <a:lvl1pPr>
              <a:defRPr sz="1800" b="0">
                <a:solidFill>
                  <a:srgbClr val="536B91"/>
                </a:solidFill>
              </a:defRPr>
            </a:lvl1pPr>
            <a:lvl2pPr>
              <a:defRPr sz="1800" b="0">
                <a:solidFill>
                  <a:srgbClr val="536B91"/>
                </a:solidFill>
              </a:defRPr>
            </a:lvl2pPr>
            <a:lvl3pPr>
              <a:defRPr sz="1800" b="0">
                <a:solidFill>
                  <a:srgbClr val="536B91"/>
                </a:solidFill>
              </a:defRPr>
            </a:lvl3pPr>
            <a:lvl4pPr>
              <a:defRPr sz="1800" b="0">
                <a:solidFill>
                  <a:srgbClr val="536B91"/>
                </a:solidFill>
              </a:defRPr>
            </a:lvl4pPr>
            <a:lvl5pPr>
              <a:defRPr sz="1800" b="0">
                <a:solidFill>
                  <a:srgbClr val="536B91"/>
                </a:solidFill>
              </a:defRPr>
            </a:lvl5pPr>
            <a:lvl6pPr>
              <a:defRPr sz="1800" b="0">
                <a:solidFill>
                  <a:srgbClr val="536B91"/>
                </a:solidFill>
              </a:defRPr>
            </a:lvl6pPr>
            <a:lvl7pPr>
              <a:defRPr sz="1800" b="0">
                <a:solidFill>
                  <a:srgbClr val="536B91"/>
                </a:solidFill>
              </a:defRPr>
            </a:lvl7pPr>
            <a:lvl8pPr>
              <a:defRPr sz="1800" b="0">
                <a:solidFill>
                  <a:srgbClr val="536B91"/>
                </a:solidFill>
              </a:defRPr>
            </a:lvl8pPr>
            <a:lvl9pPr>
              <a:defRPr sz="180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91"/>
                </a:solidFill>
              </a:defRPr>
            </a:pPr>
            <a:r>
              <a:rPr sz="1800" b="0">
                <a:solidFill>
                  <a:srgbClr val="536B91"/>
                </a:solidFill>
              </a:rPr>
              <a:t>Lo que vemos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F391-E33D-4258-9074-8F8925EF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61A35"/>
                </a:solidFill>
              </a:defRPr>
            </a:defPPr>
            <a:lvl1pPr>
              <a:defRPr sz="1725" b="0">
                <a:solidFill>
                  <a:srgbClr val="061A35"/>
                </a:solidFill>
              </a:defRPr>
            </a:lvl1pPr>
            <a:lvl2pPr>
              <a:defRPr sz="1725" b="0">
                <a:solidFill>
                  <a:srgbClr val="061A35"/>
                </a:solidFill>
              </a:defRPr>
            </a:lvl2pPr>
            <a:lvl3pPr>
              <a:defRPr sz="1725" b="0">
                <a:solidFill>
                  <a:srgbClr val="061A35"/>
                </a:solidFill>
              </a:defRPr>
            </a:lvl3pPr>
            <a:lvl4pPr>
              <a:defRPr sz="1725" b="0">
                <a:solidFill>
                  <a:srgbClr val="061A35"/>
                </a:solidFill>
              </a:defRPr>
            </a:lvl4pPr>
            <a:lvl5pPr>
              <a:defRPr sz="1725" b="0">
                <a:solidFill>
                  <a:srgbClr val="061A35"/>
                </a:solidFill>
              </a:defRPr>
            </a:lvl5pPr>
            <a:lvl6pPr>
              <a:defRPr sz="1725" b="0">
                <a:solidFill>
                  <a:srgbClr val="061A35"/>
                </a:solidFill>
              </a:defRPr>
            </a:lvl6pPr>
            <a:lvl7pPr>
              <a:defRPr sz="1725" b="0">
                <a:solidFill>
                  <a:srgbClr val="061A35"/>
                </a:solidFill>
              </a:defRPr>
            </a:lvl7pPr>
            <a:lvl8pPr>
              <a:defRPr sz="1725" b="0">
                <a:solidFill>
                  <a:srgbClr val="061A35"/>
                </a:solidFill>
              </a:defRPr>
            </a:lvl8pPr>
            <a:lvl9pPr>
              <a:defRPr sz="17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61A35"/>
                </a:solidFill>
              </a:defRPr>
            </a:pPr>
            <a:r>
              <a:rPr sz="1725" b="0">
                <a:solidFill>
                  <a:srgbClr val="061A35"/>
                </a:solidFill>
              </a:rPr>
              <a:t>El empleado confirma una venta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D9AEF-3A39-4154-BDEB-23201259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8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D3248-A3D0-48EE-8D5D-8EABE5D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0FF"/>
                </a:solidFill>
              </a:defRPr>
            </a:defPPr>
            <a:lvl1pPr>
              <a:defRPr sz="3450" b="1">
                <a:solidFill>
                  <a:srgbClr val="0860FF"/>
                </a:solidFill>
              </a:defRPr>
            </a:lvl1pPr>
            <a:lvl2pPr>
              <a:defRPr sz="3450" b="1">
                <a:solidFill>
                  <a:srgbClr val="0860FF"/>
                </a:solidFill>
              </a:defRPr>
            </a:lvl2pPr>
            <a:lvl3pPr>
              <a:defRPr sz="3450" b="1">
                <a:solidFill>
                  <a:srgbClr val="0860FF"/>
                </a:solidFill>
              </a:defRPr>
            </a:lvl3pPr>
            <a:lvl4pPr>
              <a:defRPr sz="3450" b="1">
                <a:solidFill>
                  <a:srgbClr val="0860FF"/>
                </a:solidFill>
              </a:defRPr>
            </a:lvl4pPr>
            <a:lvl5pPr>
              <a:defRPr sz="3450" b="1">
                <a:solidFill>
                  <a:srgbClr val="0860FF"/>
                </a:solidFill>
              </a:defRPr>
            </a:lvl5pPr>
            <a:lvl6pPr>
              <a:defRPr sz="3450" b="1">
                <a:solidFill>
                  <a:srgbClr val="0860FF"/>
                </a:solidFill>
              </a:defRPr>
            </a:lvl6pPr>
            <a:lvl7pPr>
              <a:defRPr sz="3450" b="1">
                <a:solidFill>
                  <a:srgbClr val="0860FF"/>
                </a:solidFill>
              </a:defRPr>
            </a:lvl7pPr>
            <a:lvl8pPr>
              <a:defRPr sz="3450" b="1">
                <a:solidFill>
                  <a:srgbClr val="0860FF"/>
                </a:solidFill>
              </a:defRPr>
            </a:lvl8pPr>
            <a:lvl9pPr>
              <a:defRPr sz="34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0FF"/>
                </a:solidFill>
              </a:defRPr>
            </a:pPr>
            <a:r>
              <a:rPr sz="3450" b="1">
                <a:solidFill>
                  <a:srgbClr val="0860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34A50-5613-4219-AEA3-9E9D5C9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990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1A35"/>
                </a:solidFill>
              </a:defRPr>
            </a:defPPr>
            <a:lvl1pPr>
              <a:defRPr sz="2325" b="1">
                <a:solidFill>
                  <a:srgbClr val="061A35"/>
                </a:solidFill>
              </a:defRPr>
            </a:lvl1pPr>
            <a:lvl2pPr>
              <a:defRPr sz="2325" b="1">
                <a:solidFill>
                  <a:srgbClr val="061A35"/>
                </a:solidFill>
              </a:defRPr>
            </a:lvl2pPr>
            <a:lvl3pPr>
              <a:defRPr sz="2325" b="1">
                <a:solidFill>
                  <a:srgbClr val="061A35"/>
                </a:solidFill>
              </a:defRPr>
            </a:lvl3pPr>
            <a:lvl4pPr>
              <a:defRPr sz="2325" b="1">
                <a:solidFill>
                  <a:srgbClr val="061A35"/>
                </a:solidFill>
              </a:defRPr>
            </a:lvl4pPr>
            <a:lvl5pPr>
              <a:defRPr sz="2325" b="1">
                <a:solidFill>
                  <a:srgbClr val="061A35"/>
                </a:solidFill>
              </a:defRPr>
            </a:lvl5pPr>
            <a:lvl6pPr>
              <a:defRPr sz="2325" b="1">
                <a:solidFill>
                  <a:srgbClr val="061A35"/>
                </a:solidFill>
              </a:defRPr>
            </a:lvl6pPr>
            <a:lvl7pPr>
              <a:defRPr sz="2325" b="1">
                <a:solidFill>
                  <a:srgbClr val="061A35"/>
                </a:solidFill>
              </a:defRPr>
            </a:lvl7pPr>
            <a:lvl8pPr>
              <a:defRPr sz="2325" b="1">
                <a:solidFill>
                  <a:srgbClr val="061A35"/>
                </a:solidFill>
              </a:defRPr>
            </a:lvl8pPr>
            <a:lvl9pPr>
              <a:defRPr sz="23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1A35"/>
                </a:solidFill>
              </a:defRPr>
            </a:pPr>
            <a:r>
              <a:rPr sz="2325" b="1">
                <a:solidFill>
                  <a:srgbClr val="061A35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90D9-3FB6-41F6-BC26-C21297F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60FF"/>
                </a:solidFill>
              </a:defRPr>
            </a:defPPr>
            <a:lvl1pPr>
              <a:defRPr sz="1725" b="0">
                <a:solidFill>
                  <a:srgbClr val="0860FF"/>
                </a:solidFill>
              </a:defRPr>
            </a:lvl1pPr>
            <a:lvl2pPr>
              <a:defRPr sz="1725" b="0">
                <a:solidFill>
                  <a:srgbClr val="0860FF"/>
                </a:solidFill>
              </a:defRPr>
            </a:lvl2pPr>
            <a:lvl3pPr>
              <a:defRPr sz="1725" b="0">
                <a:solidFill>
                  <a:srgbClr val="0860FF"/>
                </a:solidFill>
              </a:defRPr>
            </a:lvl3pPr>
            <a:lvl4pPr>
              <a:defRPr sz="1725" b="0">
                <a:solidFill>
                  <a:srgbClr val="0860FF"/>
                </a:solidFill>
              </a:defRPr>
            </a:lvl4pPr>
            <a:lvl5pPr>
              <a:defRPr sz="1725" b="0">
                <a:solidFill>
                  <a:srgbClr val="0860FF"/>
                </a:solidFill>
              </a:defRPr>
            </a:lvl5pPr>
            <a:lvl6pPr>
              <a:defRPr sz="1725" b="0">
                <a:solidFill>
                  <a:srgbClr val="0860FF"/>
                </a:solidFill>
              </a:defRPr>
            </a:lvl6pPr>
            <a:lvl7pPr>
              <a:defRPr sz="1725" b="0">
                <a:solidFill>
                  <a:srgbClr val="0860FF"/>
                </a:solidFill>
              </a:defRPr>
            </a:lvl7pPr>
            <a:lvl8pPr>
              <a:defRPr sz="1725" b="0">
                <a:solidFill>
                  <a:srgbClr val="0860FF"/>
                </a:solidFill>
              </a:defRPr>
            </a:lvl8pPr>
            <a:lvl9pPr>
              <a:defRPr sz="172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60FF"/>
                </a:solidFill>
              </a:defRPr>
            </a:pPr>
            <a:r>
              <a:rPr sz="1725" b="0">
                <a:solidFill>
                  <a:srgbClr val="0860FF"/>
                </a:solidFill>
              </a:rPr>
              <a:t>Node.js +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C2673-9363-45D1-ACAD-16C6F27B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385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B91"/>
                </a:solidFill>
              </a:defRPr>
            </a:defPPr>
            <a:lvl1pPr>
              <a:defRPr sz="1800" b="0">
                <a:solidFill>
                  <a:srgbClr val="536B91"/>
                </a:solidFill>
              </a:defRPr>
            </a:lvl1pPr>
            <a:lvl2pPr>
              <a:defRPr sz="1800" b="0">
                <a:solidFill>
                  <a:srgbClr val="536B91"/>
                </a:solidFill>
              </a:defRPr>
            </a:lvl2pPr>
            <a:lvl3pPr>
              <a:defRPr sz="1800" b="0">
                <a:solidFill>
                  <a:srgbClr val="536B91"/>
                </a:solidFill>
              </a:defRPr>
            </a:lvl3pPr>
            <a:lvl4pPr>
              <a:defRPr sz="1800" b="0">
                <a:solidFill>
                  <a:srgbClr val="536B91"/>
                </a:solidFill>
              </a:defRPr>
            </a:lvl4pPr>
            <a:lvl5pPr>
              <a:defRPr sz="1800" b="0">
                <a:solidFill>
                  <a:srgbClr val="536B91"/>
                </a:solidFill>
              </a:defRPr>
            </a:lvl5pPr>
            <a:lvl6pPr>
              <a:defRPr sz="1800" b="0">
                <a:solidFill>
                  <a:srgbClr val="536B91"/>
                </a:solidFill>
              </a:defRPr>
            </a:lvl6pPr>
            <a:lvl7pPr>
              <a:defRPr sz="1800" b="0">
                <a:solidFill>
                  <a:srgbClr val="536B91"/>
                </a:solidFill>
              </a:defRPr>
            </a:lvl7pPr>
            <a:lvl8pPr>
              <a:defRPr sz="1800" b="0">
                <a:solidFill>
                  <a:srgbClr val="536B91"/>
                </a:solidFill>
              </a:defRPr>
            </a:lvl8pPr>
            <a:lvl9pPr>
              <a:defRPr sz="180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91"/>
                </a:solidFill>
              </a:defRPr>
            </a:pPr>
            <a:r>
              <a:rPr sz="1800" b="0">
                <a:solidFill>
                  <a:srgbClr val="536B91"/>
                </a:solidFill>
              </a:rPr>
              <a:t>Procesa las operaciones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AB9F0-9D9B-4945-B440-A42F271F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61A35"/>
                </a:solidFill>
              </a:defRPr>
            </a:defPPr>
            <a:lvl1pPr>
              <a:defRPr sz="1725" b="0">
                <a:solidFill>
                  <a:srgbClr val="061A35"/>
                </a:solidFill>
              </a:defRPr>
            </a:lvl1pPr>
            <a:lvl2pPr>
              <a:defRPr sz="1725" b="0">
                <a:solidFill>
                  <a:srgbClr val="061A35"/>
                </a:solidFill>
              </a:defRPr>
            </a:lvl2pPr>
            <a:lvl3pPr>
              <a:defRPr sz="1725" b="0">
                <a:solidFill>
                  <a:srgbClr val="061A35"/>
                </a:solidFill>
              </a:defRPr>
            </a:lvl3pPr>
            <a:lvl4pPr>
              <a:defRPr sz="1725" b="0">
                <a:solidFill>
                  <a:srgbClr val="061A35"/>
                </a:solidFill>
              </a:defRPr>
            </a:lvl4pPr>
            <a:lvl5pPr>
              <a:defRPr sz="1725" b="0">
                <a:solidFill>
                  <a:srgbClr val="061A35"/>
                </a:solidFill>
              </a:defRPr>
            </a:lvl5pPr>
            <a:lvl6pPr>
              <a:defRPr sz="1725" b="0">
                <a:solidFill>
                  <a:srgbClr val="061A35"/>
                </a:solidFill>
              </a:defRPr>
            </a:lvl6pPr>
            <a:lvl7pPr>
              <a:defRPr sz="1725" b="0">
                <a:solidFill>
                  <a:srgbClr val="061A35"/>
                </a:solidFill>
              </a:defRPr>
            </a:lvl7pPr>
            <a:lvl8pPr>
              <a:defRPr sz="1725" b="0">
                <a:solidFill>
                  <a:srgbClr val="061A35"/>
                </a:solidFill>
              </a:defRPr>
            </a:lvl8pPr>
            <a:lvl9pPr>
              <a:defRPr sz="17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61A35"/>
                </a:solidFill>
              </a:defRPr>
            </a:pPr>
            <a:r>
              <a:rPr sz="1725" b="0">
                <a:solidFill>
                  <a:srgbClr val="061A35"/>
                </a:solidFill>
              </a:rPr>
              <a:t>El sistema procesa la operación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91280-915E-49B8-A066-8EE9D65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8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EB35F-0498-4520-9408-9F96721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60FF"/>
                </a:solidFill>
              </a:defRPr>
            </a:defPPr>
            <a:lvl1pPr>
              <a:defRPr sz="3450" b="1">
                <a:solidFill>
                  <a:srgbClr val="0860FF"/>
                </a:solidFill>
              </a:defRPr>
            </a:lvl1pPr>
            <a:lvl2pPr>
              <a:defRPr sz="3450" b="1">
                <a:solidFill>
                  <a:srgbClr val="0860FF"/>
                </a:solidFill>
              </a:defRPr>
            </a:lvl2pPr>
            <a:lvl3pPr>
              <a:defRPr sz="3450" b="1">
                <a:solidFill>
                  <a:srgbClr val="0860FF"/>
                </a:solidFill>
              </a:defRPr>
            </a:lvl3pPr>
            <a:lvl4pPr>
              <a:defRPr sz="3450" b="1">
                <a:solidFill>
                  <a:srgbClr val="0860FF"/>
                </a:solidFill>
              </a:defRPr>
            </a:lvl4pPr>
            <a:lvl5pPr>
              <a:defRPr sz="3450" b="1">
                <a:solidFill>
                  <a:srgbClr val="0860FF"/>
                </a:solidFill>
              </a:defRPr>
            </a:lvl5pPr>
            <a:lvl6pPr>
              <a:defRPr sz="3450" b="1">
                <a:solidFill>
                  <a:srgbClr val="0860FF"/>
                </a:solidFill>
              </a:defRPr>
            </a:lvl6pPr>
            <a:lvl7pPr>
              <a:defRPr sz="3450" b="1">
                <a:solidFill>
                  <a:srgbClr val="0860FF"/>
                </a:solidFill>
              </a:defRPr>
            </a:lvl7pPr>
            <a:lvl8pPr>
              <a:defRPr sz="3450" b="1">
                <a:solidFill>
                  <a:srgbClr val="0860FF"/>
                </a:solidFill>
              </a:defRPr>
            </a:lvl8pPr>
            <a:lvl9pPr>
              <a:defRPr sz="34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860FF"/>
                </a:solidFill>
              </a:defRPr>
            </a:pPr>
            <a:r>
              <a:rPr sz="3450" b="1">
                <a:solidFill>
                  <a:srgbClr val="0860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7463A-D4F3-4B08-83C3-405F9AA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814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1A35"/>
                </a:solidFill>
              </a:defRPr>
            </a:defPPr>
            <a:lvl1pPr>
              <a:defRPr sz="2325" b="1">
                <a:solidFill>
                  <a:srgbClr val="061A35"/>
                </a:solidFill>
              </a:defRPr>
            </a:lvl1pPr>
            <a:lvl2pPr>
              <a:defRPr sz="2325" b="1">
                <a:solidFill>
                  <a:srgbClr val="061A35"/>
                </a:solidFill>
              </a:defRPr>
            </a:lvl2pPr>
            <a:lvl3pPr>
              <a:defRPr sz="2325" b="1">
                <a:solidFill>
                  <a:srgbClr val="061A35"/>
                </a:solidFill>
              </a:defRPr>
            </a:lvl3pPr>
            <a:lvl4pPr>
              <a:defRPr sz="2325" b="1">
                <a:solidFill>
                  <a:srgbClr val="061A35"/>
                </a:solidFill>
              </a:defRPr>
            </a:lvl4pPr>
            <a:lvl5pPr>
              <a:defRPr sz="2325" b="1">
                <a:solidFill>
                  <a:srgbClr val="061A35"/>
                </a:solidFill>
              </a:defRPr>
            </a:lvl5pPr>
            <a:lvl6pPr>
              <a:defRPr sz="2325" b="1">
                <a:solidFill>
                  <a:srgbClr val="061A35"/>
                </a:solidFill>
              </a:defRPr>
            </a:lvl6pPr>
            <a:lvl7pPr>
              <a:defRPr sz="2325" b="1">
                <a:solidFill>
                  <a:srgbClr val="061A35"/>
                </a:solidFill>
              </a:defRPr>
            </a:lvl7pPr>
            <a:lvl8pPr>
              <a:defRPr sz="2325" b="1">
                <a:solidFill>
                  <a:srgbClr val="061A35"/>
                </a:solidFill>
              </a:defRPr>
            </a:lvl8pPr>
            <a:lvl9pPr>
              <a:defRPr sz="23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1A35"/>
                </a:solidFill>
              </a:defRPr>
            </a:pPr>
            <a:r>
              <a:rPr sz="2325" b="1">
                <a:solidFill>
                  <a:srgbClr val="061A35"/>
                </a:solidFill>
              </a:rPr>
              <a:t>Base de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30C21-BB72-4F80-B080-C3267C1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860FF"/>
                </a:solidFill>
              </a:defRPr>
            </a:defPPr>
            <a:lvl1pPr>
              <a:defRPr sz="1725" b="0">
                <a:solidFill>
                  <a:srgbClr val="0860FF"/>
                </a:solidFill>
              </a:defRPr>
            </a:lvl1pPr>
            <a:lvl2pPr>
              <a:defRPr sz="1725" b="0">
                <a:solidFill>
                  <a:srgbClr val="0860FF"/>
                </a:solidFill>
              </a:defRPr>
            </a:lvl2pPr>
            <a:lvl3pPr>
              <a:defRPr sz="1725" b="0">
                <a:solidFill>
                  <a:srgbClr val="0860FF"/>
                </a:solidFill>
              </a:defRPr>
            </a:lvl3pPr>
            <a:lvl4pPr>
              <a:defRPr sz="1725" b="0">
                <a:solidFill>
                  <a:srgbClr val="0860FF"/>
                </a:solidFill>
              </a:defRPr>
            </a:lvl4pPr>
            <a:lvl5pPr>
              <a:defRPr sz="1725" b="0">
                <a:solidFill>
                  <a:srgbClr val="0860FF"/>
                </a:solidFill>
              </a:defRPr>
            </a:lvl5pPr>
            <a:lvl6pPr>
              <a:defRPr sz="1725" b="0">
                <a:solidFill>
                  <a:srgbClr val="0860FF"/>
                </a:solidFill>
              </a:defRPr>
            </a:lvl6pPr>
            <a:lvl7pPr>
              <a:defRPr sz="1725" b="0">
                <a:solidFill>
                  <a:srgbClr val="0860FF"/>
                </a:solidFill>
              </a:defRPr>
            </a:lvl7pPr>
            <a:lvl8pPr>
              <a:defRPr sz="1725" b="0">
                <a:solidFill>
                  <a:srgbClr val="0860FF"/>
                </a:solidFill>
              </a:defRPr>
            </a:lvl8pPr>
            <a:lvl9pPr>
              <a:defRPr sz="172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860FF"/>
                </a:solidFill>
              </a:defRPr>
            </a:pPr>
            <a:r>
              <a:rPr sz="1725" b="0">
                <a:solidFill>
                  <a:srgbClr val="0860FF"/>
                </a:solidFill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6C3E1-8BF8-450F-9267-6D702EDE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01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B91"/>
                </a:solidFill>
              </a:defRPr>
            </a:defPPr>
            <a:lvl1pPr>
              <a:defRPr sz="1800" b="0">
                <a:solidFill>
                  <a:srgbClr val="536B91"/>
                </a:solidFill>
              </a:defRPr>
            </a:lvl1pPr>
            <a:lvl2pPr>
              <a:defRPr sz="1800" b="0">
                <a:solidFill>
                  <a:srgbClr val="536B91"/>
                </a:solidFill>
              </a:defRPr>
            </a:lvl2pPr>
            <a:lvl3pPr>
              <a:defRPr sz="1800" b="0">
                <a:solidFill>
                  <a:srgbClr val="536B91"/>
                </a:solidFill>
              </a:defRPr>
            </a:lvl3pPr>
            <a:lvl4pPr>
              <a:defRPr sz="1800" b="0">
                <a:solidFill>
                  <a:srgbClr val="536B91"/>
                </a:solidFill>
              </a:defRPr>
            </a:lvl4pPr>
            <a:lvl5pPr>
              <a:defRPr sz="1800" b="0">
                <a:solidFill>
                  <a:srgbClr val="536B91"/>
                </a:solidFill>
              </a:defRPr>
            </a:lvl5pPr>
            <a:lvl6pPr>
              <a:defRPr sz="1800" b="0">
                <a:solidFill>
                  <a:srgbClr val="536B91"/>
                </a:solidFill>
              </a:defRPr>
            </a:lvl6pPr>
            <a:lvl7pPr>
              <a:defRPr sz="1800" b="0">
                <a:solidFill>
                  <a:srgbClr val="536B91"/>
                </a:solidFill>
              </a:defRPr>
            </a:lvl7pPr>
            <a:lvl8pPr>
              <a:defRPr sz="1800" b="0">
                <a:solidFill>
                  <a:srgbClr val="536B91"/>
                </a:solidFill>
              </a:defRPr>
            </a:lvl8pPr>
            <a:lvl9pPr>
              <a:defRPr sz="180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91"/>
                </a:solidFill>
              </a:defRPr>
            </a:pPr>
            <a:r>
              <a:rPr sz="1800" b="0">
                <a:solidFill>
                  <a:srgbClr val="536B91"/>
                </a:solidFill>
              </a:rPr>
              <a:t>Guarda la información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0ED34-4FD4-40CD-A343-20B3B1E1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61A35"/>
                </a:solidFill>
              </a:defRPr>
            </a:defPPr>
            <a:lvl1pPr>
              <a:defRPr sz="1725" b="0">
                <a:solidFill>
                  <a:srgbClr val="061A35"/>
                </a:solidFill>
              </a:defRPr>
            </a:lvl1pPr>
            <a:lvl2pPr>
              <a:defRPr sz="1725" b="0">
                <a:solidFill>
                  <a:srgbClr val="061A35"/>
                </a:solidFill>
              </a:defRPr>
            </a:lvl2pPr>
            <a:lvl3pPr>
              <a:defRPr sz="1725" b="0">
                <a:solidFill>
                  <a:srgbClr val="061A35"/>
                </a:solidFill>
              </a:defRPr>
            </a:lvl3pPr>
            <a:lvl4pPr>
              <a:defRPr sz="1725" b="0">
                <a:solidFill>
                  <a:srgbClr val="061A35"/>
                </a:solidFill>
              </a:defRPr>
            </a:lvl4pPr>
            <a:lvl5pPr>
              <a:defRPr sz="1725" b="0">
                <a:solidFill>
                  <a:srgbClr val="061A35"/>
                </a:solidFill>
              </a:defRPr>
            </a:lvl5pPr>
            <a:lvl6pPr>
              <a:defRPr sz="1725" b="0">
                <a:solidFill>
                  <a:srgbClr val="061A35"/>
                </a:solidFill>
              </a:defRPr>
            </a:lvl6pPr>
            <a:lvl7pPr>
              <a:defRPr sz="1725" b="0">
                <a:solidFill>
                  <a:srgbClr val="061A35"/>
                </a:solidFill>
              </a:defRPr>
            </a:lvl7pPr>
            <a:lvl8pPr>
              <a:defRPr sz="1725" b="0">
                <a:solidFill>
                  <a:srgbClr val="061A35"/>
                </a:solidFill>
              </a:defRPr>
            </a:lvl8pPr>
            <a:lvl9pPr>
              <a:defRPr sz="17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61A35"/>
                </a:solidFill>
              </a:defRPr>
            </a:pPr>
            <a:r>
              <a:rPr sz="1725" b="0">
                <a:solidFill>
                  <a:srgbClr val="061A35"/>
                </a:solidFill>
              </a:rPr>
              <a:t>Guarda venta y nuevas cantidades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FF032-984D-4D76-8B05-688D435D15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5bce867de4cd9"/>
          <a:stretch xmlns:a="http://schemas.openxmlformats.org/drawingml/2006/main"/>
        </p:blipFill>
        <p:spPr>
          <a:xfrm xmlns:a="http://schemas.openxmlformats.org/drawingml/2006/main">
            <a:off x="9026064" y="1504950"/>
            <a:ext cx="2207547" cy="40481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CF1CF-02BD-48AC-88E7-6DC46E51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2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6AEE3-6CB3-480E-9BDE-D4DA0C1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60FF"/>
                </a:solidFill>
              </a:defRPr>
            </a:defPPr>
            <a:lvl1pPr>
              <a:defRPr sz="2025" b="1">
                <a:solidFill>
                  <a:srgbClr val="0860FF"/>
                </a:solidFill>
              </a:defRPr>
            </a:lvl1pPr>
            <a:lvl2pPr>
              <a:defRPr sz="2025" b="1">
                <a:solidFill>
                  <a:srgbClr val="0860FF"/>
                </a:solidFill>
              </a:defRPr>
            </a:lvl2pPr>
            <a:lvl3pPr>
              <a:defRPr sz="2025" b="1">
                <a:solidFill>
                  <a:srgbClr val="0860FF"/>
                </a:solidFill>
              </a:defRPr>
            </a:lvl3pPr>
            <a:lvl4pPr>
              <a:defRPr sz="2025" b="1">
                <a:solidFill>
                  <a:srgbClr val="0860FF"/>
                </a:solidFill>
              </a:defRPr>
            </a:lvl4pPr>
            <a:lvl5pPr>
              <a:defRPr sz="2025" b="1">
                <a:solidFill>
                  <a:srgbClr val="0860FF"/>
                </a:solidFill>
              </a:defRPr>
            </a:lvl5pPr>
            <a:lvl6pPr>
              <a:defRPr sz="2025" b="1">
                <a:solidFill>
                  <a:srgbClr val="0860FF"/>
                </a:solidFill>
              </a:defRPr>
            </a:lvl6pPr>
            <a:lvl7pPr>
              <a:defRPr sz="2025" b="1">
                <a:solidFill>
                  <a:srgbClr val="0860FF"/>
                </a:solidFill>
              </a:defRPr>
            </a:lvl7pPr>
            <a:lvl8pPr>
              <a:defRPr sz="2025" b="1">
                <a:solidFill>
                  <a:srgbClr val="0860FF"/>
                </a:solidFill>
              </a:defRPr>
            </a:lvl8pPr>
            <a:lvl9pPr>
              <a:defRPr sz="20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60FF"/>
                </a:solidFill>
              </a:defRPr>
            </a:pPr>
            <a:r>
              <a:rPr sz="2025" b="1">
                <a:solidFill>
                  <a:srgbClr val="0860FF"/>
                </a:solidFill>
              </a:rPr>
              <a:t>Diseño que orienta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FFA9A-8CA2-48E0-AE8D-F2C4B9F3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61A35"/>
                </a:solidFill>
              </a:defRPr>
            </a:defPPr>
            <a:lvl1pPr>
              <a:defRPr sz="1575" b="0">
                <a:solidFill>
                  <a:srgbClr val="061A35"/>
                </a:solidFill>
              </a:defRPr>
            </a:lvl1pPr>
            <a:lvl2pPr>
              <a:defRPr sz="1575" b="0">
                <a:solidFill>
                  <a:srgbClr val="061A35"/>
                </a:solidFill>
              </a:defRPr>
            </a:lvl2pPr>
            <a:lvl3pPr>
              <a:defRPr sz="1575" b="0">
                <a:solidFill>
                  <a:srgbClr val="061A35"/>
                </a:solidFill>
              </a:defRPr>
            </a:lvl3pPr>
            <a:lvl4pPr>
              <a:defRPr sz="1575" b="0">
                <a:solidFill>
                  <a:srgbClr val="061A35"/>
                </a:solidFill>
              </a:defRPr>
            </a:lvl4pPr>
            <a:lvl5pPr>
              <a:defRPr sz="1575" b="0">
                <a:solidFill>
                  <a:srgbClr val="061A35"/>
                </a:solidFill>
              </a:defRPr>
            </a:lvl5pPr>
            <a:lvl6pPr>
              <a:defRPr sz="1575" b="0">
                <a:solidFill>
                  <a:srgbClr val="061A35"/>
                </a:solidFill>
              </a:defRPr>
            </a:lvl6pPr>
            <a:lvl7pPr>
              <a:defRPr sz="1575" b="0">
                <a:solidFill>
                  <a:srgbClr val="061A35"/>
                </a:solidFill>
              </a:defRPr>
            </a:lvl7pPr>
            <a:lvl8pPr>
              <a:defRPr sz="1575" b="0">
                <a:solidFill>
                  <a:srgbClr val="061A35"/>
                </a:solidFill>
              </a:defRPr>
            </a:lvl8pPr>
            <a:lvl9pPr>
              <a:defRPr sz="157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Botones que guían. Pantallas consistentes.</a:t>
            </a:r>
          </a:p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Tipografía clara y textos breves.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325AC-E095-4864-A1F1-7A1EBDBA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67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60FF"/>
                </a:solidFill>
              </a:defRPr>
            </a:defPPr>
            <a:lvl1pPr>
              <a:defRPr sz="2025" b="1">
                <a:solidFill>
                  <a:srgbClr val="0860FF"/>
                </a:solidFill>
              </a:defRPr>
            </a:lvl1pPr>
            <a:lvl2pPr>
              <a:defRPr sz="2025" b="1">
                <a:solidFill>
                  <a:srgbClr val="0860FF"/>
                </a:solidFill>
              </a:defRPr>
            </a:lvl2pPr>
            <a:lvl3pPr>
              <a:defRPr sz="2025" b="1">
                <a:solidFill>
                  <a:srgbClr val="0860FF"/>
                </a:solidFill>
              </a:defRPr>
            </a:lvl3pPr>
            <a:lvl4pPr>
              <a:defRPr sz="2025" b="1">
                <a:solidFill>
                  <a:srgbClr val="0860FF"/>
                </a:solidFill>
              </a:defRPr>
            </a:lvl4pPr>
            <a:lvl5pPr>
              <a:defRPr sz="2025" b="1">
                <a:solidFill>
                  <a:srgbClr val="0860FF"/>
                </a:solidFill>
              </a:defRPr>
            </a:lvl5pPr>
            <a:lvl6pPr>
              <a:defRPr sz="2025" b="1">
                <a:solidFill>
                  <a:srgbClr val="0860FF"/>
                </a:solidFill>
              </a:defRPr>
            </a:lvl6pPr>
            <a:lvl7pPr>
              <a:defRPr sz="2025" b="1">
                <a:solidFill>
                  <a:srgbClr val="0860FF"/>
                </a:solidFill>
              </a:defRPr>
            </a:lvl7pPr>
            <a:lvl8pPr>
              <a:defRPr sz="2025" b="1">
                <a:solidFill>
                  <a:srgbClr val="0860FF"/>
                </a:solidFill>
              </a:defRPr>
            </a:lvl8pPr>
            <a:lvl9pPr>
              <a:defRPr sz="20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60FF"/>
                </a:solidFill>
              </a:defRPr>
            </a:pPr>
            <a:r>
              <a:rPr sz="2025" b="1">
                <a:solidFill>
                  <a:srgbClr val="0860FF"/>
                </a:solidFill>
              </a:rPr>
              <a:t>Cuidado de las personas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706BD-BA82-40E6-AE44-6013345C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0864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61A35"/>
                </a:solidFill>
              </a:defRPr>
            </a:defPPr>
            <a:lvl1pPr>
              <a:defRPr sz="1575" b="0">
                <a:solidFill>
                  <a:srgbClr val="061A35"/>
                </a:solidFill>
              </a:defRPr>
            </a:lvl1pPr>
            <a:lvl2pPr>
              <a:defRPr sz="1575" b="0">
                <a:solidFill>
                  <a:srgbClr val="061A35"/>
                </a:solidFill>
              </a:defRPr>
            </a:lvl2pPr>
            <a:lvl3pPr>
              <a:defRPr sz="1575" b="0">
                <a:solidFill>
                  <a:srgbClr val="061A35"/>
                </a:solidFill>
              </a:defRPr>
            </a:lvl3pPr>
            <a:lvl4pPr>
              <a:defRPr sz="1575" b="0">
                <a:solidFill>
                  <a:srgbClr val="061A35"/>
                </a:solidFill>
              </a:defRPr>
            </a:lvl4pPr>
            <a:lvl5pPr>
              <a:defRPr sz="1575" b="0">
                <a:solidFill>
                  <a:srgbClr val="061A35"/>
                </a:solidFill>
              </a:defRPr>
            </a:lvl5pPr>
            <a:lvl6pPr>
              <a:defRPr sz="1575" b="0">
                <a:solidFill>
                  <a:srgbClr val="061A35"/>
                </a:solidFill>
              </a:defRPr>
            </a:lvl6pPr>
            <a:lvl7pPr>
              <a:defRPr sz="1575" b="0">
                <a:solidFill>
                  <a:srgbClr val="061A35"/>
                </a:solidFill>
              </a:defRPr>
            </a:lvl7pPr>
            <a:lvl8pPr>
              <a:defRPr sz="1575" b="0">
                <a:solidFill>
                  <a:srgbClr val="061A35"/>
                </a:solidFill>
              </a:defRPr>
            </a:lvl8pPr>
            <a:lvl9pPr>
              <a:defRPr sz="157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Comercios de barrio. Autonomía.</a:t>
            </a:r>
          </a:p>
          <a:p xmlns:a="http://schemas.openxmlformats.org/drawingml/2006/main">
            <a:pPr>
              <a:defRPr sz="1575" b="0">
                <a:solidFill>
                  <a:srgbClr val="061A35"/>
                </a:solidFill>
              </a:defRPr>
            </a:pPr>
            <a:r>
              <a:rPr sz="1575" b="0">
                <a:solidFill>
                  <a:srgbClr val="061A35"/>
                </a:solidFill>
              </a:rPr>
              <a:t>Cuidado de los datos.</a:t>
            </a:r>
          </a:p>
        </p:txBody>
      </p:sp>
    </p:spTree>
    <p:extLst>
      <p:ext uri="{BB962C8B-B14F-4D97-AF65-F5344CB8AC3E}">
        <p14:creationId xmlns:p14="http://schemas.microsoft.com/office/powerpoint/2010/main" val="1674233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50DCA-2058-49F2-BDA8-54F91E5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Conclusiones y futuro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8CEB0-F5E4-4688-A965-8D75875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8750-70D0-477F-BF68-AFB604E4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6CCE9"/>
                </a:solidFill>
              </a:defRPr>
            </a:defPPr>
            <a:lvl1pPr>
              <a:defRPr sz="3300" b="1">
                <a:solidFill>
                  <a:srgbClr val="B6CCE9"/>
                </a:solidFill>
              </a:defRPr>
            </a:lvl1pPr>
            <a:lvl2pPr>
              <a:defRPr sz="3300" b="1">
                <a:solidFill>
                  <a:srgbClr val="B6CCE9"/>
                </a:solidFill>
              </a:defRPr>
            </a:lvl2pPr>
            <a:lvl3pPr>
              <a:defRPr sz="3300" b="1">
                <a:solidFill>
                  <a:srgbClr val="B6CCE9"/>
                </a:solidFill>
              </a:defRPr>
            </a:lvl3pPr>
            <a:lvl4pPr>
              <a:defRPr sz="3300" b="1">
                <a:solidFill>
                  <a:srgbClr val="B6CCE9"/>
                </a:solidFill>
              </a:defRPr>
            </a:lvl4pPr>
            <a:lvl5pPr>
              <a:defRPr sz="3300" b="1">
                <a:solidFill>
                  <a:srgbClr val="B6CCE9"/>
                </a:solidFill>
              </a:defRPr>
            </a:lvl5pPr>
            <a:lvl6pPr>
              <a:defRPr sz="3300" b="1">
                <a:solidFill>
                  <a:srgbClr val="B6CCE9"/>
                </a:solidFill>
              </a:defRPr>
            </a:lvl6pPr>
            <a:lvl7pPr>
              <a:defRPr sz="3300" b="1">
                <a:solidFill>
                  <a:srgbClr val="B6CCE9"/>
                </a:solidFill>
              </a:defRPr>
            </a:lvl7pPr>
            <a:lvl8pPr>
              <a:defRPr sz="3300" b="1">
                <a:solidFill>
                  <a:srgbClr val="B6CCE9"/>
                </a:solidFill>
              </a:defRPr>
            </a:lvl8pPr>
            <a:lvl9pPr>
              <a:defRPr sz="330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B6CCE9"/>
                </a:solidFill>
              </a:defRPr>
            </a:pPr>
            <a:r>
              <a:rPr sz="3300" b="1">
                <a:solidFill>
                  <a:srgbClr val="B6CCE9"/>
                </a:solidFill>
              </a:rPr>
              <a:t>Conclusiones y futuro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1CE6F-D516-426E-BF6F-3ABE308C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67B9FF"/>
                </a:solidFill>
              </a:defRPr>
            </a:defPPr>
            <a:lvl1pPr>
              <a:defRPr sz="3225" b="1">
                <a:solidFill>
                  <a:srgbClr val="67B9FF"/>
                </a:solidFill>
              </a:defRPr>
            </a:lvl1pPr>
            <a:lvl2pPr>
              <a:defRPr sz="3225" b="1">
                <a:solidFill>
                  <a:srgbClr val="67B9FF"/>
                </a:solidFill>
              </a:defRPr>
            </a:lvl2pPr>
            <a:lvl3pPr>
              <a:defRPr sz="3225" b="1">
                <a:solidFill>
                  <a:srgbClr val="67B9FF"/>
                </a:solidFill>
              </a:defRPr>
            </a:lvl3pPr>
            <a:lvl4pPr>
              <a:defRPr sz="3225" b="1">
                <a:solidFill>
                  <a:srgbClr val="67B9FF"/>
                </a:solidFill>
              </a:defRPr>
            </a:lvl4pPr>
            <a:lvl5pPr>
              <a:defRPr sz="3225" b="1">
                <a:solidFill>
                  <a:srgbClr val="67B9FF"/>
                </a:solidFill>
              </a:defRPr>
            </a:lvl5pPr>
            <a:lvl6pPr>
              <a:defRPr sz="3225" b="1">
                <a:solidFill>
                  <a:srgbClr val="67B9FF"/>
                </a:solidFill>
              </a:defRPr>
            </a:lvl6pPr>
            <a:lvl7pPr>
              <a:defRPr sz="3225" b="1">
                <a:solidFill>
                  <a:srgbClr val="67B9FF"/>
                </a:solidFill>
              </a:defRPr>
            </a:lvl7pPr>
            <a:lvl8pPr>
              <a:defRPr sz="3225" b="1">
                <a:solidFill>
                  <a:srgbClr val="67B9FF"/>
                </a:solidFill>
              </a:defRPr>
            </a:lvl8pPr>
            <a:lvl9pPr>
              <a:defRPr sz="3225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67B9FF"/>
                </a:solidFill>
              </a:defRPr>
            </a:pPr>
            <a:r>
              <a:rPr sz="3225" b="1">
                <a:solidFill>
                  <a:srgbClr val="67B9FF"/>
                </a:solidFill>
              </a:rPr>
              <a:t>El comercio de Juan,</a:t>
            </a:r>
          </a:p>
          <a:p xmlns:a="http://schemas.openxmlformats.org/drawingml/2006/main">
            <a:pPr>
              <a:defRPr sz="3225" b="1">
                <a:solidFill>
                  <a:srgbClr val="67B9FF"/>
                </a:solidFill>
              </a:defRPr>
            </a:pPr>
            <a:r>
              <a:rPr sz="3225" b="1">
                <a:solidFill>
                  <a:srgbClr val="67B9FF"/>
                </a:solidFill>
              </a:rPr>
              <a:t>con información reunida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DDAF7-3B4E-456E-9EFA-18F32C6B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CCE9"/>
                </a:solidFill>
              </a:defRPr>
            </a:defPPr>
            <a:lvl1pPr>
              <a:defRPr sz="1350" b="1">
                <a:solidFill>
                  <a:srgbClr val="B6CCE9"/>
                </a:solidFill>
              </a:defRPr>
            </a:lvl1pPr>
            <a:lvl2pPr>
              <a:defRPr sz="1350" b="1">
                <a:solidFill>
                  <a:srgbClr val="B6CCE9"/>
                </a:solidFill>
              </a:defRPr>
            </a:lvl2pPr>
            <a:lvl3pPr>
              <a:defRPr sz="1350" b="1">
                <a:solidFill>
                  <a:srgbClr val="B6CCE9"/>
                </a:solidFill>
              </a:defRPr>
            </a:lvl3pPr>
            <a:lvl4pPr>
              <a:defRPr sz="1350" b="1">
                <a:solidFill>
                  <a:srgbClr val="B6CCE9"/>
                </a:solidFill>
              </a:defRPr>
            </a:lvl4pPr>
            <a:lvl5pPr>
              <a:defRPr sz="1350" b="1">
                <a:solidFill>
                  <a:srgbClr val="B6CCE9"/>
                </a:solidFill>
              </a:defRPr>
            </a:lvl5pPr>
            <a:lvl6pPr>
              <a:defRPr sz="1350" b="1">
                <a:solidFill>
                  <a:srgbClr val="B6CCE9"/>
                </a:solidFill>
              </a:defRPr>
            </a:lvl6pPr>
            <a:lvl7pPr>
              <a:defRPr sz="1350" b="1">
                <a:solidFill>
                  <a:srgbClr val="B6CCE9"/>
                </a:solidFill>
              </a:defRPr>
            </a:lvl7pPr>
            <a:lvl8pPr>
              <a:defRPr sz="1350" b="1">
                <a:solidFill>
                  <a:srgbClr val="B6CCE9"/>
                </a:solidFill>
              </a:defRPr>
            </a:lvl8pPr>
            <a:lvl9pPr>
              <a:defRPr sz="135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CCE9"/>
                </a:solidFill>
              </a:defRPr>
            </a:pPr>
            <a:r>
              <a:rPr sz="1350" b="1">
                <a:solidFill>
                  <a:srgbClr val="B6CCE9"/>
                </a:solidFill>
              </a:rPr>
              <a:t>APORTE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4920E-1FC4-4BC3-BD3B-CFFDA91C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Continuidad entre turnos y gestión desde el celular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14FA-3F2D-4FEF-B4D6-F50003C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CCE9"/>
                </a:solidFill>
              </a:defRPr>
            </a:defPPr>
            <a:lvl1pPr>
              <a:defRPr sz="1350" b="1">
                <a:solidFill>
                  <a:srgbClr val="B6CCE9"/>
                </a:solidFill>
              </a:defRPr>
            </a:lvl1pPr>
            <a:lvl2pPr>
              <a:defRPr sz="1350" b="1">
                <a:solidFill>
                  <a:srgbClr val="B6CCE9"/>
                </a:solidFill>
              </a:defRPr>
            </a:lvl2pPr>
            <a:lvl3pPr>
              <a:defRPr sz="1350" b="1">
                <a:solidFill>
                  <a:srgbClr val="B6CCE9"/>
                </a:solidFill>
              </a:defRPr>
            </a:lvl3pPr>
            <a:lvl4pPr>
              <a:defRPr sz="1350" b="1">
                <a:solidFill>
                  <a:srgbClr val="B6CCE9"/>
                </a:solidFill>
              </a:defRPr>
            </a:lvl4pPr>
            <a:lvl5pPr>
              <a:defRPr sz="1350" b="1">
                <a:solidFill>
                  <a:srgbClr val="B6CCE9"/>
                </a:solidFill>
              </a:defRPr>
            </a:lvl5pPr>
            <a:lvl6pPr>
              <a:defRPr sz="1350" b="1">
                <a:solidFill>
                  <a:srgbClr val="B6CCE9"/>
                </a:solidFill>
              </a:defRPr>
            </a:lvl6pPr>
            <a:lvl7pPr>
              <a:defRPr sz="1350" b="1">
                <a:solidFill>
                  <a:srgbClr val="B6CCE9"/>
                </a:solidFill>
              </a:defRPr>
            </a:lvl7pPr>
            <a:lvl8pPr>
              <a:defRPr sz="1350" b="1">
                <a:solidFill>
                  <a:srgbClr val="B6CCE9"/>
                </a:solidFill>
              </a:defRPr>
            </a:lvl8pPr>
            <a:lvl9pPr>
              <a:defRPr sz="135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CCE9"/>
                </a:solidFill>
              </a:defRPr>
            </a:pPr>
            <a:r>
              <a:rPr sz="1350" b="1">
                <a:solidFill>
                  <a:srgbClr val="B6CCE9"/>
                </a:solidFill>
              </a:rPr>
              <a:t>LÍMITES DE LA VERSIÓN ACTUAL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F6750-3BB6-4600-939D-A657834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Sin separación por comercio. Funciones con alcance inicial.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Sin modo de trabajo offline.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C1331-EA2A-41E5-8782-A974158E1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5d00e1d3841ae"/>
          <a:stretch xmlns:a="http://schemas.openxmlformats.org/drawingml/2006/main"/>
        </p:blipFill>
        <p:spPr>
          <a:xfrm xmlns:a="http://schemas.openxmlformats.org/drawingml/2006/main">
            <a:off x="9051178" y="1428750"/>
            <a:ext cx="2233518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58230-62B7-417B-8DB6-158B3431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B9FF"/>
                </a:solidFill>
              </a:defRPr>
            </a:defPPr>
            <a:lvl1pPr>
              <a:defRPr sz="2250" b="1">
                <a:solidFill>
                  <a:srgbClr val="67B9FF"/>
                </a:solidFill>
              </a:defRPr>
            </a:lvl1pPr>
            <a:lvl2pPr>
              <a:defRPr sz="2250" b="1">
                <a:solidFill>
                  <a:srgbClr val="67B9FF"/>
                </a:solidFill>
              </a:defRPr>
            </a:lvl2pPr>
            <a:lvl3pPr>
              <a:defRPr sz="2250" b="1">
                <a:solidFill>
                  <a:srgbClr val="67B9FF"/>
                </a:solidFill>
              </a:defRPr>
            </a:lvl3pPr>
            <a:lvl4pPr>
              <a:defRPr sz="2250" b="1">
                <a:solidFill>
                  <a:srgbClr val="67B9FF"/>
                </a:solidFill>
              </a:defRPr>
            </a:lvl4pPr>
            <a:lvl5pPr>
              <a:defRPr sz="2250" b="1">
                <a:solidFill>
                  <a:srgbClr val="67B9FF"/>
                </a:solidFill>
              </a:defRPr>
            </a:lvl5pPr>
            <a:lvl6pPr>
              <a:defRPr sz="2250" b="1">
                <a:solidFill>
                  <a:srgbClr val="67B9FF"/>
                </a:solidFill>
              </a:defRPr>
            </a:lvl6pPr>
            <a:lvl7pPr>
              <a:defRPr sz="2250" b="1">
                <a:solidFill>
                  <a:srgbClr val="67B9FF"/>
                </a:solidFill>
              </a:defRPr>
            </a:lvl7pPr>
            <a:lvl8pPr>
              <a:defRPr sz="2250" b="1">
                <a:solidFill>
                  <a:srgbClr val="67B9FF"/>
                </a:solidFill>
              </a:defRPr>
            </a:lvl8pPr>
            <a:lvl9pPr>
              <a:defRPr sz="225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B9FF"/>
                </a:solidFill>
              </a:defRPr>
            </a:pPr>
            <a:r>
              <a:rPr sz="2250" b="1">
                <a:solidFill>
                  <a:srgbClr val="67B9FF"/>
                </a:solidFill>
              </a:rPr>
              <a:t>Futura versión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4495F-8D03-4F23-8071-4EA8392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959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Base propia por comercio y mejora de las funciones actuales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877B3-275C-4601-A6B7-93EAECF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6CCE9"/>
                </a:solidFill>
              </a:defRPr>
            </a:defPPr>
            <a:lvl1pPr>
              <a:defRPr sz="1500" b="0">
                <a:solidFill>
                  <a:srgbClr val="B6CCE9"/>
                </a:solidFill>
              </a:defRPr>
            </a:lvl1pPr>
            <a:lvl2pPr>
              <a:defRPr sz="1500" b="0">
                <a:solidFill>
                  <a:srgbClr val="B6CCE9"/>
                </a:solidFill>
              </a:defRPr>
            </a:lvl2pPr>
            <a:lvl3pPr>
              <a:defRPr sz="1500" b="0">
                <a:solidFill>
                  <a:srgbClr val="B6CCE9"/>
                </a:solidFill>
              </a:defRPr>
            </a:lvl3pPr>
            <a:lvl4pPr>
              <a:defRPr sz="1500" b="0">
                <a:solidFill>
                  <a:srgbClr val="B6CCE9"/>
                </a:solidFill>
              </a:defRPr>
            </a:lvl4pPr>
            <a:lvl5pPr>
              <a:defRPr sz="1500" b="0">
                <a:solidFill>
                  <a:srgbClr val="B6CCE9"/>
                </a:solidFill>
              </a:defRPr>
            </a:lvl5pPr>
            <a:lvl6pPr>
              <a:defRPr sz="1500" b="0">
                <a:solidFill>
                  <a:srgbClr val="B6CCE9"/>
                </a:solidFill>
              </a:defRPr>
            </a:lvl6pPr>
            <a:lvl7pPr>
              <a:defRPr sz="1500" b="0">
                <a:solidFill>
                  <a:srgbClr val="B6CCE9"/>
                </a:solidFill>
              </a:defRPr>
            </a:lvl7pPr>
            <a:lvl8pPr>
              <a:defRPr sz="1500" b="0">
                <a:solidFill>
                  <a:srgbClr val="B6CCE9"/>
                </a:solidFill>
              </a:defRPr>
            </a:lvl8pPr>
            <a:lvl9pPr>
              <a:defRPr sz="150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6CCE9"/>
                </a:solidFill>
              </a:defRPr>
            </a:pPr>
            <a:r>
              <a:rPr sz="1500" b="0">
                <a:solidFill>
                  <a:srgbClr val="B6CCE9"/>
                </a:solidFill>
              </a:rPr>
              <a:t>Escaneo SKU  /  Operaciones sin conexión  /  Productos sin ventas recientes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1E5B7-F237-4777-8B63-752B01F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Gracias. ¿Preguntas?</a:t>
            </a:r>
          </a:p>
        </p:txBody>
      </p:sp>
    </p:spTree>
    <p:extLst>
      <p:ext uri="{BB962C8B-B14F-4D97-AF65-F5344CB8AC3E}">
        <p14:creationId xmlns:p14="http://schemas.microsoft.com/office/powerpoint/2010/main" val="146996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2026-10-30T02:27:45.0360000Z</dcterms:created>
  <dcterms:modified xsi:type="dcterms:W3CDTF">2026-10-30T02:27:45.0360000Z</dcterms:modified>
</coreProperties>
</file>