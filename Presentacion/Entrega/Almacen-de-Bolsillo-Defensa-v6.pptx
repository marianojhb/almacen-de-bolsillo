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9222064ca149d8" /><Relationship Type="http://schemas.openxmlformats.org/officeDocument/2006/relationships/extended-properties" Target="/docProps/app.xml" Id="R9cc4bfb41342485e" /><Relationship Type="http://schemas.openxmlformats.org/officeDocument/2006/relationships/officeDocument" Target="/ppt/presentation.xml" Id="R2dc7b9c40fa5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f00548e8443d9"/>
  </p:sldMasterIdLst>
  <p:notesMasterIdLst>
    <p:notesMasterId xmlns:r="http://schemas.openxmlformats.org/officeDocument/2006/relationships" r:id="Rdc861afea81a444d"/>
  </p:notesMasterIdLst>
  <p:sldIdLst>
    <p:sldId xmlns:r="http://schemas.openxmlformats.org/officeDocument/2006/relationships" id="256" r:id="R0c4420a422994988"/>
    <p:sldId xmlns:r="http://schemas.openxmlformats.org/officeDocument/2006/relationships" id="257" r:id="R91e9bccbac204006"/>
    <p:sldId xmlns:r="http://schemas.openxmlformats.org/officeDocument/2006/relationships" id="258" r:id="Rcacdaa678c3443aa"/>
    <p:sldId xmlns:r="http://schemas.openxmlformats.org/officeDocument/2006/relationships" id="259" r:id="Rfb1a32f00d95416c"/>
    <p:sldId xmlns:r="http://schemas.openxmlformats.org/officeDocument/2006/relationships" id="260" r:id="Rf3db6d1a496546ef"/>
    <p:sldId xmlns:r="http://schemas.openxmlformats.org/officeDocument/2006/relationships" id="261" r:id="R4fe4748c7b8d4560"/>
    <p:sldId xmlns:r="http://schemas.openxmlformats.org/officeDocument/2006/relationships" id="262" r:id="Rc1c40c5b88734a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3d53a40d14d9b" /><Relationship Type="http://schemas.openxmlformats.org/officeDocument/2006/relationships/slideMaster" Target="/ppt/slideMasters/slideMaster1.xml" Id="Rc29f00548e8443d9" /><Relationship Type="http://schemas.openxmlformats.org/officeDocument/2006/relationships/notesMaster" Target="/ppt/notesMasters/notesMaster1.xml" Id="Rdc861afea81a444d" /><Relationship Type="http://schemas.openxmlformats.org/officeDocument/2006/relationships/presProps" Target="/ppt/presProps.xml" Id="Rdec7f891aa494fae" /><Relationship Type="http://schemas.openxmlformats.org/officeDocument/2006/relationships/tableStyles" Target="/ppt/tableStyles.xml" Id="Rbb718cbe468e48f1" /><Relationship Type="http://schemas.openxmlformats.org/officeDocument/2006/relationships/slide" Target="/ppt/slides/slide1.xml" Id="R0c4420a422994988" /><Relationship Type="http://schemas.openxmlformats.org/officeDocument/2006/relationships/slide" Target="/ppt/slides/slide2.xml" Id="R91e9bccbac204006" /><Relationship Type="http://schemas.openxmlformats.org/officeDocument/2006/relationships/slide" Target="/ppt/slides/slide3.xml" Id="Rcacdaa678c3443aa" /><Relationship Type="http://schemas.openxmlformats.org/officeDocument/2006/relationships/slide" Target="/ppt/slides/slide4.xml" Id="Rfb1a32f00d95416c" /><Relationship Type="http://schemas.openxmlformats.org/officeDocument/2006/relationships/slide" Target="/ppt/slides/slide5.xml" Id="Rf3db6d1a496546ef" /><Relationship Type="http://schemas.openxmlformats.org/officeDocument/2006/relationships/slide" Target="/ppt/slides/slide6.xml" Id="R4fe4748c7b8d4560" /><Relationship Type="http://schemas.openxmlformats.org/officeDocument/2006/relationships/slide" Target="/ppt/slides/slide7.xml" Id="Rc1c40c5b8873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12503abf4b44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994af8b6b04870" /><Relationship Type="http://schemas.openxmlformats.org/officeDocument/2006/relationships/notesMaster" Target="/ppt/notesMasters/notesMaster1.xml" Id="R642e818589f7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ec23e4ff0454e" /><Relationship Type="http://schemas.openxmlformats.org/officeDocument/2006/relationships/notesMaster" Target="/ppt/notesMasters/notesMaster1.xml" Id="R4f0c7c086fb8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7264309d44204" /><Relationship Type="http://schemas.openxmlformats.org/officeDocument/2006/relationships/notesMaster" Target="/ppt/notesMasters/notesMaster1.xml" Id="Rbf5717cb0c1f46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d24372184540d9" /><Relationship Type="http://schemas.openxmlformats.org/officeDocument/2006/relationships/notesMaster" Target="/ppt/notesMasters/notesMaster1.xml" Id="R10c6b18ab05d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5fa4875a05476e" /><Relationship Type="http://schemas.openxmlformats.org/officeDocument/2006/relationships/notesMaster" Target="/ppt/notesMasters/notesMaster1.xml" Id="R61fff868a0fb4e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7c36aa81e940aa" /><Relationship Type="http://schemas.openxmlformats.org/officeDocument/2006/relationships/notesMaster" Target="/ppt/notesMasters/notesMaster1.xml" Id="Re85df99eaa43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ef5e277af4cb9" /><Relationship Type="http://schemas.openxmlformats.org/officeDocument/2006/relationships/notesMaster" Target="/ppt/notesMasters/notesMaster1.xml" Id="Ref4b326313cc42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Presentación</a:t>
            </a:r>
          </a:p>
          <a:p xmlns:a="http://schemas.openxmlformats.org/drawingml/2006/main">
            <a:r>
              <a:t>Tiempo: 0:30. Expositor sugerido: Lautaro.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Lautaro y Mariano. Desarrollamos Almacén de Bolsillo para organizar la actividad cotidiana de pequeños comercios desde el celular. Para mostrar qué resuelve, vamos a seguir un caso ficticio y recorrer una compra y una venta. La portada contiene textos y formas editables y capturas reales de Dashboard y Productos, insertadas como imágenes independientes que pueden reemplazarse.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proyecto: README.md; docs/GuiaDePantallas.md.</a:t>
            </a:r>
          </a:p>
          <a:p xmlns:a="http://schemas.openxmlformats.org/drawingml/2006/main">
            <a:r>
              <a:t>Caso de Juan y cantidades: ejemplo ficticio para la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2. Una persona atiende por turno. Reservar la aplicación para la solución.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3. Recorrer las tres relaciones de arriba abajo. La demostración detallada queda para los videos.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insertar el video local del punto 4. Fuente: Guion-de-defensa.md, apartado PowerPoint. Sin contenido adicional hasta incorporar la grabación.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Espacio reservado para insertar el video local del punto 5. Fuente: Guion-de-defensa.md, apartado PowerPoint. Sin contenido adicional hasta incorporar la grabación.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6. Recorrer el esquema y el ejemplo de venta de izquierda a derecha. Señalar los botones y textos de la captura. Explicar los objetivos de facilidad de uso e impacto social sin atribuir resultados medidos. Prisma se menciona oralmente. Los detalles técnicos quedan para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Guion-de-defensa.md, apartado PowerPoint del punto 7. Base propia por comercio: propuesta multi tenant para una futura versión. Impacto y utilidad como propósitos, sin cifras no medidas. Presentar las mejoras como propuestas. Cerrar con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3af9d741c48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f1b66814d4b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dd8637dad47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029483d9b47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a9691a24a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2538fb244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6BF831-9FE4-422F-8F11-43E40D1EE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FC17FA-FB4E-4B53-9797-8731FF53DF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A589E2-A599-4E6F-AB7D-C85CF9D30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48CF38-F1E3-4973-8362-1228FAE54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20A46-4EE2-4C68-BBA5-2D59C32BF6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FBD770-9CE8-4F3D-900A-59BAC7D5A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80E83E-E29E-4C4C-B11E-4335E3C1F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8A965B-25B5-4A03-A68B-EB921FF489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867F85-3472-48C0-9100-EA3D08D42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22986E-FA1D-4F72-837D-5A94143B6F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aaa19761c43cf" /><Relationship Type="http://schemas.openxmlformats.org/officeDocument/2006/relationships/slideLayout" Target="/ppt/slideLayouts/slideLayout1.xml" Id="R6066871084da41e9" /><Relationship Type="http://schemas.openxmlformats.org/officeDocument/2006/relationships/slideLayout" Target="/ppt/slideLayouts/slideLayout2.xml" Id="Re85b6b618c334a26" /><Relationship Type="http://schemas.openxmlformats.org/officeDocument/2006/relationships/slideLayout" Target="/ppt/slideLayouts/slideLayout3.xml" Id="R1dfa81f8a6a54a67" /><Relationship Type="http://schemas.openxmlformats.org/officeDocument/2006/relationships/slideLayout" Target="/ppt/slideLayouts/slideLayout4.xml" Id="Rb23f21bdb4bc4856" /><Relationship Type="http://schemas.openxmlformats.org/officeDocument/2006/relationships/slideLayout" Target="/ppt/slideLayouts/slideLayout5.xml" Id="R7c58c50d00df4ef2" /><Relationship Type="http://schemas.openxmlformats.org/officeDocument/2006/relationships/slideLayout" Target="/ppt/slideLayouts/slideLayout6.xml" Id="Rbe6f0d9f970d4d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6871084da41e9"/>
    <p:sldLayoutId xmlns:r="http://schemas.openxmlformats.org/officeDocument/2006/relationships" id="2147483650" r:id="Re85b6b618c334a26"/>
    <p:sldLayoutId xmlns:r="http://schemas.openxmlformats.org/officeDocument/2006/relationships" id="2147483651" r:id="R1dfa81f8a6a54a67"/>
    <p:sldLayoutId xmlns:r="http://schemas.openxmlformats.org/officeDocument/2006/relationships" id="2147483652" r:id="Rb23f21bdb4bc4856"/>
    <p:sldLayoutId xmlns:r="http://schemas.openxmlformats.org/officeDocument/2006/relationships" id="2147483653" r:id="R7c58c50d00df4ef2"/>
    <p:sldLayoutId xmlns:r="http://schemas.openxmlformats.org/officeDocument/2006/relationships" id="2147483654" r:id="Rbe6f0d9f970d4d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fec3d80664195" /><Relationship Type="http://schemas.openxmlformats.org/officeDocument/2006/relationships/image" Target="/ppt/media/image.png" Id="R4fc1735cbe084a0d" /><Relationship Type="http://schemas.openxmlformats.org/officeDocument/2006/relationships/image" Target="/ppt/media/image2.png" Id="R1b99175607b841a0" /><Relationship Type="http://schemas.openxmlformats.org/officeDocument/2006/relationships/notesSlide" Target="/ppt/notesSlides/notesSlide1.xml" Id="Rfae10291fa4e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966ec12ff40ec" /><Relationship Type="http://schemas.openxmlformats.org/officeDocument/2006/relationships/notesSlide" Target="/ppt/notesSlides/notesSlide2.xml" Id="R3217877387554a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394e5092d4ba9" /><Relationship Type="http://schemas.openxmlformats.org/officeDocument/2006/relationships/notesSlide" Target="/ppt/notesSlides/notesSlide3.xml" Id="R70ded9264fda48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aea0829694105" /><Relationship Type="http://schemas.openxmlformats.org/officeDocument/2006/relationships/notesSlide" Target="/ppt/notesSlides/notesSlide4.xml" Id="Rb5438181f8da44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5e44326424918" /><Relationship Type="http://schemas.openxmlformats.org/officeDocument/2006/relationships/notesSlide" Target="/ppt/notesSlides/notesSlide5.xml" Id="R329c32a4965a4e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94cd9588349fb" /><Relationship Type="http://schemas.openxmlformats.org/officeDocument/2006/relationships/image" Target="/ppt/media/image3.png" Id="R0028e6409f954edf" /><Relationship Type="http://schemas.openxmlformats.org/officeDocument/2006/relationships/notesSlide" Target="/ppt/notesSlides/notesSlide6.xml" Id="R61e8a924f9984b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0c90fc796407d" /><Relationship Type="http://schemas.openxmlformats.org/officeDocument/2006/relationships/notesSlide" Target="/ppt/notesSlides/notesSlide7.xml" Id="R8c09f4344409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2B34F-210B-45D6-AC70-5033AA1A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-1238250"/>
            <a:ext cx="8096250" cy="823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5D72D-2404-4F7A-B1B8-81FB530E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-952500"/>
            <a:ext cx="70485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DB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3A88A-799C-48D1-8890-C3CF14F8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33450"/>
            <a:ext cx="5048250" cy="500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107C1-9494-41E4-9CF7-8E27E12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770A1-4E66-44F7-AA52-8051CFA3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E864C-A064-4745-BB03-2CDB47CA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6477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061A35"/>
                </a:solidFill>
              </a:defRPr>
            </a:defPPr>
            <a:lvl1pPr>
              <a:defRPr sz="8400" b="1">
                <a:solidFill>
                  <a:srgbClr val="061A35"/>
                </a:solidFill>
              </a:defRPr>
            </a:lvl1pPr>
            <a:lvl2pPr>
              <a:defRPr sz="8400" b="1">
                <a:solidFill>
                  <a:srgbClr val="061A35"/>
                </a:solidFill>
              </a:defRPr>
            </a:lvl2pPr>
            <a:lvl3pPr>
              <a:defRPr sz="8400" b="1">
                <a:solidFill>
                  <a:srgbClr val="061A35"/>
                </a:solidFill>
              </a:defRPr>
            </a:lvl3pPr>
            <a:lvl4pPr>
              <a:defRPr sz="8400" b="1">
                <a:solidFill>
                  <a:srgbClr val="061A35"/>
                </a:solidFill>
              </a:defRPr>
            </a:lvl4pPr>
            <a:lvl5pPr>
              <a:defRPr sz="8400" b="1">
                <a:solidFill>
                  <a:srgbClr val="061A35"/>
                </a:solidFill>
              </a:defRPr>
            </a:lvl5pPr>
            <a:lvl6pPr>
              <a:defRPr sz="8400" b="1">
                <a:solidFill>
                  <a:srgbClr val="061A35"/>
                </a:solidFill>
              </a:defRPr>
            </a:lvl6pPr>
            <a:lvl7pPr>
              <a:defRPr sz="8400" b="1">
                <a:solidFill>
                  <a:srgbClr val="061A35"/>
                </a:solidFill>
              </a:defRPr>
            </a:lvl7pPr>
            <a:lvl8pPr>
              <a:defRPr sz="8400" b="1">
                <a:solidFill>
                  <a:srgbClr val="061A35"/>
                </a:solidFill>
              </a:defRPr>
            </a:lvl8pPr>
            <a:lvl9pPr>
              <a:defRPr sz="84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061A35"/>
                </a:solidFill>
              </a:defRPr>
            </a:pPr>
            <a:r>
              <a:rPr sz="8400" b="1">
                <a:solidFill>
                  <a:srgbClr val="061A35"/>
                </a:solidFill>
              </a:rPr>
              <a:t>Almacén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A2012-45CF-43E6-95B8-1C0033E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47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650" b="1">
                <a:solidFill>
                  <a:srgbClr val="0860FF"/>
                </a:solidFill>
              </a:defRPr>
            </a:defPPr>
            <a:lvl1pPr>
              <a:defRPr sz="7650" b="1">
                <a:solidFill>
                  <a:srgbClr val="0860FF"/>
                </a:solidFill>
              </a:defRPr>
            </a:lvl1pPr>
            <a:lvl2pPr>
              <a:defRPr sz="7650" b="1">
                <a:solidFill>
                  <a:srgbClr val="0860FF"/>
                </a:solidFill>
              </a:defRPr>
            </a:lvl2pPr>
            <a:lvl3pPr>
              <a:defRPr sz="7650" b="1">
                <a:solidFill>
                  <a:srgbClr val="0860FF"/>
                </a:solidFill>
              </a:defRPr>
            </a:lvl3pPr>
            <a:lvl4pPr>
              <a:defRPr sz="7650" b="1">
                <a:solidFill>
                  <a:srgbClr val="0860FF"/>
                </a:solidFill>
              </a:defRPr>
            </a:lvl4pPr>
            <a:lvl5pPr>
              <a:defRPr sz="7650" b="1">
                <a:solidFill>
                  <a:srgbClr val="0860FF"/>
                </a:solidFill>
              </a:defRPr>
            </a:lvl5pPr>
            <a:lvl6pPr>
              <a:defRPr sz="7650" b="1">
                <a:solidFill>
                  <a:srgbClr val="0860FF"/>
                </a:solidFill>
              </a:defRPr>
            </a:lvl6pPr>
            <a:lvl7pPr>
              <a:defRPr sz="7650" b="1">
                <a:solidFill>
                  <a:srgbClr val="0860FF"/>
                </a:solidFill>
              </a:defRPr>
            </a:lvl7pPr>
            <a:lvl8pPr>
              <a:defRPr sz="7650" b="1">
                <a:solidFill>
                  <a:srgbClr val="0860FF"/>
                </a:solidFill>
              </a:defRPr>
            </a:lvl8pPr>
            <a:lvl9pPr>
              <a:defRPr sz="76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7650" b="1">
                <a:solidFill>
                  <a:srgbClr val="0860FF"/>
                </a:solidFill>
              </a:defRPr>
            </a:pPr>
            <a:r>
              <a:rPr sz="7650" b="1">
                <a:solidFill>
                  <a:srgbClr val="0860FF"/>
                </a:solidFill>
              </a:rPr>
              <a:t>de bolsillo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2FD42-E223-49B3-8400-42D14B8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36B91"/>
                </a:solidFill>
              </a:defRPr>
            </a:defPPr>
            <a:lvl1pPr>
              <a:defRPr sz="2550" b="1">
                <a:solidFill>
                  <a:srgbClr val="536B91"/>
                </a:solidFill>
              </a:defRPr>
            </a:lvl1pPr>
            <a:lvl2pPr>
              <a:defRPr sz="2550" b="1">
                <a:solidFill>
                  <a:srgbClr val="536B91"/>
                </a:solidFill>
              </a:defRPr>
            </a:lvl2pPr>
            <a:lvl3pPr>
              <a:defRPr sz="2550" b="1">
                <a:solidFill>
                  <a:srgbClr val="536B91"/>
                </a:solidFill>
              </a:defRPr>
            </a:lvl3pPr>
            <a:lvl4pPr>
              <a:defRPr sz="2550" b="1">
                <a:solidFill>
                  <a:srgbClr val="536B91"/>
                </a:solidFill>
              </a:defRPr>
            </a:lvl4pPr>
            <a:lvl5pPr>
              <a:defRPr sz="2550" b="1">
                <a:solidFill>
                  <a:srgbClr val="536B91"/>
                </a:solidFill>
              </a:defRPr>
            </a:lvl5pPr>
            <a:lvl6pPr>
              <a:defRPr sz="2550" b="1">
                <a:solidFill>
                  <a:srgbClr val="536B91"/>
                </a:solidFill>
              </a:defRPr>
            </a:lvl6pPr>
            <a:lvl7pPr>
              <a:defRPr sz="2550" b="1">
                <a:solidFill>
                  <a:srgbClr val="536B91"/>
                </a:solidFill>
              </a:defRPr>
            </a:lvl7pPr>
            <a:lvl8pPr>
              <a:defRPr sz="2550" b="1">
                <a:solidFill>
                  <a:srgbClr val="536B91"/>
                </a:solidFill>
              </a:defRPr>
            </a:lvl8pPr>
            <a:lvl9pPr>
              <a:defRPr sz="25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36B91"/>
                </a:solidFill>
              </a:defRPr>
            </a:pPr>
            <a:r>
              <a:rPr sz="2550" b="1">
                <a:solidFill>
                  <a:srgbClr val="536B91"/>
                </a:solidFill>
              </a:rPr>
              <a:t>Presentación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8CB6C-3C00-4501-A4AC-E819546E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38550"/>
            <a:ext cx="53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A6DA2-D150-49B4-B2B6-60CBD911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61A35"/>
                </a:solidFill>
              </a:defRPr>
            </a:pPr>
            <a:r>
              <a:rPr sz="1650" b="0">
                <a:solidFill>
                  <a:srgbClr val="061A35"/>
                </a:solidFill>
              </a:rPr>
              <a:t>App móvil multiplataforma desarrollada 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E93F-AE1B-405F-BC2D-F9D303F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60FF"/>
                </a:solidFill>
              </a:defRPr>
            </a:defPPr>
            <a:lvl1pPr>
              <a:defRPr sz="1725" b="1">
                <a:solidFill>
                  <a:srgbClr val="0860FF"/>
                </a:solidFill>
              </a:defRPr>
            </a:lvl1pPr>
            <a:lvl2pPr>
              <a:defRPr sz="1725" b="1">
                <a:solidFill>
                  <a:srgbClr val="0860FF"/>
                </a:solidFill>
              </a:defRPr>
            </a:lvl2pPr>
            <a:lvl3pPr>
              <a:defRPr sz="1725" b="1">
                <a:solidFill>
                  <a:srgbClr val="0860FF"/>
                </a:solidFill>
              </a:defRPr>
            </a:lvl3pPr>
            <a:lvl4pPr>
              <a:defRPr sz="1725" b="1">
                <a:solidFill>
                  <a:srgbClr val="0860FF"/>
                </a:solidFill>
              </a:defRPr>
            </a:lvl4pPr>
            <a:lvl5pPr>
              <a:defRPr sz="1725" b="1">
                <a:solidFill>
                  <a:srgbClr val="0860FF"/>
                </a:solidFill>
              </a:defRPr>
            </a:lvl5pPr>
            <a:lvl6pPr>
              <a:defRPr sz="1725" b="1">
                <a:solidFill>
                  <a:srgbClr val="0860FF"/>
                </a:solidFill>
              </a:defRPr>
            </a:lvl6pPr>
            <a:lvl7pPr>
              <a:defRPr sz="1725" b="1">
                <a:solidFill>
                  <a:srgbClr val="0860FF"/>
                </a:solidFill>
              </a:defRPr>
            </a:lvl7pPr>
            <a:lvl8pPr>
              <a:defRPr sz="1725" b="1">
                <a:solidFill>
                  <a:srgbClr val="0860FF"/>
                </a:solidFill>
              </a:defRPr>
            </a:lvl8pPr>
            <a:lvl9pPr>
              <a:defRPr sz="17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60FF"/>
                </a:solidFill>
              </a:defRPr>
            </a:pPr>
            <a:r>
              <a:rPr sz="1725" b="1">
                <a:solidFill>
                  <a:srgbClr val="0860FF"/>
                </a:solidFill>
              </a:rPr>
              <a:t>React Native + Expo,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4C3BC-B0C6-4896-8378-173B210F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3850"/>
            <a:ext cx="3952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compatible con dispositivos móviles.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FE235-61D7-483F-B4D6-F92956F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F2B5A-24E4-44DE-BF0D-89CAE82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96022-6612-44F6-85DA-49A4607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98637-C56B-4D54-86B3-D2DC8EE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1F94E-1C07-4998-A8B5-2723F72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7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4E389-F2C9-46C8-A556-1267E29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68C48-45B3-48BF-8582-4AFD76F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1B5B5-1C5F-4003-B109-A7F47E0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E938D-E7D1-4BC4-9FF4-9C56144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9650"/>
            <a:ext cx="171450" cy="27622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0860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90CE7-13D2-4750-A4F2-CF11AFB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38100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1BAA5-E2F3-420A-B8F2-567158F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38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A62DB-7A33-48B3-BEC0-F018D92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2917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600A1-0CC6-4AA7-9E0C-8B403E1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05930-0161-4B7E-B436-9797980E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62525"/>
            <a:ext cx="2667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E9FF"/>
          </a:solidFill>
          <a:ln xmlns:a="http://schemas.openxmlformats.org/drawingml/2006/main" w="21908">
            <a:solidFill>
              <a:srgbClr val="0860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B1F23-7A3C-425A-9DF8-1E1C3D7D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4345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100%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B329F-3F5D-4F73-A724-7B41AFF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61A35"/>
                </a:solidFill>
              </a:defRPr>
            </a:defPPr>
            <a:lvl1pPr>
              <a:defRPr sz="1425" b="1">
                <a:solidFill>
                  <a:srgbClr val="061A35"/>
                </a:solidFill>
              </a:defRPr>
            </a:lvl1pPr>
            <a:lvl2pPr>
              <a:defRPr sz="1425" b="1">
                <a:solidFill>
                  <a:srgbClr val="061A35"/>
                </a:solidFill>
              </a:defRPr>
            </a:lvl2pPr>
            <a:lvl3pPr>
              <a:defRPr sz="1425" b="1">
                <a:solidFill>
                  <a:srgbClr val="061A35"/>
                </a:solidFill>
              </a:defRPr>
            </a:lvl3pPr>
            <a:lvl4pPr>
              <a:defRPr sz="1425" b="1">
                <a:solidFill>
                  <a:srgbClr val="061A35"/>
                </a:solidFill>
              </a:defRPr>
            </a:lvl4pPr>
            <a:lvl5pPr>
              <a:defRPr sz="1425" b="1">
                <a:solidFill>
                  <a:srgbClr val="061A35"/>
                </a:solidFill>
              </a:defRPr>
            </a:lvl5pPr>
            <a:lvl6pPr>
              <a:defRPr sz="1425" b="1">
                <a:solidFill>
                  <a:srgbClr val="061A35"/>
                </a:solidFill>
              </a:defRPr>
            </a:lvl6pPr>
            <a:lvl7pPr>
              <a:defRPr sz="1425" b="1">
                <a:solidFill>
                  <a:srgbClr val="061A35"/>
                </a:solidFill>
              </a:defRPr>
            </a:lvl7pPr>
            <a:lvl8pPr>
              <a:defRPr sz="1425" b="1">
                <a:solidFill>
                  <a:srgbClr val="061A35"/>
                </a:solidFill>
              </a:defRPr>
            </a:lvl8pPr>
            <a:lvl9pPr>
              <a:defRPr sz="14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React Native</a:t>
            </a:r>
          </a:p>
          <a:p xmlns:a="http://schemas.openxmlformats.org/drawingml/2006/main">
            <a:pPr>
              <a:defRPr sz="1425" b="1">
                <a:solidFill>
                  <a:srgbClr val="061A35"/>
                </a:solidFill>
              </a:defRPr>
            </a:pPr>
            <a:r>
              <a:rPr sz="1425" b="1">
                <a:solidFill>
                  <a:srgbClr val="061A35"/>
                </a:solidFill>
              </a:rPr>
              <a:t>+ Expo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E0204-EA18-4627-B34E-44EFBB0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43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Compatible</a:t>
            </a:r>
          </a:p>
          <a:p xmlns:a="http://schemas.openxmlformats.org/drawingml/2006/main">
            <a:pPr>
              <a:defRPr sz="1425" b="0">
                <a:solidFill>
                  <a:srgbClr val="061A35"/>
                </a:solidFill>
              </a:defRPr>
            </a:pPr>
            <a:r>
              <a:rPr sz="1425" b="0">
                <a:solidFill>
                  <a:srgbClr val="061A35"/>
                </a:solidFill>
              </a:rPr>
              <a:t>Android e iOS</a:t>
            </a:r>
          </a:p>
        </p:txBody>
      </p:sp>
      <p:sp>
        <p:nvSpPr>
          <p:cNvPr id="30" name="Logo UTN editable">
            <a:extLst xmlns:a="http://schemas.openxmlformats.org/drawingml/2006/main">
              <a:ext uri="{FF2B5EF4-FFF2-40B4-BE49-F238E27FC236}">
                <a16:creationId xmlns:a16="http://schemas.microsoft.com/office/drawing/2014/main" id="{684FF3BA-D972-4CFB-94DE-F2788569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905000" cy="500063"/>
          </a:xfrm>
          <a:custGeom xmlns:a="http://schemas.openxmlformats.org/drawingml/2006/main">
            <a:pathLst>
              <a:path w="2505075" h="657225">
                <a:moveTo>
                  <a:pt x="38100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38100" y="19050"/>
                </a:lnTo>
                <a:close/>
                <a:moveTo>
                  <a:pt x="285750" y="9525"/>
                </a:moveTo>
                <a:lnTo>
                  <a:pt x="381000" y="9525"/>
                </a:lnTo>
                <a:lnTo>
                  <a:pt x="381000" y="19050"/>
                </a:lnTo>
                <a:lnTo>
                  <a:pt x="285750" y="19050"/>
                </a:lnTo>
                <a:close/>
                <a:moveTo>
                  <a:pt x="533400" y="9525"/>
                </a:moveTo>
                <a:lnTo>
                  <a:pt x="628650" y="9525"/>
                </a:lnTo>
                <a:lnTo>
                  <a:pt x="628650" y="19050"/>
                </a:lnTo>
                <a:lnTo>
                  <a:pt x="533400" y="19050"/>
                </a:lnTo>
                <a:close/>
                <a:moveTo>
                  <a:pt x="2857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28575" y="28575"/>
                </a:lnTo>
                <a:close/>
                <a:moveTo>
                  <a:pt x="285750" y="19050"/>
                </a:moveTo>
                <a:lnTo>
                  <a:pt x="390525" y="19050"/>
                </a:lnTo>
                <a:lnTo>
                  <a:pt x="390525" y="28575"/>
                </a:lnTo>
                <a:lnTo>
                  <a:pt x="285750" y="28575"/>
                </a:lnTo>
                <a:close/>
                <a:moveTo>
                  <a:pt x="523875" y="19050"/>
                </a:moveTo>
                <a:lnTo>
                  <a:pt x="638175" y="19050"/>
                </a:lnTo>
                <a:lnTo>
                  <a:pt x="638175" y="28575"/>
                </a:lnTo>
                <a:lnTo>
                  <a:pt x="523875" y="28575"/>
                </a:lnTo>
                <a:close/>
                <a:moveTo>
                  <a:pt x="3810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38100" y="38100"/>
                </a:lnTo>
                <a:close/>
                <a:moveTo>
                  <a:pt x="285750" y="28575"/>
                </a:moveTo>
                <a:lnTo>
                  <a:pt x="390525" y="28575"/>
                </a:lnTo>
                <a:lnTo>
                  <a:pt x="390525" y="38100"/>
                </a:lnTo>
                <a:lnTo>
                  <a:pt x="285750" y="38100"/>
                </a:lnTo>
                <a:close/>
                <a:moveTo>
                  <a:pt x="523875" y="28575"/>
                </a:moveTo>
                <a:lnTo>
                  <a:pt x="628650" y="28575"/>
                </a:lnTo>
                <a:lnTo>
                  <a:pt x="628650" y="38100"/>
                </a:lnTo>
                <a:lnTo>
                  <a:pt x="523875" y="38100"/>
                </a:lnTo>
                <a:close/>
                <a:moveTo>
                  <a:pt x="904875" y="28575"/>
                </a:moveTo>
                <a:lnTo>
                  <a:pt x="1047750" y="28575"/>
                </a:lnTo>
                <a:lnTo>
                  <a:pt x="1047750" y="38100"/>
                </a:lnTo>
                <a:lnTo>
                  <a:pt x="904875" y="38100"/>
                </a:lnTo>
                <a:close/>
                <a:moveTo>
                  <a:pt x="1266825" y="28575"/>
                </a:moveTo>
                <a:lnTo>
                  <a:pt x="1409700" y="28575"/>
                </a:lnTo>
                <a:lnTo>
                  <a:pt x="1409700" y="38100"/>
                </a:lnTo>
                <a:lnTo>
                  <a:pt x="1266825" y="38100"/>
                </a:lnTo>
                <a:close/>
                <a:moveTo>
                  <a:pt x="1447800" y="28575"/>
                </a:moveTo>
                <a:lnTo>
                  <a:pt x="1914525" y="28575"/>
                </a:lnTo>
                <a:lnTo>
                  <a:pt x="1914525" y="38100"/>
                </a:lnTo>
                <a:lnTo>
                  <a:pt x="1447800" y="38100"/>
                </a:lnTo>
                <a:close/>
                <a:moveTo>
                  <a:pt x="1952625" y="28575"/>
                </a:moveTo>
                <a:lnTo>
                  <a:pt x="2114550" y="28575"/>
                </a:lnTo>
                <a:lnTo>
                  <a:pt x="2114550" y="38100"/>
                </a:lnTo>
                <a:lnTo>
                  <a:pt x="1952625" y="38100"/>
                </a:lnTo>
                <a:close/>
                <a:moveTo>
                  <a:pt x="2324100" y="28575"/>
                </a:moveTo>
                <a:lnTo>
                  <a:pt x="2466975" y="28575"/>
                </a:lnTo>
                <a:lnTo>
                  <a:pt x="2466975" y="38100"/>
                </a:lnTo>
                <a:lnTo>
                  <a:pt x="2324100" y="38100"/>
                </a:lnTo>
                <a:close/>
                <a:moveTo>
                  <a:pt x="38100" y="38100"/>
                </a:moveTo>
                <a:lnTo>
                  <a:pt x="142875" y="38100"/>
                </a:lnTo>
                <a:lnTo>
                  <a:pt x="142875" y="47625"/>
                </a:lnTo>
                <a:lnTo>
                  <a:pt x="38100" y="47625"/>
                </a:lnTo>
                <a:close/>
                <a:moveTo>
                  <a:pt x="285750" y="38100"/>
                </a:moveTo>
                <a:lnTo>
                  <a:pt x="390525" y="38100"/>
                </a:lnTo>
                <a:lnTo>
                  <a:pt x="390525" y="47625"/>
                </a:lnTo>
                <a:lnTo>
                  <a:pt x="285750" y="47625"/>
                </a:lnTo>
                <a:close/>
                <a:moveTo>
                  <a:pt x="523875" y="38100"/>
                </a:moveTo>
                <a:lnTo>
                  <a:pt x="628650" y="38100"/>
                </a:lnTo>
                <a:lnTo>
                  <a:pt x="628650" y="47625"/>
                </a:lnTo>
                <a:lnTo>
                  <a:pt x="523875" y="47625"/>
                </a:lnTo>
                <a:close/>
                <a:moveTo>
                  <a:pt x="904875" y="38100"/>
                </a:moveTo>
                <a:lnTo>
                  <a:pt x="1047750" y="38100"/>
                </a:lnTo>
                <a:lnTo>
                  <a:pt x="1047750" y="47625"/>
                </a:lnTo>
                <a:lnTo>
                  <a:pt x="904875" y="47625"/>
                </a:lnTo>
                <a:close/>
                <a:moveTo>
                  <a:pt x="1266825" y="38100"/>
                </a:moveTo>
                <a:lnTo>
                  <a:pt x="1409700" y="38100"/>
                </a:lnTo>
                <a:lnTo>
                  <a:pt x="1409700" y="47625"/>
                </a:lnTo>
                <a:lnTo>
                  <a:pt x="1266825" y="47625"/>
                </a:lnTo>
                <a:close/>
                <a:moveTo>
                  <a:pt x="1447800" y="38100"/>
                </a:moveTo>
                <a:lnTo>
                  <a:pt x="1914525" y="38100"/>
                </a:lnTo>
                <a:lnTo>
                  <a:pt x="1914525" y="47625"/>
                </a:lnTo>
                <a:lnTo>
                  <a:pt x="1447800" y="47625"/>
                </a:lnTo>
                <a:close/>
                <a:moveTo>
                  <a:pt x="1952625" y="38100"/>
                </a:moveTo>
                <a:lnTo>
                  <a:pt x="2114550" y="38100"/>
                </a:lnTo>
                <a:lnTo>
                  <a:pt x="2114550" y="47625"/>
                </a:lnTo>
                <a:lnTo>
                  <a:pt x="1952625" y="47625"/>
                </a:lnTo>
                <a:close/>
                <a:moveTo>
                  <a:pt x="2324100" y="38100"/>
                </a:moveTo>
                <a:lnTo>
                  <a:pt x="2466975" y="38100"/>
                </a:lnTo>
                <a:lnTo>
                  <a:pt x="2466975" y="47625"/>
                </a:lnTo>
                <a:lnTo>
                  <a:pt x="2324100" y="47625"/>
                </a:lnTo>
                <a:close/>
                <a:moveTo>
                  <a:pt x="38100" y="47625"/>
                </a:moveTo>
                <a:lnTo>
                  <a:pt x="152400" y="47625"/>
                </a:lnTo>
                <a:lnTo>
                  <a:pt x="152400" y="57150"/>
                </a:lnTo>
                <a:lnTo>
                  <a:pt x="38100" y="57150"/>
                </a:lnTo>
                <a:close/>
                <a:moveTo>
                  <a:pt x="285750" y="47625"/>
                </a:moveTo>
                <a:lnTo>
                  <a:pt x="390525" y="47625"/>
                </a:lnTo>
                <a:lnTo>
                  <a:pt x="390525" y="57150"/>
                </a:lnTo>
                <a:lnTo>
                  <a:pt x="285750" y="57150"/>
                </a:lnTo>
                <a:close/>
                <a:moveTo>
                  <a:pt x="514350" y="47625"/>
                </a:moveTo>
                <a:lnTo>
                  <a:pt x="628650" y="47625"/>
                </a:lnTo>
                <a:lnTo>
                  <a:pt x="628650" y="57150"/>
                </a:lnTo>
                <a:lnTo>
                  <a:pt x="514350" y="57150"/>
                </a:lnTo>
                <a:close/>
                <a:moveTo>
                  <a:pt x="904875" y="47625"/>
                </a:moveTo>
                <a:lnTo>
                  <a:pt x="1047750" y="47625"/>
                </a:lnTo>
                <a:lnTo>
                  <a:pt x="1047750" y="57150"/>
                </a:lnTo>
                <a:lnTo>
                  <a:pt x="904875" y="57150"/>
                </a:lnTo>
                <a:close/>
                <a:moveTo>
                  <a:pt x="1266825" y="47625"/>
                </a:moveTo>
                <a:lnTo>
                  <a:pt x="1409700" y="47625"/>
                </a:lnTo>
                <a:lnTo>
                  <a:pt x="1409700" y="57150"/>
                </a:lnTo>
                <a:lnTo>
                  <a:pt x="1266825" y="57150"/>
                </a:lnTo>
                <a:close/>
                <a:moveTo>
                  <a:pt x="1447800" y="47625"/>
                </a:moveTo>
                <a:lnTo>
                  <a:pt x="1914525" y="47625"/>
                </a:lnTo>
                <a:lnTo>
                  <a:pt x="1914525" y="57150"/>
                </a:lnTo>
                <a:lnTo>
                  <a:pt x="1447800" y="57150"/>
                </a:lnTo>
                <a:close/>
                <a:moveTo>
                  <a:pt x="1952625" y="47625"/>
                </a:moveTo>
                <a:lnTo>
                  <a:pt x="2124075" y="47625"/>
                </a:lnTo>
                <a:lnTo>
                  <a:pt x="2124075" y="57150"/>
                </a:lnTo>
                <a:lnTo>
                  <a:pt x="1952625" y="57150"/>
                </a:lnTo>
                <a:close/>
                <a:moveTo>
                  <a:pt x="2324100" y="47625"/>
                </a:moveTo>
                <a:lnTo>
                  <a:pt x="2466975" y="47625"/>
                </a:lnTo>
                <a:lnTo>
                  <a:pt x="2466975" y="57150"/>
                </a:lnTo>
                <a:lnTo>
                  <a:pt x="2324100" y="57150"/>
                </a:lnTo>
                <a:close/>
                <a:moveTo>
                  <a:pt x="38100" y="57150"/>
                </a:moveTo>
                <a:lnTo>
                  <a:pt x="152400" y="57150"/>
                </a:lnTo>
                <a:lnTo>
                  <a:pt x="152400" y="66675"/>
                </a:lnTo>
                <a:lnTo>
                  <a:pt x="38100" y="66675"/>
                </a:lnTo>
                <a:close/>
                <a:moveTo>
                  <a:pt x="285750" y="57150"/>
                </a:moveTo>
                <a:lnTo>
                  <a:pt x="390525" y="57150"/>
                </a:lnTo>
                <a:lnTo>
                  <a:pt x="390525" y="66675"/>
                </a:lnTo>
                <a:lnTo>
                  <a:pt x="285750" y="66675"/>
                </a:lnTo>
                <a:close/>
                <a:moveTo>
                  <a:pt x="514350" y="57150"/>
                </a:moveTo>
                <a:lnTo>
                  <a:pt x="628650" y="57150"/>
                </a:lnTo>
                <a:lnTo>
                  <a:pt x="628650" y="66675"/>
                </a:lnTo>
                <a:lnTo>
                  <a:pt x="514350" y="66675"/>
                </a:lnTo>
                <a:close/>
                <a:moveTo>
                  <a:pt x="904875" y="57150"/>
                </a:moveTo>
                <a:lnTo>
                  <a:pt x="1047750" y="57150"/>
                </a:lnTo>
                <a:lnTo>
                  <a:pt x="1047750" y="66675"/>
                </a:lnTo>
                <a:lnTo>
                  <a:pt x="904875" y="66675"/>
                </a:lnTo>
                <a:close/>
                <a:moveTo>
                  <a:pt x="1266825" y="57150"/>
                </a:moveTo>
                <a:lnTo>
                  <a:pt x="1409700" y="57150"/>
                </a:lnTo>
                <a:lnTo>
                  <a:pt x="1409700" y="66675"/>
                </a:lnTo>
                <a:lnTo>
                  <a:pt x="1266825" y="66675"/>
                </a:lnTo>
                <a:close/>
                <a:moveTo>
                  <a:pt x="1447800" y="57150"/>
                </a:moveTo>
                <a:lnTo>
                  <a:pt x="1914525" y="57150"/>
                </a:lnTo>
                <a:lnTo>
                  <a:pt x="1914525" y="66675"/>
                </a:lnTo>
                <a:lnTo>
                  <a:pt x="1447800" y="66675"/>
                </a:lnTo>
                <a:close/>
                <a:moveTo>
                  <a:pt x="1952625" y="57150"/>
                </a:moveTo>
                <a:lnTo>
                  <a:pt x="2124075" y="57150"/>
                </a:lnTo>
                <a:lnTo>
                  <a:pt x="2124075" y="66675"/>
                </a:lnTo>
                <a:lnTo>
                  <a:pt x="1952625" y="66675"/>
                </a:lnTo>
                <a:close/>
                <a:moveTo>
                  <a:pt x="2324100" y="57150"/>
                </a:moveTo>
                <a:lnTo>
                  <a:pt x="2466975" y="57150"/>
                </a:lnTo>
                <a:lnTo>
                  <a:pt x="2466975" y="66675"/>
                </a:lnTo>
                <a:lnTo>
                  <a:pt x="2324100" y="66675"/>
                </a:lnTo>
                <a:close/>
                <a:moveTo>
                  <a:pt x="381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38100" y="76200"/>
                </a:lnTo>
                <a:close/>
                <a:moveTo>
                  <a:pt x="285750" y="66675"/>
                </a:moveTo>
                <a:lnTo>
                  <a:pt x="390525" y="66675"/>
                </a:lnTo>
                <a:lnTo>
                  <a:pt x="390525" y="76200"/>
                </a:lnTo>
                <a:lnTo>
                  <a:pt x="285750" y="76200"/>
                </a:lnTo>
                <a:close/>
                <a:moveTo>
                  <a:pt x="514350" y="66675"/>
                </a:moveTo>
                <a:lnTo>
                  <a:pt x="628650" y="66675"/>
                </a:lnTo>
                <a:lnTo>
                  <a:pt x="628650" y="76200"/>
                </a:lnTo>
                <a:lnTo>
                  <a:pt x="514350" y="76200"/>
                </a:lnTo>
                <a:close/>
                <a:moveTo>
                  <a:pt x="904875" y="66675"/>
                </a:moveTo>
                <a:lnTo>
                  <a:pt x="1047750" y="66675"/>
                </a:lnTo>
                <a:lnTo>
                  <a:pt x="1047750" y="76200"/>
                </a:lnTo>
                <a:lnTo>
                  <a:pt x="904875" y="76200"/>
                </a:lnTo>
                <a:close/>
                <a:moveTo>
                  <a:pt x="1266825" y="66675"/>
                </a:moveTo>
                <a:lnTo>
                  <a:pt x="1409700" y="66675"/>
                </a:lnTo>
                <a:lnTo>
                  <a:pt x="1409700" y="76200"/>
                </a:lnTo>
                <a:lnTo>
                  <a:pt x="1266825" y="76200"/>
                </a:lnTo>
                <a:close/>
                <a:moveTo>
                  <a:pt x="1447800" y="66675"/>
                </a:moveTo>
                <a:lnTo>
                  <a:pt x="1914525" y="66675"/>
                </a:lnTo>
                <a:lnTo>
                  <a:pt x="1914525" y="76200"/>
                </a:lnTo>
                <a:lnTo>
                  <a:pt x="1447800" y="76200"/>
                </a:lnTo>
                <a:close/>
                <a:moveTo>
                  <a:pt x="1952625" y="66675"/>
                </a:moveTo>
                <a:lnTo>
                  <a:pt x="2133600" y="66675"/>
                </a:lnTo>
                <a:lnTo>
                  <a:pt x="2133600" y="76200"/>
                </a:lnTo>
                <a:lnTo>
                  <a:pt x="1952625" y="76200"/>
                </a:lnTo>
                <a:close/>
                <a:moveTo>
                  <a:pt x="2324100" y="66675"/>
                </a:moveTo>
                <a:lnTo>
                  <a:pt x="2466975" y="66675"/>
                </a:lnTo>
                <a:lnTo>
                  <a:pt x="2466975" y="76200"/>
                </a:lnTo>
                <a:lnTo>
                  <a:pt x="2324100" y="76200"/>
                </a:lnTo>
                <a:close/>
                <a:moveTo>
                  <a:pt x="47625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47625" y="85725"/>
                </a:lnTo>
                <a:close/>
                <a:moveTo>
                  <a:pt x="285750" y="76200"/>
                </a:moveTo>
                <a:lnTo>
                  <a:pt x="390525" y="76200"/>
                </a:lnTo>
                <a:lnTo>
                  <a:pt x="390525" y="85725"/>
                </a:lnTo>
                <a:lnTo>
                  <a:pt x="285750" y="85725"/>
                </a:lnTo>
                <a:close/>
                <a:moveTo>
                  <a:pt x="504825" y="76200"/>
                </a:moveTo>
                <a:lnTo>
                  <a:pt x="619125" y="76200"/>
                </a:lnTo>
                <a:lnTo>
                  <a:pt x="619125" y="85725"/>
                </a:lnTo>
                <a:lnTo>
                  <a:pt x="504825" y="85725"/>
                </a:lnTo>
                <a:close/>
                <a:moveTo>
                  <a:pt x="904875" y="76200"/>
                </a:moveTo>
                <a:lnTo>
                  <a:pt x="1047750" y="76200"/>
                </a:lnTo>
                <a:lnTo>
                  <a:pt x="1047750" y="85725"/>
                </a:lnTo>
                <a:lnTo>
                  <a:pt x="904875" y="85725"/>
                </a:lnTo>
                <a:close/>
                <a:moveTo>
                  <a:pt x="1266825" y="76200"/>
                </a:moveTo>
                <a:lnTo>
                  <a:pt x="1409700" y="76200"/>
                </a:lnTo>
                <a:lnTo>
                  <a:pt x="1409700" y="85725"/>
                </a:lnTo>
                <a:lnTo>
                  <a:pt x="1266825" y="85725"/>
                </a:lnTo>
                <a:close/>
                <a:moveTo>
                  <a:pt x="1447800" y="76200"/>
                </a:moveTo>
                <a:lnTo>
                  <a:pt x="1914525" y="76200"/>
                </a:lnTo>
                <a:lnTo>
                  <a:pt x="1914525" y="85725"/>
                </a:lnTo>
                <a:lnTo>
                  <a:pt x="1447800" y="85725"/>
                </a:lnTo>
                <a:close/>
                <a:moveTo>
                  <a:pt x="1952625" y="76200"/>
                </a:moveTo>
                <a:lnTo>
                  <a:pt x="2143125" y="76200"/>
                </a:lnTo>
                <a:lnTo>
                  <a:pt x="2143125" y="85725"/>
                </a:lnTo>
                <a:lnTo>
                  <a:pt x="1952625" y="85725"/>
                </a:lnTo>
                <a:close/>
                <a:moveTo>
                  <a:pt x="2324100" y="76200"/>
                </a:moveTo>
                <a:lnTo>
                  <a:pt x="2466975" y="76200"/>
                </a:lnTo>
                <a:lnTo>
                  <a:pt x="2466975" y="85725"/>
                </a:lnTo>
                <a:lnTo>
                  <a:pt x="2324100" y="85725"/>
                </a:lnTo>
                <a:close/>
                <a:moveTo>
                  <a:pt x="47625" y="85725"/>
                </a:moveTo>
                <a:lnTo>
                  <a:pt x="171450" y="85725"/>
                </a:lnTo>
                <a:lnTo>
                  <a:pt x="171450" y="95250"/>
                </a:lnTo>
                <a:lnTo>
                  <a:pt x="47625" y="95250"/>
                </a:lnTo>
                <a:close/>
                <a:moveTo>
                  <a:pt x="285750" y="85725"/>
                </a:moveTo>
                <a:lnTo>
                  <a:pt x="390525" y="85725"/>
                </a:lnTo>
                <a:lnTo>
                  <a:pt x="390525" y="95250"/>
                </a:lnTo>
                <a:lnTo>
                  <a:pt x="285750" y="95250"/>
                </a:lnTo>
                <a:close/>
                <a:moveTo>
                  <a:pt x="495300" y="85725"/>
                </a:moveTo>
                <a:lnTo>
                  <a:pt x="619125" y="85725"/>
                </a:lnTo>
                <a:lnTo>
                  <a:pt x="619125" y="95250"/>
                </a:lnTo>
                <a:lnTo>
                  <a:pt x="495300" y="95250"/>
                </a:lnTo>
                <a:close/>
                <a:moveTo>
                  <a:pt x="904875" y="85725"/>
                </a:moveTo>
                <a:lnTo>
                  <a:pt x="1047750" y="85725"/>
                </a:lnTo>
                <a:lnTo>
                  <a:pt x="1047750" y="95250"/>
                </a:lnTo>
                <a:lnTo>
                  <a:pt x="904875" y="95250"/>
                </a:lnTo>
                <a:close/>
                <a:moveTo>
                  <a:pt x="1266825" y="85725"/>
                </a:moveTo>
                <a:lnTo>
                  <a:pt x="1409700" y="85725"/>
                </a:lnTo>
                <a:lnTo>
                  <a:pt x="1409700" y="95250"/>
                </a:lnTo>
                <a:lnTo>
                  <a:pt x="1266825" y="95250"/>
                </a:lnTo>
                <a:close/>
                <a:moveTo>
                  <a:pt x="1447800" y="85725"/>
                </a:moveTo>
                <a:lnTo>
                  <a:pt x="1914525" y="85725"/>
                </a:lnTo>
                <a:lnTo>
                  <a:pt x="1914525" y="95250"/>
                </a:lnTo>
                <a:lnTo>
                  <a:pt x="1447800" y="95250"/>
                </a:lnTo>
                <a:close/>
                <a:moveTo>
                  <a:pt x="1952625" y="85725"/>
                </a:moveTo>
                <a:lnTo>
                  <a:pt x="2143125" y="85725"/>
                </a:lnTo>
                <a:lnTo>
                  <a:pt x="2143125" y="95250"/>
                </a:lnTo>
                <a:lnTo>
                  <a:pt x="1952625" y="95250"/>
                </a:lnTo>
                <a:close/>
                <a:moveTo>
                  <a:pt x="2324100" y="85725"/>
                </a:moveTo>
                <a:lnTo>
                  <a:pt x="2466975" y="85725"/>
                </a:lnTo>
                <a:lnTo>
                  <a:pt x="2466975" y="95250"/>
                </a:lnTo>
                <a:lnTo>
                  <a:pt x="2324100" y="95250"/>
                </a:lnTo>
                <a:close/>
                <a:moveTo>
                  <a:pt x="571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57150" y="104775"/>
                </a:lnTo>
                <a:close/>
                <a:moveTo>
                  <a:pt x="285750" y="95250"/>
                </a:moveTo>
                <a:lnTo>
                  <a:pt x="390525" y="95250"/>
                </a:lnTo>
                <a:lnTo>
                  <a:pt x="390525" y="104775"/>
                </a:lnTo>
                <a:lnTo>
                  <a:pt x="285750" y="104775"/>
                </a:lnTo>
                <a:close/>
                <a:moveTo>
                  <a:pt x="495300" y="95250"/>
                </a:moveTo>
                <a:lnTo>
                  <a:pt x="619125" y="95250"/>
                </a:lnTo>
                <a:lnTo>
                  <a:pt x="619125" y="104775"/>
                </a:lnTo>
                <a:lnTo>
                  <a:pt x="495300" y="104775"/>
                </a:lnTo>
                <a:close/>
                <a:moveTo>
                  <a:pt x="904875" y="95250"/>
                </a:moveTo>
                <a:lnTo>
                  <a:pt x="1047750" y="95250"/>
                </a:lnTo>
                <a:lnTo>
                  <a:pt x="1047750" y="104775"/>
                </a:lnTo>
                <a:lnTo>
                  <a:pt x="904875" y="104775"/>
                </a:lnTo>
                <a:close/>
                <a:moveTo>
                  <a:pt x="1266825" y="95250"/>
                </a:moveTo>
                <a:lnTo>
                  <a:pt x="1409700" y="95250"/>
                </a:lnTo>
                <a:lnTo>
                  <a:pt x="1409700" y="104775"/>
                </a:lnTo>
                <a:lnTo>
                  <a:pt x="1266825" y="104775"/>
                </a:lnTo>
                <a:close/>
                <a:moveTo>
                  <a:pt x="1447800" y="95250"/>
                </a:moveTo>
                <a:lnTo>
                  <a:pt x="1914525" y="95250"/>
                </a:lnTo>
                <a:lnTo>
                  <a:pt x="1914525" y="104775"/>
                </a:lnTo>
                <a:lnTo>
                  <a:pt x="1447800" y="104775"/>
                </a:lnTo>
                <a:close/>
                <a:moveTo>
                  <a:pt x="1952625" y="95250"/>
                </a:moveTo>
                <a:lnTo>
                  <a:pt x="2152650" y="95250"/>
                </a:lnTo>
                <a:lnTo>
                  <a:pt x="2152650" y="104775"/>
                </a:lnTo>
                <a:lnTo>
                  <a:pt x="1952625" y="104775"/>
                </a:lnTo>
                <a:close/>
                <a:moveTo>
                  <a:pt x="2324100" y="95250"/>
                </a:moveTo>
                <a:lnTo>
                  <a:pt x="2466975" y="95250"/>
                </a:lnTo>
                <a:lnTo>
                  <a:pt x="2466975" y="104775"/>
                </a:lnTo>
                <a:lnTo>
                  <a:pt x="2324100" y="104775"/>
                </a:lnTo>
                <a:close/>
                <a:moveTo>
                  <a:pt x="57150" y="104775"/>
                </a:moveTo>
                <a:lnTo>
                  <a:pt x="190500" y="104775"/>
                </a:lnTo>
                <a:lnTo>
                  <a:pt x="190500" y="114300"/>
                </a:lnTo>
                <a:lnTo>
                  <a:pt x="57150" y="114300"/>
                </a:lnTo>
                <a:close/>
                <a:moveTo>
                  <a:pt x="285750" y="104775"/>
                </a:moveTo>
                <a:lnTo>
                  <a:pt x="390525" y="104775"/>
                </a:lnTo>
                <a:lnTo>
                  <a:pt x="390525" y="114300"/>
                </a:lnTo>
                <a:lnTo>
                  <a:pt x="285750" y="114300"/>
                </a:lnTo>
                <a:close/>
                <a:moveTo>
                  <a:pt x="485775" y="104775"/>
                </a:moveTo>
                <a:lnTo>
                  <a:pt x="609600" y="104775"/>
                </a:lnTo>
                <a:lnTo>
                  <a:pt x="609600" y="114300"/>
                </a:lnTo>
                <a:lnTo>
                  <a:pt x="485775" y="114300"/>
                </a:lnTo>
                <a:close/>
                <a:moveTo>
                  <a:pt x="904875" y="104775"/>
                </a:moveTo>
                <a:lnTo>
                  <a:pt x="1047750" y="104775"/>
                </a:lnTo>
                <a:lnTo>
                  <a:pt x="1047750" y="114300"/>
                </a:lnTo>
                <a:lnTo>
                  <a:pt x="904875" y="114300"/>
                </a:lnTo>
                <a:close/>
                <a:moveTo>
                  <a:pt x="1266825" y="104775"/>
                </a:moveTo>
                <a:lnTo>
                  <a:pt x="1409700" y="104775"/>
                </a:lnTo>
                <a:lnTo>
                  <a:pt x="1409700" y="114300"/>
                </a:lnTo>
                <a:lnTo>
                  <a:pt x="1266825" y="114300"/>
                </a:lnTo>
                <a:close/>
                <a:moveTo>
                  <a:pt x="1447800" y="104775"/>
                </a:moveTo>
                <a:lnTo>
                  <a:pt x="1914525" y="104775"/>
                </a:lnTo>
                <a:lnTo>
                  <a:pt x="1914525" y="114300"/>
                </a:lnTo>
                <a:lnTo>
                  <a:pt x="1447800" y="114300"/>
                </a:lnTo>
                <a:close/>
                <a:moveTo>
                  <a:pt x="1952625" y="104775"/>
                </a:moveTo>
                <a:lnTo>
                  <a:pt x="2152650" y="104775"/>
                </a:lnTo>
                <a:lnTo>
                  <a:pt x="2152650" y="114300"/>
                </a:lnTo>
                <a:lnTo>
                  <a:pt x="1952625" y="114300"/>
                </a:lnTo>
                <a:close/>
                <a:moveTo>
                  <a:pt x="2324100" y="104775"/>
                </a:moveTo>
                <a:lnTo>
                  <a:pt x="2466975" y="104775"/>
                </a:lnTo>
                <a:lnTo>
                  <a:pt x="2466975" y="114300"/>
                </a:lnTo>
                <a:lnTo>
                  <a:pt x="2324100" y="114300"/>
                </a:lnTo>
                <a:close/>
                <a:moveTo>
                  <a:pt x="66675" y="114300"/>
                </a:moveTo>
                <a:lnTo>
                  <a:pt x="200025" y="114300"/>
                </a:lnTo>
                <a:lnTo>
                  <a:pt x="200025" y="123825"/>
                </a:lnTo>
                <a:lnTo>
                  <a:pt x="66675" y="123825"/>
                </a:lnTo>
                <a:close/>
                <a:moveTo>
                  <a:pt x="285750" y="114300"/>
                </a:moveTo>
                <a:lnTo>
                  <a:pt x="390525" y="114300"/>
                </a:lnTo>
                <a:lnTo>
                  <a:pt x="390525" y="123825"/>
                </a:lnTo>
                <a:lnTo>
                  <a:pt x="285750" y="123825"/>
                </a:lnTo>
                <a:close/>
                <a:moveTo>
                  <a:pt x="476250" y="114300"/>
                </a:moveTo>
                <a:lnTo>
                  <a:pt x="609600" y="114300"/>
                </a:lnTo>
                <a:lnTo>
                  <a:pt x="609600" y="123825"/>
                </a:lnTo>
                <a:lnTo>
                  <a:pt x="476250" y="123825"/>
                </a:lnTo>
                <a:close/>
                <a:moveTo>
                  <a:pt x="904875" y="114300"/>
                </a:moveTo>
                <a:lnTo>
                  <a:pt x="1047750" y="114300"/>
                </a:lnTo>
                <a:lnTo>
                  <a:pt x="1047750" y="123825"/>
                </a:lnTo>
                <a:lnTo>
                  <a:pt x="904875" y="123825"/>
                </a:lnTo>
                <a:close/>
                <a:moveTo>
                  <a:pt x="1266825" y="114300"/>
                </a:moveTo>
                <a:lnTo>
                  <a:pt x="1409700" y="114300"/>
                </a:lnTo>
                <a:lnTo>
                  <a:pt x="1409700" y="123825"/>
                </a:lnTo>
                <a:lnTo>
                  <a:pt x="1266825" y="123825"/>
                </a:lnTo>
                <a:close/>
                <a:moveTo>
                  <a:pt x="1447800" y="114300"/>
                </a:moveTo>
                <a:lnTo>
                  <a:pt x="1914525" y="114300"/>
                </a:lnTo>
                <a:lnTo>
                  <a:pt x="1914525" y="123825"/>
                </a:lnTo>
                <a:lnTo>
                  <a:pt x="1447800" y="123825"/>
                </a:lnTo>
                <a:close/>
                <a:moveTo>
                  <a:pt x="1952625" y="114300"/>
                </a:moveTo>
                <a:lnTo>
                  <a:pt x="2162175" y="114300"/>
                </a:lnTo>
                <a:lnTo>
                  <a:pt x="2162175" y="123825"/>
                </a:lnTo>
                <a:lnTo>
                  <a:pt x="1952625" y="123825"/>
                </a:lnTo>
                <a:close/>
                <a:moveTo>
                  <a:pt x="2324100" y="114300"/>
                </a:moveTo>
                <a:lnTo>
                  <a:pt x="2466975" y="114300"/>
                </a:lnTo>
                <a:lnTo>
                  <a:pt x="2466975" y="123825"/>
                </a:lnTo>
                <a:lnTo>
                  <a:pt x="2324100" y="123825"/>
                </a:lnTo>
                <a:close/>
                <a:moveTo>
                  <a:pt x="66675" y="123825"/>
                </a:moveTo>
                <a:lnTo>
                  <a:pt x="209550" y="123825"/>
                </a:lnTo>
                <a:lnTo>
                  <a:pt x="209550" y="133350"/>
                </a:lnTo>
                <a:lnTo>
                  <a:pt x="66675" y="133350"/>
                </a:lnTo>
                <a:close/>
                <a:moveTo>
                  <a:pt x="285750" y="123825"/>
                </a:moveTo>
                <a:lnTo>
                  <a:pt x="390525" y="123825"/>
                </a:lnTo>
                <a:lnTo>
                  <a:pt x="390525" y="133350"/>
                </a:lnTo>
                <a:lnTo>
                  <a:pt x="285750" y="133350"/>
                </a:lnTo>
                <a:close/>
                <a:moveTo>
                  <a:pt x="466725" y="123825"/>
                </a:moveTo>
                <a:lnTo>
                  <a:pt x="600075" y="123825"/>
                </a:lnTo>
                <a:lnTo>
                  <a:pt x="600075" y="133350"/>
                </a:lnTo>
                <a:lnTo>
                  <a:pt x="466725" y="133350"/>
                </a:lnTo>
                <a:close/>
                <a:moveTo>
                  <a:pt x="904875" y="123825"/>
                </a:moveTo>
                <a:lnTo>
                  <a:pt x="1047750" y="123825"/>
                </a:lnTo>
                <a:lnTo>
                  <a:pt x="1047750" y="133350"/>
                </a:lnTo>
                <a:lnTo>
                  <a:pt x="904875" y="133350"/>
                </a:lnTo>
                <a:close/>
                <a:moveTo>
                  <a:pt x="1266825" y="123825"/>
                </a:moveTo>
                <a:lnTo>
                  <a:pt x="1409700" y="123825"/>
                </a:lnTo>
                <a:lnTo>
                  <a:pt x="1409700" y="133350"/>
                </a:lnTo>
                <a:lnTo>
                  <a:pt x="1266825" y="133350"/>
                </a:lnTo>
                <a:close/>
                <a:moveTo>
                  <a:pt x="1447800" y="123825"/>
                </a:moveTo>
                <a:lnTo>
                  <a:pt x="1914525" y="123825"/>
                </a:lnTo>
                <a:lnTo>
                  <a:pt x="1914525" y="133350"/>
                </a:lnTo>
                <a:lnTo>
                  <a:pt x="1447800" y="133350"/>
                </a:lnTo>
                <a:close/>
                <a:moveTo>
                  <a:pt x="1952625" y="123825"/>
                </a:moveTo>
                <a:lnTo>
                  <a:pt x="2171700" y="123825"/>
                </a:lnTo>
                <a:lnTo>
                  <a:pt x="2171700" y="133350"/>
                </a:lnTo>
                <a:lnTo>
                  <a:pt x="1952625" y="133350"/>
                </a:lnTo>
                <a:close/>
                <a:moveTo>
                  <a:pt x="2324100" y="123825"/>
                </a:moveTo>
                <a:lnTo>
                  <a:pt x="2466975" y="123825"/>
                </a:lnTo>
                <a:lnTo>
                  <a:pt x="2466975" y="133350"/>
                </a:lnTo>
                <a:lnTo>
                  <a:pt x="2324100" y="133350"/>
                </a:lnTo>
                <a:close/>
                <a:moveTo>
                  <a:pt x="76200" y="133350"/>
                </a:moveTo>
                <a:lnTo>
                  <a:pt x="219075" y="133350"/>
                </a:lnTo>
                <a:lnTo>
                  <a:pt x="219075" y="142875"/>
                </a:lnTo>
                <a:lnTo>
                  <a:pt x="76200" y="142875"/>
                </a:lnTo>
                <a:close/>
                <a:moveTo>
                  <a:pt x="285750" y="133350"/>
                </a:moveTo>
                <a:lnTo>
                  <a:pt x="390525" y="133350"/>
                </a:lnTo>
                <a:lnTo>
                  <a:pt x="390525" y="142875"/>
                </a:lnTo>
                <a:lnTo>
                  <a:pt x="285750" y="142875"/>
                </a:lnTo>
                <a:close/>
                <a:moveTo>
                  <a:pt x="447675" y="133350"/>
                </a:moveTo>
                <a:lnTo>
                  <a:pt x="590550" y="133350"/>
                </a:lnTo>
                <a:lnTo>
                  <a:pt x="590550" y="142875"/>
                </a:lnTo>
                <a:lnTo>
                  <a:pt x="447675" y="142875"/>
                </a:lnTo>
                <a:close/>
                <a:moveTo>
                  <a:pt x="904875" y="133350"/>
                </a:moveTo>
                <a:lnTo>
                  <a:pt x="1047750" y="133350"/>
                </a:lnTo>
                <a:lnTo>
                  <a:pt x="1047750" y="142875"/>
                </a:lnTo>
                <a:lnTo>
                  <a:pt x="904875" y="142875"/>
                </a:lnTo>
                <a:close/>
                <a:moveTo>
                  <a:pt x="1266825" y="133350"/>
                </a:moveTo>
                <a:lnTo>
                  <a:pt x="1409700" y="133350"/>
                </a:lnTo>
                <a:lnTo>
                  <a:pt x="1409700" y="142875"/>
                </a:lnTo>
                <a:lnTo>
                  <a:pt x="1266825" y="142875"/>
                </a:lnTo>
                <a:close/>
                <a:moveTo>
                  <a:pt x="1447800" y="133350"/>
                </a:moveTo>
                <a:lnTo>
                  <a:pt x="1914525" y="133350"/>
                </a:lnTo>
                <a:lnTo>
                  <a:pt x="1914525" y="142875"/>
                </a:lnTo>
                <a:lnTo>
                  <a:pt x="1447800" y="142875"/>
                </a:lnTo>
                <a:close/>
                <a:moveTo>
                  <a:pt x="1952625" y="133350"/>
                </a:moveTo>
                <a:lnTo>
                  <a:pt x="2171700" y="133350"/>
                </a:lnTo>
                <a:lnTo>
                  <a:pt x="2171700" y="142875"/>
                </a:lnTo>
                <a:lnTo>
                  <a:pt x="1952625" y="142875"/>
                </a:lnTo>
                <a:close/>
                <a:moveTo>
                  <a:pt x="2324100" y="133350"/>
                </a:moveTo>
                <a:lnTo>
                  <a:pt x="2466975" y="133350"/>
                </a:lnTo>
                <a:lnTo>
                  <a:pt x="2466975" y="142875"/>
                </a:lnTo>
                <a:lnTo>
                  <a:pt x="2324100" y="142875"/>
                </a:lnTo>
                <a:close/>
                <a:moveTo>
                  <a:pt x="76200" y="142875"/>
                </a:moveTo>
                <a:lnTo>
                  <a:pt x="238125" y="142875"/>
                </a:lnTo>
                <a:lnTo>
                  <a:pt x="238125" y="152400"/>
                </a:lnTo>
                <a:lnTo>
                  <a:pt x="76200" y="152400"/>
                </a:lnTo>
                <a:close/>
                <a:moveTo>
                  <a:pt x="285750" y="142875"/>
                </a:moveTo>
                <a:lnTo>
                  <a:pt x="390525" y="142875"/>
                </a:lnTo>
                <a:lnTo>
                  <a:pt x="390525" y="152400"/>
                </a:lnTo>
                <a:lnTo>
                  <a:pt x="285750" y="152400"/>
                </a:lnTo>
                <a:close/>
                <a:moveTo>
                  <a:pt x="438150" y="142875"/>
                </a:moveTo>
                <a:lnTo>
                  <a:pt x="590550" y="142875"/>
                </a:lnTo>
                <a:lnTo>
                  <a:pt x="590550" y="152400"/>
                </a:lnTo>
                <a:lnTo>
                  <a:pt x="438150" y="152400"/>
                </a:lnTo>
                <a:close/>
                <a:moveTo>
                  <a:pt x="904875" y="142875"/>
                </a:moveTo>
                <a:lnTo>
                  <a:pt x="1047750" y="142875"/>
                </a:lnTo>
                <a:lnTo>
                  <a:pt x="1047750" y="152400"/>
                </a:lnTo>
                <a:lnTo>
                  <a:pt x="904875" y="152400"/>
                </a:lnTo>
                <a:close/>
                <a:moveTo>
                  <a:pt x="1266825" y="142875"/>
                </a:moveTo>
                <a:lnTo>
                  <a:pt x="1409700" y="142875"/>
                </a:lnTo>
                <a:lnTo>
                  <a:pt x="1409700" y="152400"/>
                </a:lnTo>
                <a:lnTo>
                  <a:pt x="1266825" y="152400"/>
                </a:lnTo>
                <a:close/>
                <a:moveTo>
                  <a:pt x="1447800" y="142875"/>
                </a:moveTo>
                <a:lnTo>
                  <a:pt x="1914525" y="142875"/>
                </a:lnTo>
                <a:lnTo>
                  <a:pt x="1914525" y="152400"/>
                </a:lnTo>
                <a:lnTo>
                  <a:pt x="1447800" y="152400"/>
                </a:lnTo>
                <a:close/>
                <a:moveTo>
                  <a:pt x="1952625" y="142875"/>
                </a:moveTo>
                <a:lnTo>
                  <a:pt x="2181225" y="142875"/>
                </a:lnTo>
                <a:lnTo>
                  <a:pt x="2181225" y="152400"/>
                </a:lnTo>
                <a:lnTo>
                  <a:pt x="1952625" y="152400"/>
                </a:lnTo>
                <a:close/>
                <a:moveTo>
                  <a:pt x="2324100" y="142875"/>
                </a:moveTo>
                <a:lnTo>
                  <a:pt x="2466975" y="142875"/>
                </a:lnTo>
                <a:lnTo>
                  <a:pt x="2466975" y="152400"/>
                </a:lnTo>
                <a:lnTo>
                  <a:pt x="2324100" y="152400"/>
                </a:lnTo>
                <a:close/>
                <a:moveTo>
                  <a:pt x="8572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85725" y="161925"/>
                </a:lnTo>
                <a:close/>
                <a:moveTo>
                  <a:pt x="285750" y="152400"/>
                </a:moveTo>
                <a:lnTo>
                  <a:pt x="390525" y="152400"/>
                </a:lnTo>
                <a:lnTo>
                  <a:pt x="390525" y="161925"/>
                </a:lnTo>
                <a:lnTo>
                  <a:pt x="285750" y="161925"/>
                </a:lnTo>
                <a:close/>
                <a:moveTo>
                  <a:pt x="409575" y="152400"/>
                </a:moveTo>
                <a:lnTo>
                  <a:pt x="581025" y="152400"/>
                </a:lnTo>
                <a:lnTo>
                  <a:pt x="581025" y="161925"/>
                </a:lnTo>
                <a:lnTo>
                  <a:pt x="409575" y="161925"/>
                </a:lnTo>
                <a:close/>
                <a:moveTo>
                  <a:pt x="904875" y="152400"/>
                </a:moveTo>
                <a:lnTo>
                  <a:pt x="1047750" y="152400"/>
                </a:lnTo>
                <a:lnTo>
                  <a:pt x="1047750" y="161925"/>
                </a:lnTo>
                <a:lnTo>
                  <a:pt x="904875" y="161925"/>
                </a:lnTo>
                <a:close/>
                <a:moveTo>
                  <a:pt x="1266825" y="152400"/>
                </a:moveTo>
                <a:lnTo>
                  <a:pt x="1409700" y="152400"/>
                </a:lnTo>
                <a:lnTo>
                  <a:pt x="1409700" y="161925"/>
                </a:lnTo>
                <a:lnTo>
                  <a:pt x="1266825" y="161925"/>
                </a:lnTo>
                <a:close/>
                <a:moveTo>
                  <a:pt x="1447800" y="152400"/>
                </a:moveTo>
                <a:lnTo>
                  <a:pt x="1914525" y="152400"/>
                </a:lnTo>
                <a:lnTo>
                  <a:pt x="1914525" y="161925"/>
                </a:lnTo>
                <a:lnTo>
                  <a:pt x="1447800" y="161925"/>
                </a:lnTo>
                <a:close/>
                <a:moveTo>
                  <a:pt x="1952625" y="152400"/>
                </a:moveTo>
                <a:lnTo>
                  <a:pt x="2190750" y="152400"/>
                </a:lnTo>
                <a:lnTo>
                  <a:pt x="2190750" y="161925"/>
                </a:lnTo>
                <a:lnTo>
                  <a:pt x="1952625" y="161925"/>
                </a:lnTo>
                <a:close/>
                <a:moveTo>
                  <a:pt x="2324100" y="152400"/>
                </a:moveTo>
                <a:lnTo>
                  <a:pt x="2466975" y="152400"/>
                </a:lnTo>
                <a:lnTo>
                  <a:pt x="2466975" y="161925"/>
                </a:lnTo>
                <a:lnTo>
                  <a:pt x="2324100" y="161925"/>
                </a:lnTo>
                <a:close/>
                <a:moveTo>
                  <a:pt x="95250" y="161925"/>
                </a:moveTo>
                <a:lnTo>
                  <a:pt x="571500" y="161925"/>
                </a:lnTo>
                <a:lnTo>
                  <a:pt x="571500" y="171450"/>
                </a:lnTo>
                <a:lnTo>
                  <a:pt x="95250" y="171450"/>
                </a:lnTo>
                <a:close/>
                <a:moveTo>
                  <a:pt x="904875" y="161925"/>
                </a:moveTo>
                <a:lnTo>
                  <a:pt x="1047750" y="161925"/>
                </a:lnTo>
                <a:lnTo>
                  <a:pt x="1047750" y="171450"/>
                </a:lnTo>
                <a:lnTo>
                  <a:pt x="904875" y="171450"/>
                </a:lnTo>
                <a:close/>
                <a:moveTo>
                  <a:pt x="1266825" y="161925"/>
                </a:moveTo>
                <a:lnTo>
                  <a:pt x="1409700" y="161925"/>
                </a:lnTo>
                <a:lnTo>
                  <a:pt x="1409700" y="171450"/>
                </a:lnTo>
                <a:lnTo>
                  <a:pt x="1266825" y="171450"/>
                </a:lnTo>
                <a:close/>
                <a:moveTo>
                  <a:pt x="1609725" y="161925"/>
                </a:moveTo>
                <a:lnTo>
                  <a:pt x="1752600" y="161925"/>
                </a:lnTo>
                <a:lnTo>
                  <a:pt x="1752600" y="171450"/>
                </a:lnTo>
                <a:lnTo>
                  <a:pt x="1609725" y="171450"/>
                </a:lnTo>
                <a:close/>
                <a:moveTo>
                  <a:pt x="1952625" y="161925"/>
                </a:moveTo>
                <a:lnTo>
                  <a:pt x="2190750" y="161925"/>
                </a:lnTo>
                <a:lnTo>
                  <a:pt x="2190750" y="171450"/>
                </a:lnTo>
                <a:lnTo>
                  <a:pt x="1952625" y="171450"/>
                </a:lnTo>
                <a:close/>
                <a:moveTo>
                  <a:pt x="2324100" y="161925"/>
                </a:moveTo>
                <a:lnTo>
                  <a:pt x="2466975" y="161925"/>
                </a:lnTo>
                <a:lnTo>
                  <a:pt x="2466975" y="171450"/>
                </a:lnTo>
                <a:lnTo>
                  <a:pt x="2324100" y="171450"/>
                </a:lnTo>
                <a:close/>
                <a:moveTo>
                  <a:pt x="104775" y="171450"/>
                </a:moveTo>
                <a:lnTo>
                  <a:pt x="561975" y="171450"/>
                </a:lnTo>
                <a:lnTo>
                  <a:pt x="561975" y="180975"/>
                </a:lnTo>
                <a:lnTo>
                  <a:pt x="104775" y="180975"/>
                </a:lnTo>
                <a:close/>
                <a:moveTo>
                  <a:pt x="904875" y="171450"/>
                </a:moveTo>
                <a:lnTo>
                  <a:pt x="1047750" y="171450"/>
                </a:lnTo>
                <a:lnTo>
                  <a:pt x="1047750" y="180975"/>
                </a:lnTo>
                <a:lnTo>
                  <a:pt x="904875" y="180975"/>
                </a:lnTo>
                <a:close/>
                <a:moveTo>
                  <a:pt x="1266825" y="171450"/>
                </a:moveTo>
                <a:lnTo>
                  <a:pt x="1409700" y="171450"/>
                </a:lnTo>
                <a:lnTo>
                  <a:pt x="1409700" y="180975"/>
                </a:lnTo>
                <a:lnTo>
                  <a:pt x="1266825" y="180975"/>
                </a:lnTo>
                <a:close/>
                <a:moveTo>
                  <a:pt x="1609725" y="171450"/>
                </a:moveTo>
                <a:lnTo>
                  <a:pt x="1752600" y="171450"/>
                </a:lnTo>
                <a:lnTo>
                  <a:pt x="1752600" y="180975"/>
                </a:lnTo>
                <a:lnTo>
                  <a:pt x="1609725" y="180975"/>
                </a:lnTo>
                <a:close/>
                <a:moveTo>
                  <a:pt x="1952625" y="171450"/>
                </a:moveTo>
                <a:lnTo>
                  <a:pt x="2200275" y="171450"/>
                </a:lnTo>
                <a:lnTo>
                  <a:pt x="2200275" y="180975"/>
                </a:lnTo>
                <a:lnTo>
                  <a:pt x="1952625" y="180975"/>
                </a:lnTo>
                <a:close/>
                <a:moveTo>
                  <a:pt x="2324100" y="171450"/>
                </a:moveTo>
                <a:lnTo>
                  <a:pt x="2466975" y="171450"/>
                </a:lnTo>
                <a:lnTo>
                  <a:pt x="2466975" y="180975"/>
                </a:lnTo>
                <a:lnTo>
                  <a:pt x="2324100" y="180975"/>
                </a:lnTo>
                <a:close/>
                <a:moveTo>
                  <a:pt x="114300" y="180975"/>
                </a:moveTo>
                <a:lnTo>
                  <a:pt x="561975" y="180975"/>
                </a:lnTo>
                <a:lnTo>
                  <a:pt x="561975" y="190500"/>
                </a:lnTo>
                <a:lnTo>
                  <a:pt x="114300" y="190500"/>
                </a:lnTo>
                <a:close/>
                <a:moveTo>
                  <a:pt x="904875" y="180975"/>
                </a:moveTo>
                <a:lnTo>
                  <a:pt x="1047750" y="180975"/>
                </a:lnTo>
                <a:lnTo>
                  <a:pt x="1047750" y="190500"/>
                </a:lnTo>
                <a:lnTo>
                  <a:pt x="904875" y="190500"/>
                </a:lnTo>
                <a:close/>
                <a:moveTo>
                  <a:pt x="1266825" y="180975"/>
                </a:moveTo>
                <a:lnTo>
                  <a:pt x="1409700" y="180975"/>
                </a:lnTo>
                <a:lnTo>
                  <a:pt x="1409700" y="190500"/>
                </a:lnTo>
                <a:lnTo>
                  <a:pt x="1266825" y="190500"/>
                </a:lnTo>
                <a:close/>
                <a:moveTo>
                  <a:pt x="1609725" y="180975"/>
                </a:moveTo>
                <a:lnTo>
                  <a:pt x="1752600" y="180975"/>
                </a:lnTo>
                <a:lnTo>
                  <a:pt x="1752600" y="190500"/>
                </a:lnTo>
                <a:lnTo>
                  <a:pt x="1609725" y="190500"/>
                </a:lnTo>
                <a:close/>
                <a:moveTo>
                  <a:pt x="1952625" y="180975"/>
                </a:moveTo>
                <a:lnTo>
                  <a:pt x="2200275" y="180975"/>
                </a:lnTo>
                <a:lnTo>
                  <a:pt x="2200275" y="190500"/>
                </a:lnTo>
                <a:lnTo>
                  <a:pt x="1952625" y="190500"/>
                </a:lnTo>
                <a:close/>
                <a:moveTo>
                  <a:pt x="2324100" y="180975"/>
                </a:moveTo>
                <a:lnTo>
                  <a:pt x="2466975" y="180975"/>
                </a:lnTo>
                <a:lnTo>
                  <a:pt x="2466975" y="190500"/>
                </a:lnTo>
                <a:lnTo>
                  <a:pt x="2324100" y="190500"/>
                </a:lnTo>
                <a:close/>
                <a:moveTo>
                  <a:pt x="123825" y="190500"/>
                </a:moveTo>
                <a:lnTo>
                  <a:pt x="542925" y="190500"/>
                </a:lnTo>
                <a:lnTo>
                  <a:pt x="542925" y="200025"/>
                </a:lnTo>
                <a:lnTo>
                  <a:pt x="123825" y="200025"/>
                </a:lnTo>
                <a:close/>
                <a:moveTo>
                  <a:pt x="904875" y="190500"/>
                </a:moveTo>
                <a:lnTo>
                  <a:pt x="1047750" y="190500"/>
                </a:lnTo>
                <a:lnTo>
                  <a:pt x="1047750" y="200025"/>
                </a:lnTo>
                <a:lnTo>
                  <a:pt x="904875" y="200025"/>
                </a:lnTo>
                <a:close/>
                <a:moveTo>
                  <a:pt x="1266825" y="190500"/>
                </a:moveTo>
                <a:lnTo>
                  <a:pt x="1409700" y="190500"/>
                </a:lnTo>
                <a:lnTo>
                  <a:pt x="1409700" y="200025"/>
                </a:lnTo>
                <a:lnTo>
                  <a:pt x="1266825" y="200025"/>
                </a:lnTo>
                <a:close/>
                <a:moveTo>
                  <a:pt x="1609725" y="190500"/>
                </a:moveTo>
                <a:lnTo>
                  <a:pt x="1752600" y="190500"/>
                </a:lnTo>
                <a:lnTo>
                  <a:pt x="1752600" y="200025"/>
                </a:lnTo>
                <a:lnTo>
                  <a:pt x="1609725" y="200025"/>
                </a:lnTo>
                <a:close/>
                <a:moveTo>
                  <a:pt x="1952625" y="190500"/>
                </a:moveTo>
                <a:lnTo>
                  <a:pt x="2209800" y="190500"/>
                </a:lnTo>
                <a:lnTo>
                  <a:pt x="2209800" y="200025"/>
                </a:lnTo>
                <a:lnTo>
                  <a:pt x="1952625" y="200025"/>
                </a:lnTo>
                <a:close/>
                <a:moveTo>
                  <a:pt x="2324100" y="190500"/>
                </a:moveTo>
                <a:lnTo>
                  <a:pt x="2466975" y="190500"/>
                </a:lnTo>
                <a:lnTo>
                  <a:pt x="2466975" y="200025"/>
                </a:lnTo>
                <a:lnTo>
                  <a:pt x="2324100" y="200025"/>
                </a:lnTo>
                <a:close/>
                <a:moveTo>
                  <a:pt x="133350" y="200025"/>
                </a:moveTo>
                <a:lnTo>
                  <a:pt x="533400" y="200025"/>
                </a:lnTo>
                <a:lnTo>
                  <a:pt x="533400" y="209550"/>
                </a:lnTo>
                <a:lnTo>
                  <a:pt x="133350" y="209550"/>
                </a:lnTo>
                <a:close/>
                <a:moveTo>
                  <a:pt x="904875" y="200025"/>
                </a:moveTo>
                <a:lnTo>
                  <a:pt x="1047750" y="200025"/>
                </a:lnTo>
                <a:lnTo>
                  <a:pt x="1047750" y="209550"/>
                </a:lnTo>
                <a:lnTo>
                  <a:pt x="904875" y="209550"/>
                </a:lnTo>
                <a:close/>
                <a:moveTo>
                  <a:pt x="1266825" y="200025"/>
                </a:moveTo>
                <a:lnTo>
                  <a:pt x="1409700" y="200025"/>
                </a:lnTo>
                <a:lnTo>
                  <a:pt x="1409700" y="209550"/>
                </a:lnTo>
                <a:lnTo>
                  <a:pt x="1266825" y="209550"/>
                </a:lnTo>
                <a:close/>
                <a:moveTo>
                  <a:pt x="1609725" y="200025"/>
                </a:moveTo>
                <a:lnTo>
                  <a:pt x="1752600" y="200025"/>
                </a:lnTo>
                <a:lnTo>
                  <a:pt x="1752600" y="209550"/>
                </a:lnTo>
                <a:lnTo>
                  <a:pt x="1609725" y="209550"/>
                </a:lnTo>
                <a:close/>
                <a:moveTo>
                  <a:pt x="1952625" y="200025"/>
                </a:moveTo>
                <a:lnTo>
                  <a:pt x="2219325" y="200025"/>
                </a:lnTo>
                <a:lnTo>
                  <a:pt x="2219325" y="209550"/>
                </a:lnTo>
                <a:lnTo>
                  <a:pt x="1952625" y="209550"/>
                </a:lnTo>
                <a:close/>
                <a:moveTo>
                  <a:pt x="2324100" y="200025"/>
                </a:moveTo>
                <a:lnTo>
                  <a:pt x="2466975" y="200025"/>
                </a:lnTo>
                <a:lnTo>
                  <a:pt x="2466975" y="209550"/>
                </a:lnTo>
                <a:lnTo>
                  <a:pt x="2324100" y="209550"/>
                </a:lnTo>
                <a:close/>
                <a:moveTo>
                  <a:pt x="142875" y="209550"/>
                </a:moveTo>
                <a:lnTo>
                  <a:pt x="523875" y="209550"/>
                </a:lnTo>
                <a:lnTo>
                  <a:pt x="523875" y="219075"/>
                </a:lnTo>
                <a:lnTo>
                  <a:pt x="142875" y="219075"/>
                </a:lnTo>
                <a:close/>
                <a:moveTo>
                  <a:pt x="904875" y="209550"/>
                </a:moveTo>
                <a:lnTo>
                  <a:pt x="1047750" y="209550"/>
                </a:lnTo>
                <a:lnTo>
                  <a:pt x="1047750" y="219075"/>
                </a:lnTo>
                <a:lnTo>
                  <a:pt x="904875" y="219075"/>
                </a:lnTo>
                <a:close/>
                <a:moveTo>
                  <a:pt x="1266825" y="209550"/>
                </a:moveTo>
                <a:lnTo>
                  <a:pt x="1409700" y="209550"/>
                </a:lnTo>
                <a:lnTo>
                  <a:pt x="1409700" y="219075"/>
                </a:lnTo>
                <a:lnTo>
                  <a:pt x="1266825" y="219075"/>
                </a:lnTo>
                <a:close/>
                <a:moveTo>
                  <a:pt x="1609725" y="209550"/>
                </a:moveTo>
                <a:lnTo>
                  <a:pt x="1752600" y="209550"/>
                </a:lnTo>
                <a:lnTo>
                  <a:pt x="1752600" y="219075"/>
                </a:lnTo>
                <a:lnTo>
                  <a:pt x="1609725" y="219075"/>
                </a:lnTo>
                <a:close/>
                <a:moveTo>
                  <a:pt x="1952625" y="209550"/>
                </a:moveTo>
                <a:lnTo>
                  <a:pt x="2219325" y="209550"/>
                </a:lnTo>
                <a:lnTo>
                  <a:pt x="2219325" y="219075"/>
                </a:lnTo>
                <a:lnTo>
                  <a:pt x="1952625" y="219075"/>
                </a:lnTo>
                <a:close/>
                <a:moveTo>
                  <a:pt x="2324100" y="209550"/>
                </a:moveTo>
                <a:lnTo>
                  <a:pt x="2466975" y="209550"/>
                </a:lnTo>
                <a:lnTo>
                  <a:pt x="2466975" y="219075"/>
                </a:lnTo>
                <a:lnTo>
                  <a:pt x="2324100" y="219075"/>
                </a:lnTo>
                <a:close/>
                <a:moveTo>
                  <a:pt x="161925" y="219075"/>
                </a:moveTo>
                <a:lnTo>
                  <a:pt x="514350" y="219075"/>
                </a:lnTo>
                <a:lnTo>
                  <a:pt x="514350" y="228600"/>
                </a:lnTo>
                <a:lnTo>
                  <a:pt x="161925" y="228600"/>
                </a:lnTo>
                <a:close/>
                <a:moveTo>
                  <a:pt x="904875" y="219075"/>
                </a:moveTo>
                <a:lnTo>
                  <a:pt x="1047750" y="219075"/>
                </a:lnTo>
                <a:lnTo>
                  <a:pt x="1047750" y="228600"/>
                </a:lnTo>
                <a:lnTo>
                  <a:pt x="904875" y="228600"/>
                </a:lnTo>
                <a:close/>
                <a:moveTo>
                  <a:pt x="1266825" y="219075"/>
                </a:moveTo>
                <a:lnTo>
                  <a:pt x="1409700" y="219075"/>
                </a:lnTo>
                <a:lnTo>
                  <a:pt x="1409700" y="228600"/>
                </a:lnTo>
                <a:lnTo>
                  <a:pt x="1266825" y="228600"/>
                </a:lnTo>
                <a:close/>
                <a:moveTo>
                  <a:pt x="1609725" y="219075"/>
                </a:moveTo>
                <a:lnTo>
                  <a:pt x="1752600" y="219075"/>
                </a:lnTo>
                <a:lnTo>
                  <a:pt x="1752600" y="228600"/>
                </a:lnTo>
                <a:lnTo>
                  <a:pt x="1609725" y="228600"/>
                </a:lnTo>
                <a:close/>
                <a:moveTo>
                  <a:pt x="1952625" y="219075"/>
                </a:moveTo>
                <a:lnTo>
                  <a:pt x="2228850" y="219075"/>
                </a:lnTo>
                <a:lnTo>
                  <a:pt x="2228850" y="228600"/>
                </a:lnTo>
                <a:lnTo>
                  <a:pt x="1952625" y="228600"/>
                </a:lnTo>
                <a:close/>
                <a:moveTo>
                  <a:pt x="2324100" y="219075"/>
                </a:moveTo>
                <a:lnTo>
                  <a:pt x="2466975" y="219075"/>
                </a:lnTo>
                <a:lnTo>
                  <a:pt x="2466975" y="228600"/>
                </a:lnTo>
                <a:lnTo>
                  <a:pt x="2324100" y="228600"/>
                </a:lnTo>
                <a:close/>
                <a:moveTo>
                  <a:pt x="171450" y="228600"/>
                </a:moveTo>
                <a:lnTo>
                  <a:pt x="495300" y="228600"/>
                </a:lnTo>
                <a:lnTo>
                  <a:pt x="495300" y="238125"/>
                </a:lnTo>
                <a:lnTo>
                  <a:pt x="171450" y="238125"/>
                </a:lnTo>
                <a:close/>
                <a:moveTo>
                  <a:pt x="904875" y="228600"/>
                </a:moveTo>
                <a:lnTo>
                  <a:pt x="1047750" y="228600"/>
                </a:lnTo>
                <a:lnTo>
                  <a:pt x="1047750" y="238125"/>
                </a:lnTo>
                <a:lnTo>
                  <a:pt x="904875" y="238125"/>
                </a:lnTo>
                <a:close/>
                <a:moveTo>
                  <a:pt x="1266825" y="228600"/>
                </a:moveTo>
                <a:lnTo>
                  <a:pt x="1409700" y="228600"/>
                </a:lnTo>
                <a:lnTo>
                  <a:pt x="1409700" y="238125"/>
                </a:lnTo>
                <a:lnTo>
                  <a:pt x="1266825" y="238125"/>
                </a:lnTo>
                <a:close/>
                <a:moveTo>
                  <a:pt x="1609725" y="228600"/>
                </a:moveTo>
                <a:lnTo>
                  <a:pt x="1752600" y="228600"/>
                </a:lnTo>
                <a:lnTo>
                  <a:pt x="1752600" y="238125"/>
                </a:lnTo>
                <a:lnTo>
                  <a:pt x="1609725" y="238125"/>
                </a:lnTo>
                <a:close/>
                <a:moveTo>
                  <a:pt x="1952625" y="228600"/>
                </a:moveTo>
                <a:lnTo>
                  <a:pt x="2238375" y="228600"/>
                </a:lnTo>
                <a:lnTo>
                  <a:pt x="2238375" y="238125"/>
                </a:lnTo>
                <a:lnTo>
                  <a:pt x="1952625" y="238125"/>
                </a:lnTo>
                <a:close/>
                <a:moveTo>
                  <a:pt x="2324100" y="228600"/>
                </a:moveTo>
                <a:lnTo>
                  <a:pt x="2466975" y="228600"/>
                </a:lnTo>
                <a:lnTo>
                  <a:pt x="2466975" y="238125"/>
                </a:lnTo>
                <a:lnTo>
                  <a:pt x="2324100" y="238125"/>
                </a:lnTo>
                <a:close/>
                <a:moveTo>
                  <a:pt x="190500" y="238125"/>
                </a:moveTo>
                <a:lnTo>
                  <a:pt x="476250" y="238125"/>
                </a:lnTo>
                <a:lnTo>
                  <a:pt x="476250" y="247650"/>
                </a:lnTo>
                <a:lnTo>
                  <a:pt x="190500" y="247650"/>
                </a:lnTo>
                <a:close/>
                <a:moveTo>
                  <a:pt x="904875" y="238125"/>
                </a:moveTo>
                <a:lnTo>
                  <a:pt x="1047750" y="238125"/>
                </a:lnTo>
                <a:lnTo>
                  <a:pt x="1047750" y="247650"/>
                </a:lnTo>
                <a:lnTo>
                  <a:pt x="904875" y="247650"/>
                </a:lnTo>
                <a:close/>
                <a:moveTo>
                  <a:pt x="1266825" y="238125"/>
                </a:moveTo>
                <a:lnTo>
                  <a:pt x="1409700" y="238125"/>
                </a:lnTo>
                <a:lnTo>
                  <a:pt x="1409700" y="247650"/>
                </a:lnTo>
                <a:lnTo>
                  <a:pt x="1266825" y="247650"/>
                </a:lnTo>
                <a:close/>
                <a:moveTo>
                  <a:pt x="1609725" y="238125"/>
                </a:moveTo>
                <a:lnTo>
                  <a:pt x="1752600" y="238125"/>
                </a:lnTo>
                <a:lnTo>
                  <a:pt x="1752600" y="247650"/>
                </a:lnTo>
                <a:lnTo>
                  <a:pt x="1609725" y="247650"/>
                </a:lnTo>
                <a:close/>
                <a:moveTo>
                  <a:pt x="1952625" y="238125"/>
                </a:moveTo>
                <a:lnTo>
                  <a:pt x="2238375" y="238125"/>
                </a:lnTo>
                <a:lnTo>
                  <a:pt x="2238375" y="247650"/>
                </a:lnTo>
                <a:lnTo>
                  <a:pt x="1952625" y="247650"/>
                </a:lnTo>
                <a:close/>
                <a:moveTo>
                  <a:pt x="2324100" y="238125"/>
                </a:moveTo>
                <a:lnTo>
                  <a:pt x="2466975" y="238125"/>
                </a:lnTo>
                <a:lnTo>
                  <a:pt x="2466975" y="247650"/>
                </a:lnTo>
                <a:lnTo>
                  <a:pt x="2324100" y="247650"/>
                </a:lnTo>
                <a:close/>
                <a:moveTo>
                  <a:pt x="209550" y="247650"/>
                </a:moveTo>
                <a:lnTo>
                  <a:pt x="457200" y="247650"/>
                </a:lnTo>
                <a:lnTo>
                  <a:pt x="457200" y="257175"/>
                </a:lnTo>
                <a:lnTo>
                  <a:pt x="209550" y="257175"/>
                </a:lnTo>
                <a:close/>
                <a:moveTo>
                  <a:pt x="904875" y="247650"/>
                </a:moveTo>
                <a:lnTo>
                  <a:pt x="1047750" y="247650"/>
                </a:lnTo>
                <a:lnTo>
                  <a:pt x="1047750" y="257175"/>
                </a:lnTo>
                <a:lnTo>
                  <a:pt x="904875" y="257175"/>
                </a:lnTo>
                <a:close/>
                <a:moveTo>
                  <a:pt x="1266825" y="247650"/>
                </a:moveTo>
                <a:lnTo>
                  <a:pt x="1409700" y="247650"/>
                </a:lnTo>
                <a:lnTo>
                  <a:pt x="1409700" y="257175"/>
                </a:lnTo>
                <a:lnTo>
                  <a:pt x="1266825" y="257175"/>
                </a:lnTo>
                <a:close/>
                <a:moveTo>
                  <a:pt x="1609725" y="247650"/>
                </a:moveTo>
                <a:lnTo>
                  <a:pt x="1752600" y="247650"/>
                </a:lnTo>
                <a:lnTo>
                  <a:pt x="1752600" y="257175"/>
                </a:lnTo>
                <a:lnTo>
                  <a:pt x="1609725" y="257175"/>
                </a:lnTo>
                <a:close/>
                <a:moveTo>
                  <a:pt x="1952625" y="247650"/>
                </a:moveTo>
                <a:lnTo>
                  <a:pt x="2247900" y="247650"/>
                </a:lnTo>
                <a:lnTo>
                  <a:pt x="2247900" y="257175"/>
                </a:lnTo>
                <a:lnTo>
                  <a:pt x="1952625" y="257175"/>
                </a:lnTo>
                <a:close/>
                <a:moveTo>
                  <a:pt x="2324100" y="247650"/>
                </a:moveTo>
                <a:lnTo>
                  <a:pt x="2466975" y="247650"/>
                </a:lnTo>
                <a:lnTo>
                  <a:pt x="2466975" y="257175"/>
                </a:lnTo>
                <a:lnTo>
                  <a:pt x="2324100" y="257175"/>
                </a:lnTo>
                <a:close/>
                <a:moveTo>
                  <a:pt x="238125" y="257175"/>
                </a:moveTo>
                <a:lnTo>
                  <a:pt x="428625" y="257175"/>
                </a:lnTo>
                <a:lnTo>
                  <a:pt x="428625" y="266700"/>
                </a:lnTo>
                <a:lnTo>
                  <a:pt x="238125" y="266700"/>
                </a:lnTo>
                <a:close/>
                <a:moveTo>
                  <a:pt x="904875" y="257175"/>
                </a:moveTo>
                <a:lnTo>
                  <a:pt x="1047750" y="257175"/>
                </a:lnTo>
                <a:lnTo>
                  <a:pt x="1047750" y="266700"/>
                </a:lnTo>
                <a:lnTo>
                  <a:pt x="904875" y="266700"/>
                </a:lnTo>
                <a:close/>
                <a:moveTo>
                  <a:pt x="1266825" y="257175"/>
                </a:moveTo>
                <a:lnTo>
                  <a:pt x="1409700" y="257175"/>
                </a:lnTo>
                <a:lnTo>
                  <a:pt x="1409700" y="266700"/>
                </a:lnTo>
                <a:lnTo>
                  <a:pt x="1266825" y="266700"/>
                </a:lnTo>
                <a:close/>
                <a:moveTo>
                  <a:pt x="1609725" y="257175"/>
                </a:moveTo>
                <a:lnTo>
                  <a:pt x="1752600" y="257175"/>
                </a:lnTo>
                <a:lnTo>
                  <a:pt x="1752600" y="266700"/>
                </a:lnTo>
                <a:lnTo>
                  <a:pt x="1609725" y="266700"/>
                </a:lnTo>
                <a:close/>
                <a:moveTo>
                  <a:pt x="1952625" y="257175"/>
                </a:moveTo>
                <a:lnTo>
                  <a:pt x="2247900" y="257175"/>
                </a:lnTo>
                <a:lnTo>
                  <a:pt x="2247900" y="266700"/>
                </a:lnTo>
                <a:lnTo>
                  <a:pt x="1952625" y="266700"/>
                </a:lnTo>
                <a:close/>
                <a:moveTo>
                  <a:pt x="2324100" y="257175"/>
                </a:moveTo>
                <a:lnTo>
                  <a:pt x="2466975" y="257175"/>
                </a:lnTo>
                <a:lnTo>
                  <a:pt x="2466975" y="266700"/>
                </a:lnTo>
                <a:lnTo>
                  <a:pt x="2324100" y="266700"/>
                </a:lnTo>
                <a:close/>
                <a:moveTo>
                  <a:pt x="28575" y="266700"/>
                </a:moveTo>
                <a:lnTo>
                  <a:pt x="638175" y="266700"/>
                </a:lnTo>
                <a:lnTo>
                  <a:pt x="638175" y="276225"/>
                </a:lnTo>
                <a:lnTo>
                  <a:pt x="28575" y="276225"/>
                </a:lnTo>
                <a:close/>
                <a:moveTo>
                  <a:pt x="904875" y="266700"/>
                </a:moveTo>
                <a:lnTo>
                  <a:pt x="1047750" y="266700"/>
                </a:lnTo>
                <a:lnTo>
                  <a:pt x="1047750" y="276225"/>
                </a:lnTo>
                <a:lnTo>
                  <a:pt x="904875" y="276225"/>
                </a:lnTo>
                <a:close/>
                <a:moveTo>
                  <a:pt x="1266825" y="266700"/>
                </a:moveTo>
                <a:lnTo>
                  <a:pt x="1409700" y="266700"/>
                </a:lnTo>
                <a:lnTo>
                  <a:pt x="1409700" y="276225"/>
                </a:lnTo>
                <a:lnTo>
                  <a:pt x="1266825" y="276225"/>
                </a:lnTo>
                <a:close/>
                <a:moveTo>
                  <a:pt x="1609725" y="266700"/>
                </a:moveTo>
                <a:lnTo>
                  <a:pt x="1752600" y="266700"/>
                </a:lnTo>
                <a:lnTo>
                  <a:pt x="1752600" y="276225"/>
                </a:lnTo>
                <a:lnTo>
                  <a:pt x="1609725" y="276225"/>
                </a:lnTo>
                <a:close/>
                <a:moveTo>
                  <a:pt x="1952625" y="266700"/>
                </a:moveTo>
                <a:lnTo>
                  <a:pt x="2095500" y="266700"/>
                </a:lnTo>
                <a:lnTo>
                  <a:pt x="2095500" y="276225"/>
                </a:lnTo>
                <a:lnTo>
                  <a:pt x="1952625" y="276225"/>
                </a:lnTo>
                <a:close/>
                <a:moveTo>
                  <a:pt x="2105025" y="266700"/>
                </a:moveTo>
                <a:lnTo>
                  <a:pt x="2257425" y="266700"/>
                </a:lnTo>
                <a:lnTo>
                  <a:pt x="2257425" y="276225"/>
                </a:lnTo>
                <a:lnTo>
                  <a:pt x="2105025" y="276225"/>
                </a:lnTo>
                <a:close/>
                <a:moveTo>
                  <a:pt x="2324100" y="266700"/>
                </a:moveTo>
                <a:lnTo>
                  <a:pt x="2466975" y="266700"/>
                </a:lnTo>
                <a:lnTo>
                  <a:pt x="2466975" y="276225"/>
                </a:lnTo>
                <a:lnTo>
                  <a:pt x="2324100" y="276225"/>
                </a:lnTo>
                <a:close/>
                <a:moveTo>
                  <a:pt x="28575" y="276225"/>
                </a:moveTo>
                <a:lnTo>
                  <a:pt x="638175" y="276225"/>
                </a:lnTo>
                <a:lnTo>
                  <a:pt x="638175" y="285750"/>
                </a:lnTo>
                <a:lnTo>
                  <a:pt x="28575" y="285750"/>
                </a:lnTo>
                <a:close/>
                <a:moveTo>
                  <a:pt x="904875" y="276225"/>
                </a:moveTo>
                <a:lnTo>
                  <a:pt x="1047750" y="276225"/>
                </a:lnTo>
                <a:lnTo>
                  <a:pt x="1047750" y="285750"/>
                </a:lnTo>
                <a:lnTo>
                  <a:pt x="904875" y="285750"/>
                </a:lnTo>
                <a:close/>
                <a:moveTo>
                  <a:pt x="1266825" y="276225"/>
                </a:moveTo>
                <a:lnTo>
                  <a:pt x="1409700" y="276225"/>
                </a:lnTo>
                <a:lnTo>
                  <a:pt x="1409700" y="285750"/>
                </a:lnTo>
                <a:lnTo>
                  <a:pt x="1266825" y="285750"/>
                </a:lnTo>
                <a:close/>
                <a:moveTo>
                  <a:pt x="1609725" y="276225"/>
                </a:moveTo>
                <a:lnTo>
                  <a:pt x="1752600" y="276225"/>
                </a:lnTo>
                <a:lnTo>
                  <a:pt x="1752600" y="285750"/>
                </a:lnTo>
                <a:lnTo>
                  <a:pt x="1609725" y="285750"/>
                </a:lnTo>
                <a:close/>
                <a:moveTo>
                  <a:pt x="1952625" y="276225"/>
                </a:moveTo>
                <a:lnTo>
                  <a:pt x="2095500" y="276225"/>
                </a:lnTo>
                <a:lnTo>
                  <a:pt x="2095500" y="285750"/>
                </a:lnTo>
                <a:lnTo>
                  <a:pt x="1952625" y="285750"/>
                </a:lnTo>
                <a:close/>
                <a:moveTo>
                  <a:pt x="2114550" y="276225"/>
                </a:moveTo>
                <a:lnTo>
                  <a:pt x="2266950" y="276225"/>
                </a:lnTo>
                <a:lnTo>
                  <a:pt x="2266950" y="285750"/>
                </a:lnTo>
                <a:lnTo>
                  <a:pt x="2114550" y="285750"/>
                </a:lnTo>
                <a:close/>
                <a:moveTo>
                  <a:pt x="2324100" y="276225"/>
                </a:moveTo>
                <a:lnTo>
                  <a:pt x="2466975" y="276225"/>
                </a:lnTo>
                <a:lnTo>
                  <a:pt x="2466975" y="285750"/>
                </a:lnTo>
                <a:lnTo>
                  <a:pt x="2324100" y="285750"/>
                </a:lnTo>
                <a:close/>
                <a:moveTo>
                  <a:pt x="28575" y="285750"/>
                </a:moveTo>
                <a:lnTo>
                  <a:pt x="638175" y="285750"/>
                </a:lnTo>
                <a:lnTo>
                  <a:pt x="638175" y="295275"/>
                </a:lnTo>
                <a:lnTo>
                  <a:pt x="28575" y="295275"/>
                </a:lnTo>
                <a:close/>
                <a:moveTo>
                  <a:pt x="904875" y="285750"/>
                </a:moveTo>
                <a:lnTo>
                  <a:pt x="1047750" y="285750"/>
                </a:lnTo>
                <a:lnTo>
                  <a:pt x="1047750" y="295275"/>
                </a:lnTo>
                <a:lnTo>
                  <a:pt x="904875" y="295275"/>
                </a:lnTo>
                <a:close/>
                <a:moveTo>
                  <a:pt x="1266825" y="285750"/>
                </a:moveTo>
                <a:lnTo>
                  <a:pt x="1409700" y="285750"/>
                </a:lnTo>
                <a:lnTo>
                  <a:pt x="1409700" y="295275"/>
                </a:lnTo>
                <a:lnTo>
                  <a:pt x="1266825" y="295275"/>
                </a:lnTo>
                <a:close/>
                <a:moveTo>
                  <a:pt x="1609725" y="285750"/>
                </a:moveTo>
                <a:lnTo>
                  <a:pt x="1752600" y="285750"/>
                </a:lnTo>
                <a:lnTo>
                  <a:pt x="1752600" y="295275"/>
                </a:lnTo>
                <a:lnTo>
                  <a:pt x="1609725" y="295275"/>
                </a:lnTo>
                <a:close/>
                <a:moveTo>
                  <a:pt x="1952625" y="285750"/>
                </a:moveTo>
                <a:lnTo>
                  <a:pt x="2095500" y="285750"/>
                </a:lnTo>
                <a:lnTo>
                  <a:pt x="2095500" y="295275"/>
                </a:lnTo>
                <a:lnTo>
                  <a:pt x="1952625" y="295275"/>
                </a:lnTo>
                <a:close/>
                <a:moveTo>
                  <a:pt x="2114550" y="285750"/>
                </a:moveTo>
                <a:lnTo>
                  <a:pt x="2266950" y="285750"/>
                </a:lnTo>
                <a:lnTo>
                  <a:pt x="2266950" y="295275"/>
                </a:lnTo>
                <a:lnTo>
                  <a:pt x="2114550" y="295275"/>
                </a:lnTo>
                <a:close/>
                <a:moveTo>
                  <a:pt x="2324100" y="285750"/>
                </a:moveTo>
                <a:lnTo>
                  <a:pt x="2466975" y="285750"/>
                </a:lnTo>
                <a:lnTo>
                  <a:pt x="2466975" y="295275"/>
                </a:lnTo>
                <a:lnTo>
                  <a:pt x="2324100" y="295275"/>
                </a:lnTo>
                <a:close/>
                <a:moveTo>
                  <a:pt x="28575" y="295275"/>
                </a:moveTo>
                <a:lnTo>
                  <a:pt x="638175" y="295275"/>
                </a:lnTo>
                <a:lnTo>
                  <a:pt x="638175" y="304800"/>
                </a:lnTo>
                <a:lnTo>
                  <a:pt x="28575" y="304800"/>
                </a:lnTo>
                <a:close/>
                <a:moveTo>
                  <a:pt x="904875" y="295275"/>
                </a:moveTo>
                <a:lnTo>
                  <a:pt x="1047750" y="295275"/>
                </a:lnTo>
                <a:lnTo>
                  <a:pt x="1047750" y="304800"/>
                </a:lnTo>
                <a:lnTo>
                  <a:pt x="904875" y="304800"/>
                </a:lnTo>
                <a:close/>
                <a:moveTo>
                  <a:pt x="1266825" y="295275"/>
                </a:moveTo>
                <a:lnTo>
                  <a:pt x="1409700" y="295275"/>
                </a:lnTo>
                <a:lnTo>
                  <a:pt x="1409700" y="304800"/>
                </a:lnTo>
                <a:lnTo>
                  <a:pt x="1266825" y="304800"/>
                </a:lnTo>
                <a:close/>
                <a:moveTo>
                  <a:pt x="1609725" y="295275"/>
                </a:moveTo>
                <a:lnTo>
                  <a:pt x="1752600" y="295275"/>
                </a:lnTo>
                <a:lnTo>
                  <a:pt x="1752600" y="304800"/>
                </a:lnTo>
                <a:lnTo>
                  <a:pt x="1609725" y="304800"/>
                </a:lnTo>
                <a:close/>
                <a:moveTo>
                  <a:pt x="1952625" y="295275"/>
                </a:moveTo>
                <a:lnTo>
                  <a:pt x="2095500" y="295275"/>
                </a:lnTo>
                <a:lnTo>
                  <a:pt x="2095500" y="304800"/>
                </a:lnTo>
                <a:lnTo>
                  <a:pt x="1952625" y="304800"/>
                </a:lnTo>
                <a:close/>
                <a:moveTo>
                  <a:pt x="2124075" y="295275"/>
                </a:moveTo>
                <a:lnTo>
                  <a:pt x="2276475" y="295275"/>
                </a:lnTo>
                <a:lnTo>
                  <a:pt x="2276475" y="304800"/>
                </a:lnTo>
                <a:lnTo>
                  <a:pt x="2124075" y="304800"/>
                </a:lnTo>
                <a:close/>
                <a:moveTo>
                  <a:pt x="2324100" y="295275"/>
                </a:moveTo>
                <a:lnTo>
                  <a:pt x="2466975" y="295275"/>
                </a:lnTo>
                <a:lnTo>
                  <a:pt x="2466975" y="304800"/>
                </a:lnTo>
                <a:lnTo>
                  <a:pt x="2324100" y="304800"/>
                </a:lnTo>
                <a:close/>
                <a:moveTo>
                  <a:pt x="28575" y="304800"/>
                </a:moveTo>
                <a:lnTo>
                  <a:pt x="638175" y="304800"/>
                </a:lnTo>
                <a:lnTo>
                  <a:pt x="638175" y="314325"/>
                </a:lnTo>
                <a:lnTo>
                  <a:pt x="28575" y="314325"/>
                </a:lnTo>
                <a:close/>
                <a:moveTo>
                  <a:pt x="904875" y="304800"/>
                </a:moveTo>
                <a:lnTo>
                  <a:pt x="1047750" y="304800"/>
                </a:lnTo>
                <a:lnTo>
                  <a:pt x="1047750" y="314325"/>
                </a:lnTo>
                <a:lnTo>
                  <a:pt x="904875" y="314325"/>
                </a:lnTo>
                <a:close/>
                <a:moveTo>
                  <a:pt x="1266825" y="304800"/>
                </a:moveTo>
                <a:lnTo>
                  <a:pt x="1409700" y="304800"/>
                </a:lnTo>
                <a:lnTo>
                  <a:pt x="1409700" y="314325"/>
                </a:lnTo>
                <a:lnTo>
                  <a:pt x="1266825" y="314325"/>
                </a:lnTo>
                <a:close/>
                <a:moveTo>
                  <a:pt x="1609725" y="304800"/>
                </a:moveTo>
                <a:lnTo>
                  <a:pt x="1752600" y="304800"/>
                </a:lnTo>
                <a:lnTo>
                  <a:pt x="1752600" y="314325"/>
                </a:lnTo>
                <a:lnTo>
                  <a:pt x="1609725" y="314325"/>
                </a:lnTo>
                <a:close/>
                <a:moveTo>
                  <a:pt x="1952625" y="304800"/>
                </a:moveTo>
                <a:lnTo>
                  <a:pt x="2095500" y="304800"/>
                </a:lnTo>
                <a:lnTo>
                  <a:pt x="2095500" y="314325"/>
                </a:lnTo>
                <a:lnTo>
                  <a:pt x="1952625" y="314325"/>
                </a:lnTo>
                <a:close/>
                <a:moveTo>
                  <a:pt x="2124075" y="304800"/>
                </a:moveTo>
                <a:lnTo>
                  <a:pt x="2286000" y="304800"/>
                </a:lnTo>
                <a:lnTo>
                  <a:pt x="2286000" y="314325"/>
                </a:lnTo>
                <a:lnTo>
                  <a:pt x="2124075" y="314325"/>
                </a:lnTo>
                <a:close/>
                <a:moveTo>
                  <a:pt x="2324100" y="304800"/>
                </a:moveTo>
                <a:lnTo>
                  <a:pt x="2466975" y="304800"/>
                </a:lnTo>
                <a:lnTo>
                  <a:pt x="2466975" y="314325"/>
                </a:lnTo>
                <a:lnTo>
                  <a:pt x="2324100" y="314325"/>
                </a:lnTo>
                <a:close/>
                <a:moveTo>
                  <a:pt x="28575" y="314325"/>
                </a:moveTo>
                <a:lnTo>
                  <a:pt x="638175" y="314325"/>
                </a:lnTo>
                <a:lnTo>
                  <a:pt x="638175" y="323850"/>
                </a:lnTo>
                <a:lnTo>
                  <a:pt x="28575" y="323850"/>
                </a:lnTo>
                <a:close/>
                <a:moveTo>
                  <a:pt x="904875" y="314325"/>
                </a:moveTo>
                <a:lnTo>
                  <a:pt x="1047750" y="314325"/>
                </a:lnTo>
                <a:lnTo>
                  <a:pt x="1047750" y="323850"/>
                </a:lnTo>
                <a:lnTo>
                  <a:pt x="904875" y="323850"/>
                </a:lnTo>
                <a:close/>
                <a:moveTo>
                  <a:pt x="1266825" y="314325"/>
                </a:moveTo>
                <a:lnTo>
                  <a:pt x="1409700" y="314325"/>
                </a:lnTo>
                <a:lnTo>
                  <a:pt x="1409700" y="323850"/>
                </a:lnTo>
                <a:lnTo>
                  <a:pt x="1266825" y="323850"/>
                </a:lnTo>
                <a:close/>
                <a:moveTo>
                  <a:pt x="1609725" y="314325"/>
                </a:moveTo>
                <a:lnTo>
                  <a:pt x="1752600" y="314325"/>
                </a:lnTo>
                <a:lnTo>
                  <a:pt x="1752600" y="323850"/>
                </a:lnTo>
                <a:lnTo>
                  <a:pt x="1609725" y="323850"/>
                </a:lnTo>
                <a:close/>
                <a:moveTo>
                  <a:pt x="1952625" y="314325"/>
                </a:moveTo>
                <a:lnTo>
                  <a:pt x="2095500" y="314325"/>
                </a:lnTo>
                <a:lnTo>
                  <a:pt x="2095500" y="323850"/>
                </a:lnTo>
                <a:lnTo>
                  <a:pt x="1952625" y="323850"/>
                </a:lnTo>
                <a:close/>
                <a:moveTo>
                  <a:pt x="2133600" y="314325"/>
                </a:moveTo>
                <a:lnTo>
                  <a:pt x="2286000" y="314325"/>
                </a:lnTo>
                <a:lnTo>
                  <a:pt x="2286000" y="323850"/>
                </a:lnTo>
                <a:lnTo>
                  <a:pt x="2133600" y="323850"/>
                </a:lnTo>
                <a:close/>
                <a:moveTo>
                  <a:pt x="2324100" y="314325"/>
                </a:moveTo>
                <a:lnTo>
                  <a:pt x="2466975" y="314325"/>
                </a:lnTo>
                <a:lnTo>
                  <a:pt x="2466975" y="323850"/>
                </a:lnTo>
                <a:lnTo>
                  <a:pt x="2324100" y="323850"/>
                </a:lnTo>
                <a:close/>
                <a:moveTo>
                  <a:pt x="28575" y="323850"/>
                </a:moveTo>
                <a:lnTo>
                  <a:pt x="638175" y="323850"/>
                </a:lnTo>
                <a:lnTo>
                  <a:pt x="638175" y="333375"/>
                </a:lnTo>
                <a:lnTo>
                  <a:pt x="28575" y="333375"/>
                </a:lnTo>
                <a:close/>
                <a:moveTo>
                  <a:pt x="904875" y="323850"/>
                </a:moveTo>
                <a:lnTo>
                  <a:pt x="1047750" y="323850"/>
                </a:lnTo>
                <a:lnTo>
                  <a:pt x="1047750" y="333375"/>
                </a:lnTo>
                <a:lnTo>
                  <a:pt x="904875" y="333375"/>
                </a:lnTo>
                <a:close/>
                <a:moveTo>
                  <a:pt x="1266825" y="323850"/>
                </a:moveTo>
                <a:lnTo>
                  <a:pt x="1409700" y="323850"/>
                </a:lnTo>
                <a:lnTo>
                  <a:pt x="1409700" y="333375"/>
                </a:lnTo>
                <a:lnTo>
                  <a:pt x="1266825" y="333375"/>
                </a:lnTo>
                <a:close/>
                <a:moveTo>
                  <a:pt x="1609725" y="323850"/>
                </a:moveTo>
                <a:lnTo>
                  <a:pt x="1752600" y="323850"/>
                </a:lnTo>
                <a:lnTo>
                  <a:pt x="1752600" y="333375"/>
                </a:lnTo>
                <a:lnTo>
                  <a:pt x="1609725" y="333375"/>
                </a:lnTo>
                <a:close/>
                <a:moveTo>
                  <a:pt x="1952625" y="323850"/>
                </a:moveTo>
                <a:lnTo>
                  <a:pt x="2095500" y="323850"/>
                </a:lnTo>
                <a:lnTo>
                  <a:pt x="2095500" y="333375"/>
                </a:lnTo>
                <a:lnTo>
                  <a:pt x="1952625" y="333375"/>
                </a:lnTo>
                <a:close/>
                <a:moveTo>
                  <a:pt x="2143125" y="323850"/>
                </a:moveTo>
                <a:lnTo>
                  <a:pt x="2295525" y="323850"/>
                </a:lnTo>
                <a:lnTo>
                  <a:pt x="2295525" y="333375"/>
                </a:lnTo>
                <a:lnTo>
                  <a:pt x="2143125" y="333375"/>
                </a:lnTo>
                <a:close/>
                <a:moveTo>
                  <a:pt x="2324100" y="323850"/>
                </a:moveTo>
                <a:lnTo>
                  <a:pt x="2466975" y="323850"/>
                </a:lnTo>
                <a:lnTo>
                  <a:pt x="2466975" y="333375"/>
                </a:lnTo>
                <a:lnTo>
                  <a:pt x="2324100" y="333375"/>
                </a:lnTo>
                <a:close/>
                <a:moveTo>
                  <a:pt x="28575" y="333375"/>
                </a:moveTo>
                <a:lnTo>
                  <a:pt x="638175" y="333375"/>
                </a:lnTo>
                <a:lnTo>
                  <a:pt x="638175" y="342900"/>
                </a:lnTo>
                <a:lnTo>
                  <a:pt x="28575" y="342900"/>
                </a:lnTo>
                <a:close/>
                <a:moveTo>
                  <a:pt x="904875" y="333375"/>
                </a:moveTo>
                <a:lnTo>
                  <a:pt x="1047750" y="333375"/>
                </a:lnTo>
                <a:lnTo>
                  <a:pt x="1047750" y="342900"/>
                </a:lnTo>
                <a:lnTo>
                  <a:pt x="904875" y="342900"/>
                </a:lnTo>
                <a:close/>
                <a:moveTo>
                  <a:pt x="1266825" y="333375"/>
                </a:moveTo>
                <a:lnTo>
                  <a:pt x="1409700" y="333375"/>
                </a:lnTo>
                <a:lnTo>
                  <a:pt x="1409700" y="342900"/>
                </a:lnTo>
                <a:lnTo>
                  <a:pt x="1266825" y="342900"/>
                </a:lnTo>
                <a:close/>
                <a:moveTo>
                  <a:pt x="1609725" y="333375"/>
                </a:moveTo>
                <a:lnTo>
                  <a:pt x="1752600" y="333375"/>
                </a:lnTo>
                <a:lnTo>
                  <a:pt x="1752600" y="342900"/>
                </a:lnTo>
                <a:lnTo>
                  <a:pt x="1609725" y="342900"/>
                </a:lnTo>
                <a:close/>
                <a:moveTo>
                  <a:pt x="1952625" y="333375"/>
                </a:moveTo>
                <a:lnTo>
                  <a:pt x="2095500" y="333375"/>
                </a:lnTo>
                <a:lnTo>
                  <a:pt x="2095500" y="342900"/>
                </a:lnTo>
                <a:lnTo>
                  <a:pt x="1952625" y="342900"/>
                </a:lnTo>
                <a:close/>
                <a:moveTo>
                  <a:pt x="2143125" y="333375"/>
                </a:moveTo>
                <a:lnTo>
                  <a:pt x="2305050" y="333375"/>
                </a:lnTo>
                <a:lnTo>
                  <a:pt x="2305050" y="342900"/>
                </a:lnTo>
                <a:lnTo>
                  <a:pt x="2143125" y="342900"/>
                </a:lnTo>
                <a:close/>
                <a:moveTo>
                  <a:pt x="2324100" y="333375"/>
                </a:moveTo>
                <a:lnTo>
                  <a:pt x="2466975" y="333375"/>
                </a:lnTo>
                <a:lnTo>
                  <a:pt x="2466975" y="342900"/>
                </a:lnTo>
                <a:lnTo>
                  <a:pt x="2324100" y="342900"/>
                </a:lnTo>
                <a:close/>
                <a:moveTo>
                  <a:pt x="28575" y="342900"/>
                </a:moveTo>
                <a:lnTo>
                  <a:pt x="638175" y="342900"/>
                </a:lnTo>
                <a:lnTo>
                  <a:pt x="638175" y="352425"/>
                </a:lnTo>
                <a:lnTo>
                  <a:pt x="28575" y="352425"/>
                </a:lnTo>
                <a:close/>
                <a:moveTo>
                  <a:pt x="904875" y="342900"/>
                </a:moveTo>
                <a:lnTo>
                  <a:pt x="1047750" y="342900"/>
                </a:lnTo>
                <a:lnTo>
                  <a:pt x="1047750" y="352425"/>
                </a:lnTo>
                <a:lnTo>
                  <a:pt x="904875" y="352425"/>
                </a:lnTo>
                <a:close/>
                <a:moveTo>
                  <a:pt x="1266825" y="342900"/>
                </a:moveTo>
                <a:lnTo>
                  <a:pt x="1409700" y="342900"/>
                </a:lnTo>
                <a:lnTo>
                  <a:pt x="1409700" y="352425"/>
                </a:lnTo>
                <a:lnTo>
                  <a:pt x="1266825" y="352425"/>
                </a:lnTo>
                <a:close/>
                <a:moveTo>
                  <a:pt x="1609725" y="342900"/>
                </a:moveTo>
                <a:lnTo>
                  <a:pt x="1752600" y="342900"/>
                </a:lnTo>
                <a:lnTo>
                  <a:pt x="1752600" y="352425"/>
                </a:lnTo>
                <a:lnTo>
                  <a:pt x="1609725" y="352425"/>
                </a:lnTo>
                <a:close/>
                <a:moveTo>
                  <a:pt x="1952625" y="342900"/>
                </a:moveTo>
                <a:lnTo>
                  <a:pt x="2095500" y="342900"/>
                </a:lnTo>
                <a:lnTo>
                  <a:pt x="2095500" y="352425"/>
                </a:lnTo>
                <a:lnTo>
                  <a:pt x="1952625" y="352425"/>
                </a:lnTo>
                <a:close/>
                <a:moveTo>
                  <a:pt x="2152650" y="342900"/>
                </a:moveTo>
                <a:lnTo>
                  <a:pt x="2305050" y="342900"/>
                </a:lnTo>
                <a:lnTo>
                  <a:pt x="2305050" y="352425"/>
                </a:lnTo>
                <a:lnTo>
                  <a:pt x="2152650" y="352425"/>
                </a:lnTo>
                <a:close/>
                <a:moveTo>
                  <a:pt x="2324100" y="342900"/>
                </a:moveTo>
                <a:lnTo>
                  <a:pt x="2466975" y="342900"/>
                </a:lnTo>
                <a:lnTo>
                  <a:pt x="2466975" y="352425"/>
                </a:lnTo>
                <a:lnTo>
                  <a:pt x="2324100" y="352425"/>
                </a:lnTo>
                <a:close/>
                <a:moveTo>
                  <a:pt x="28575" y="352425"/>
                </a:moveTo>
                <a:lnTo>
                  <a:pt x="638175" y="352425"/>
                </a:lnTo>
                <a:lnTo>
                  <a:pt x="638175" y="361950"/>
                </a:lnTo>
                <a:lnTo>
                  <a:pt x="28575" y="361950"/>
                </a:lnTo>
                <a:close/>
                <a:moveTo>
                  <a:pt x="904875" y="352425"/>
                </a:moveTo>
                <a:lnTo>
                  <a:pt x="1047750" y="352425"/>
                </a:lnTo>
                <a:lnTo>
                  <a:pt x="1047750" y="361950"/>
                </a:lnTo>
                <a:lnTo>
                  <a:pt x="904875" y="361950"/>
                </a:lnTo>
                <a:close/>
                <a:moveTo>
                  <a:pt x="1266825" y="352425"/>
                </a:moveTo>
                <a:lnTo>
                  <a:pt x="1409700" y="352425"/>
                </a:lnTo>
                <a:lnTo>
                  <a:pt x="1409700" y="361950"/>
                </a:lnTo>
                <a:lnTo>
                  <a:pt x="1266825" y="361950"/>
                </a:lnTo>
                <a:close/>
                <a:moveTo>
                  <a:pt x="1609725" y="352425"/>
                </a:moveTo>
                <a:lnTo>
                  <a:pt x="1752600" y="352425"/>
                </a:lnTo>
                <a:lnTo>
                  <a:pt x="1752600" y="361950"/>
                </a:lnTo>
                <a:lnTo>
                  <a:pt x="1609725" y="361950"/>
                </a:lnTo>
                <a:close/>
                <a:moveTo>
                  <a:pt x="1952625" y="352425"/>
                </a:moveTo>
                <a:lnTo>
                  <a:pt x="2095500" y="352425"/>
                </a:lnTo>
                <a:lnTo>
                  <a:pt x="2095500" y="361950"/>
                </a:lnTo>
                <a:lnTo>
                  <a:pt x="1952625" y="361950"/>
                </a:lnTo>
                <a:close/>
                <a:moveTo>
                  <a:pt x="2162175" y="352425"/>
                </a:moveTo>
                <a:lnTo>
                  <a:pt x="2314575" y="352425"/>
                </a:lnTo>
                <a:lnTo>
                  <a:pt x="2314575" y="361950"/>
                </a:lnTo>
                <a:lnTo>
                  <a:pt x="2162175" y="361950"/>
                </a:lnTo>
                <a:close/>
                <a:moveTo>
                  <a:pt x="2324100" y="352425"/>
                </a:moveTo>
                <a:lnTo>
                  <a:pt x="2466975" y="352425"/>
                </a:lnTo>
                <a:lnTo>
                  <a:pt x="2466975" y="361950"/>
                </a:lnTo>
                <a:lnTo>
                  <a:pt x="2324100" y="361950"/>
                </a:lnTo>
                <a:close/>
                <a:moveTo>
                  <a:pt x="28575" y="361950"/>
                </a:moveTo>
                <a:lnTo>
                  <a:pt x="638175" y="361950"/>
                </a:lnTo>
                <a:lnTo>
                  <a:pt x="638175" y="371475"/>
                </a:lnTo>
                <a:lnTo>
                  <a:pt x="28575" y="371475"/>
                </a:lnTo>
                <a:close/>
                <a:moveTo>
                  <a:pt x="904875" y="361950"/>
                </a:moveTo>
                <a:lnTo>
                  <a:pt x="1047750" y="361950"/>
                </a:lnTo>
                <a:lnTo>
                  <a:pt x="1047750" y="371475"/>
                </a:lnTo>
                <a:lnTo>
                  <a:pt x="904875" y="371475"/>
                </a:lnTo>
                <a:close/>
                <a:moveTo>
                  <a:pt x="1266825" y="361950"/>
                </a:moveTo>
                <a:lnTo>
                  <a:pt x="1409700" y="361950"/>
                </a:lnTo>
                <a:lnTo>
                  <a:pt x="1409700" y="371475"/>
                </a:lnTo>
                <a:lnTo>
                  <a:pt x="1266825" y="371475"/>
                </a:lnTo>
                <a:close/>
                <a:moveTo>
                  <a:pt x="1609725" y="361950"/>
                </a:moveTo>
                <a:lnTo>
                  <a:pt x="1752600" y="361950"/>
                </a:lnTo>
                <a:lnTo>
                  <a:pt x="1752600" y="371475"/>
                </a:lnTo>
                <a:lnTo>
                  <a:pt x="1609725" y="371475"/>
                </a:lnTo>
                <a:close/>
                <a:moveTo>
                  <a:pt x="1952625" y="361950"/>
                </a:moveTo>
                <a:lnTo>
                  <a:pt x="2095500" y="361950"/>
                </a:lnTo>
                <a:lnTo>
                  <a:pt x="2095500" y="371475"/>
                </a:lnTo>
                <a:lnTo>
                  <a:pt x="1952625" y="371475"/>
                </a:lnTo>
                <a:close/>
                <a:moveTo>
                  <a:pt x="2162175" y="361950"/>
                </a:moveTo>
                <a:lnTo>
                  <a:pt x="2466975" y="361950"/>
                </a:lnTo>
                <a:lnTo>
                  <a:pt x="2466975" y="371475"/>
                </a:lnTo>
                <a:lnTo>
                  <a:pt x="2162175" y="371475"/>
                </a:lnTo>
                <a:close/>
                <a:moveTo>
                  <a:pt x="238125" y="371475"/>
                </a:moveTo>
                <a:lnTo>
                  <a:pt x="438150" y="371475"/>
                </a:lnTo>
                <a:lnTo>
                  <a:pt x="438150" y="381000"/>
                </a:lnTo>
                <a:lnTo>
                  <a:pt x="238125" y="381000"/>
                </a:lnTo>
                <a:close/>
                <a:moveTo>
                  <a:pt x="904875" y="371475"/>
                </a:moveTo>
                <a:lnTo>
                  <a:pt x="1047750" y="371475"/>
                </a:lnTo>
                <a:lnTo>
                  <a:pt x="1047750" y="381000"/>
                </a:lnTo>
                <a:lnTo>
                  <a:pt x="904875" y="381000"/>
                </a:lnTo>
                <a:close/>
                <a:moveTo>
                  <a:pt x="1266825" y="371475"/>
                </a:moveTo>
                <a:lnTo>
                  <a:pt x="1409700" y="371475"/>
                </a:lnTo>
                <a:lnTo>
                  <a:pt x="1409700" y="381000"/>
                </a:lnTo>
                <a:lnTo>
                  <a:pt x="1266825" y="381000"/>
                </a:lnTo>
                <a:close/>
                <a:moveTo>
                  <a:pt x="1609725" y="371475"/>
                </a:moveTo>
                <a:lnTo>
                  <a:pt x="1752600" y="371475"/>
                </a:lnTo>
                <a:lnTo>
                  <a:pt x="1752600" y="381000"/>
                </a:lnTo>
                <a:lnTo>
                  <a:pt x="1609725" y="381000"/>
                </a:lnTo>
                <a:close/>
                <a:moveTo>
                  <a:pt x="1952625" y="371475"/>
                </a:moveTo>
                <a:lnTo>
                  <a:pt x="2095500" y="371475"/>
                </a:lnTo>
                <a:lnTo>
                  <a:pt x="2095500" y="381000"/>
                </a:lnTo>
                <a:lnTo>
                  <a:pt x="1952625" y="381000"/>
                </a:lnTo>
                <a:close/>
                <a:moveTo>
                  <a:pt x="2171700" y="371475"/>
                </a:moveTo>
                <a:lnTo>
                  <a:pt x="2466975" y="371475"/>
                </a:lnTo>
                <a:lnTo>
                  <a:pt x="2466975" y="381000"/>
                </a:lnTo>
                <a:lnTo>
                  <a:pt x="2171700" y="381000"/>
                </a:lnTo>
                <a:close/>
                <a:moveTo>
                  <a:pt x="219075" y="381000"/>
                </a:moveTo>
                <a:lnTo>
                  <a:pt x="457200" y="381000"/>
                </a:lnTo>
                <a:lnTo>
                  <a:pt x="457200" y="390525"/>
                </a:lnTo>
                <a:lnTo>
                  <a:pt x="219075" y="390525"/>
                </a:lnTo>
                <a:close/>
                <a:moveTo>
                  <a:pt x="904875" y="381000"/>
                </a:moveTo>
                <a:lnTo>
                  <a:pt x="1047750" y="381000"/>
                </a:lnTo>
                <a:lnTo>
                  <a:pt x="1047750" y="390525"/>
                </a:lnTo>
                <a:lnTo>
                  <a:pt x="904875" y="390525"/>
                </a:lnTo>
                <a:close/>
                <a:moveTo>
                  <a:pt x="1266825" y="381000"/>
                </a:moveTo>
                <a:lnTo>
                  <a:pt x="1409700" y="381000"/>
                </a:lnTo>
                <a:lnTo>
                  <a:pt x="1409700" y="390525"/>
                </a:lnTo>
                <a:lnTo>
                  <a:pt x="1266825" y="390525"/>
                </a:lnTo>
                <a:close/>
                <a:moveTo>
                  <a:pt x="1609725" y="381000"/>
                </a:moveTo>
                <a:lnTo>
                  <a:pt x="1752600" y="381000"/>
                </a:lnTo>
                <a:lnTo>
                  <a:pt x="1752600" y="390525"/>
                </a:lnTo>
                <a:lnTo>
                  <a:pt x="1609725" y="390525"/>
                </a:lnTo>
                <a:close/>
                <a:moveTo>
                  <a:pt x="1952625" y="381000"/>
                </a:moveTo>
                <a:lnTo>
                  <a:pt x="2095500" y="381000"/>
                </a:lnTo>
                <a:lnTo>
                  <a:pt x="2095500" y="390525"/>
                </a:lnTo>
                <a:lnTo>
                  <a:pt x="1952625" y="390525"/>
                </a:lnTo>
                <a:close/>
                <a:moveTo>
                  <a:pt x="2171700" y="381000"/>
                </a:moveTo>
                <a:lnTo>
                  <a:pt x="2466975" y="381000"/>
                </a:lnTo>
                <a:lnTo>
                  <a:pt x="2466975" y="390525"/>
                </a:lnTo>
                <a:lnTo>
                  <a:pt x="2171700" y="390525"/>
                </a:lnTo>
                <a:close/>
                <a:moveTo>
                  <a:pt x="190500" y="390525"/>
                </a:moveTo>
                <a:lnTo>
                  <a:pt x="476250" y="390525"/>
                </a:lnTo>
                <a:lnTo>
                  <a:pt x="476250" y="400050"/>
                </a:lnTo>
                <a:lnTo>
                  <a:pt x="190500" y="400050"/>
                </a:lnTo>
                <a:close/>
                <a:moveTo>
                  <a:pt x="904875" y="390525"/>
                </a:moveTo>
                <a:lnTo>
                  <a:pt x="1047750" y="390525"/>
                </a:lnTo>
                <a:lnTo>
                  <a:pt x="1047750" y="400050"/>
                </a:lnTo>
                <a:lnTo>
                  <a:pt x="904875" y="400050"/>
                </a:lnTo>
                <a:close/>
                <a:moveTo>
                  <a:pt x="1266825" y="390525"/>
                </a:moveTo>
                <a:lnTo>
                  <a:pt x="1409700" y="390525"/>
                </a:lnTo>
                <a:lnTo>
                  <a:pt x="1409700" y="400050"/>
                </a:lnTo>
                <a:lnTo>
                  <a:pt x="1266825" y="400050"/>
                </a:lnTo>
                <a:close/>
                <a:moveTo>
                  <a:pt x="1609725" y="390525"/>
                </a:moveTo>
                <a:lnTo>
                  <a:pt x="1752600" y="390525"/>
                </a:lnTo>
                <a:lnTo>
                  <a:pt x="1752600" y="400050"/>
                </a:lnTo>
                <a:lnTo>
                  <a:pt x="1609725" y="400050"/>
                </a:lnTo>
                <a:close/>
                <a:moveTo>
                  <a:pt x="1952625" y="390525"/>
                </a:moveTo>
                <a:lnTo>
                  <a:pt x="2095500" y="390525"/>
                </a:lnTo>
                <a:lnTo>
                  <a:pt x="2095500" y="400050"/>
                </a:lnTo>
                <a:lnTo>
                  <a:pt x="1952625" y="400050"/>
                </a:lnTo>
                <a:close/>
                <a:moveTo>
                  <a:pt x="2181225" y="390525"/>
                </a:moveTo>
                <a:lnTo>
                  <a:pt x="2466975" y="390525"/>
                </a:lnTo>
                <a:lnTo>
                  <a:pt x="2466975" y="400050"/>
                </a:lnTo>
                <a:lnTo>
                  <a:pt x="2181225" y="400050"/>
                </a:lnTo>
                <a:close/>
                <a:moveTo>
                  <a:pt x="171450" y="400050"/>
                </a:moveTo>
                <a:lnTo>
                  <a:pt x="495300" y="400050"/>
                </a:lnTo>
                <a:lnTo>
                  <a:pt x="495300" y="409575"/>
                </a:lnTo>
                <a:lnTo>
                  <a:pt x="171450" y="409575"/>
                </a:lnTo>
                <a:close/>
                <a:moveTo>
                  <a:pt x="904875" y="400050"/>
                </a:moveTo>
                <a:lnTo>
                  <a:pt x="1047750" y="400050"/>
                </a:lnTo>
                <a:lnTo>
                  <a:pt x="1047750" y="409575"/>
                </a:lnTo>
                <a:lnTo>
                  <a:pt x="904875" y="409575"/>
                </a:lnTo>
                <a:close/>
                <a:moveTo>
                  <a:pt x="1257300" y="400050"/>
                </a:moveTo>
                <a:lnTo>
                  <a:pt x="1409700" y="400050"/>
                </a:lnTo>
                <a:lnTo>
                  <a:pt x="1409700" y="409575"/>
                </a:lnTo>
                <a:lnTo>
                  <a:pt x="1257300" y="409575"/>
                </a:lnTo>
                <a:close/>
                <a:moveTo>
                  <a:pt x="1609725" y="400050"/>
                </a:moveTo>
                <a:lnTo>
                  <a:pt x="1752600" y="400050"/>
                </a:lnTo>
                <a:lnTo>
                  <a:pt x="1752600" y="409575"/>
                </a:lnTo>
                <a:lnTo>
                  <a:pt x="1609725" y="409575"/>
                </a:lnTo>
                <a:close/>
                <a:moveTo>
                  <a:pt x="1952625" y="400050"/>
                </a:moveTo>
                <a:lnTo>
                  <a:pt x="2095500" y="400050"/>
                </a:lnTo>
                <a:lnTo>
                  <a:pt x="2095500" y="409575"/>
                </a:lnTo>
                <a:lnTo>
                  <a:pt x="1952625" y="409575"/>
                </a:lnTo>
                <a:close/>
                <a:moveTo>
                  <a:pt x="2190750" y="400050"/>
                </a:moveTo>
                <a:lnTo>
                  <a:pt x="2466975" y="400050"/>
                </a:lnTo>
                <a:lnTo>
                  <a:pt x="2466975" y="409575"/>
                </a:lnTo>
                <a:lnTo>
                  <a:pt x="2190750" y="409575"/>
                </a:lnTo>
                <a:close/>
                <a:moveTo>
                  <a:pt x="161925" y="409575"/>
                </a:moveTo>
                <a:lnTo>
                  <a:pt x="514350" y="409575"/>
                </a:lnTo>
                <a:lnTo>
                  <a:pt x="514350" y="419100"/>
                </a:lnTo>
                <a:lnTo>
                  <a:pt x="161925" y="419100"/>
                </a:lnTo>
                <a:close/>
                <a:moveTo>
                  <a:pt x="904875" y="409575"/>
                </a:moveTo>
                <a:lnTo>
                  <a:pt x="1057275" y="409575"/>
                </a:lnTo>
                <a:lnTo>
                  <a:pt x="1057275" y="419100"/>
                </a:lnTo>
                <a:lnTo>
                  <a:pt x="904875" y="419100"/>
                </a:lnTo>
                <a:close/>
                <a:moveTo>
                  <a:pt x="1257300" y="409575"/>
                </a:moveTo>
                <a:lnTo>
                  <a:pt x="1409700" y="409575"/>
                </a:lnTo>
                <a:lnTo>
                  <a:pt x="1409700" y="419100"/>
                </a:lnTo>
                <a:lnTo>
                  <a:pt x="1257300" y="419100"/>
                </a:lnTo>
                <a:close/>
                <a:moveTo>
                  <a:pt x="1609725" y="409575"/>
                </a:moveTo>
                <a:lnTo>
                  <a:pt x="1752600" y="409575"/>
                </a:lnTo>
                <a:lnTo>
                  <a:pt x="1752600" y="419100"/>
                </a:lnTo>
                <a:lnTo>
                  <a:pt x="1609725" y="419100"/>
                </a:lnTo>
                <a:close/>
                <a:moveTo>
                  <a:pt x="1952625" y="409575"/>
                </a:moveTo>
                <a:lnTo>
                  <a:pt x="2095500" y="409575"/>
                </a:lnTo>
                <a:lnTo>
                  <a:pt x="2095500" y="419100"/>
                </a:lnTo>
                <a:lnTo>
                  <a:pt x="1952625" y="419100"/>
                </a:lnTo>
                <a:close/>
                <a:moveTo>
                  <a:pt x="2190750" y="409575"/>
                </a:moveTo>
                <a:lnTo>
                  <a:pt x="2466975" y="409575"/>
                </a:lnTo>
                <a:lnTo>
                  <a:pt x="2466975" y="419100"/>
                </a:lnTo>
                <a:lnTo>
                  <a:pt x="2190750" y="419100"/>
                </a:lnTo>
                <a:close/>
                <a:moveTo>
                  <a:pt x="142875" y="419100"/>
                </a:moveTo>
                <a:lnTo>
                  <a:pt x="523875" y="419100"/>
                </a:lnTo>
                <a:lnTo>
                  <a:pt x="523875" y="428625"/>
                </a:lnTo>
                <a:lnTo>
                  <a:pt x="142875" y="428625"/>
                </a:lnTo>
                <a:close/>
                <a:moveTo>
                  <a:pt x="904875" y="419100"/>
                </a:moveTo>
                <a:lnTo>
                  <a:pt x="1057275" y="419100"/>
                </a:lnTo>
                <a:lnTo>
                  <a:pt x="1057275" y="428625"/>
                </a:lnTo>
                <a:lnTo>
                  <a:pt x="904875" y="428625"/>
                </a:lnTo>
                <a:close/>
                <a:moveTo>
                  <a:pt x="1257300" y="419100"/>
                </a:moveTo>
                <a:lnTo>
                  <a:pt x="1400175" y="419100"/>
                </a:lnTo>
                <a:lnTo>
                  <a:pt x="1400175" y="428625"/>
                </a:lnTo>
                <a:lnTo>
                  <a:pt x="1257300" y="428625"/>
                </a:lnTo>
                <a:close/>
                <a:moveTo>
                  <a:pt x="1609725" y="419100"/>
                </a:moveTo>
                <a:lnTo>
                  <a:pt x="1752600" y="419100"/>
                </a:lnTo>
                <a:lnTo>
                  <a:pt x="1752600" y="428625"/>
                </a:lnTo>
                <a:lnTo>
                  <a:pt x="1609725" y="428625"/>
                </a:lnTo>
                <a:close/>
                <a:moveTo>
                  <a:pt x="1952625" y="419100"/>
                </a:moveTo>
                <a:lnTo>
                  <a:pt x="2095500" y="419100"/>
                </a:lnTo>
                <a:lnTo>
                  <a:pt x="2095500" y="428625"/>
                </a:lnTo>
                <a:lnTo>
                  <a:pt x="1952625" y="428625"/>
                </a:lnTo>
                <a:close/>
                <a:moveTo>
                  <a:pt x="2200275" y="419100"/>
                </a:moveTo>
                <a:lnTo>
                  <a:pt x="2466975" y="419100"/>
                </a:lnTo>
                <a:lnTo>
                  <a:pt x="2466975" y="428625"/>
                </a:lnTo>
                <a:lnTo>
                  <a:pt x="2200275" y="428625"/>
                </a:lnTo>
                <a:close/>
                <a:moveTo>
                  <a:pt x="133350" y="428625"/>
                </a:moveTo>
                <a:lnTo>
                  <a:pt x="533400" y="428625"/>
                </a:lnTo>
                <a:lnTo>
                  <a:pt x="533400" y="438150"/>
                </a:lnTo>
                <a:lnTo>
                  <a:pt x="133350" y="438150"/>
                </a:lnTo>
                <a:close/>
                <a:moveTo>
                  <a:pt x="904875" y="428625"/>
                </a:moveTo>
                <a:lnTo>
                  <a:pt x="1057275" y="428625"/>
                </a:lnTo>
                <a:lnTo>
                  <a:pt x="1057275" y="438150"/>
                </a:lnTo>
                <a:lnTo>
                  <a:pt x="904875" y="438150"/>
                </a:lnTo>
                <a:close/>
                <a:moveTo>
                  <a:pt x="1247775" y="428625"/>
                </a:moveTo>
                <a:lnTo>
                  <a:pt x="1400175" y="428625"/>
                </a:lnTo>
                <a:lnTo>
                  <a:pt x="1400175" y="438150"/>
                </a:lnTo>
                <a:lnTo>
                  <a:pt x="1247775" y="438150"/>
                </a:lnTo>
                <a:close/>
                <a:moveTo>
                  <a:pt x="1609725" y="428625"/>
                </a:moveTo>
                <a:lnTo>
                  <a:pt x="1752600" y="428625"/>
                </a:lnTo>
                <a:lnTo>
                  <a:pt x="1752600" y="438150"/>
                </a:lnTo>
                <a:lnTo>
                  <a:pt x="1609725" y="438150"/>
                </a:lnTo>
                <a:close/>
                <a:moveTo>
                  <a:pt x="1952625" y="428625"/>
                </a:moveTo>
                <a:lnTo>
                  <a:pt x="2095500" y="428625"/>
                </a:lnTo>
                <a:lnTo>
                  <a:pt x="2095500" y="438150"/>
                </a:lnTo>
                <a:lnTo>
                  <a:pt x="1952625" y="438150"/>
                </a:lnTo>
                <a:close/>
                <a:moveTo>
                  <a:pt x="2209800" y="428625"/>
                </a:moveTo>
                <a:lnTo>
                  <a:pt x="2466975" y="428625"/>
                </a:lnTo>
                <a:lnTo>
                  <a:pt x="2466975" y="438150"/>
                </a:lnTo>
                <a:lnTo>
                  <a:pt x="2209800" y="438150"/>
                </a:lnTo>
                <a:close/>
                <a:moveTo>
                  <a:pt x="123825" y="438150"/>
                </a:moveTo>
                <a:lnTo>
                  <a:pt x="552450" y="438150"/>
                </a:lnTo>
                <a:lnTo>
                  <a:pt x="552450" y="447675"/>
                </a:lnTo>
                <a:lnTo>
                  <a:pt x="123825" y="447675"/>
                </a:lnTo>
                <a:close/>
                <a:moveTo>
                  <a:pt x="914400" y="438150"/>
                </a:moveTo>
                <a:lnTo>
                  <a:pt x="1066800" y="438150"/>
                </a:lnTo>
                <a:lnTo>
                  <a:pt x="1066800" y="447675"/>
                </a:lnTo>
                <a:lnTo>
                  <a:pt x="914400" y="447675"/>
                </a:lnTo>
                <a:close/>
                <a:moveTo>
                  <a:pt x="1247775" y="438150"/>
                </a:moveTo>
                <a:lnTo>
                  <a:pt x="1400175" y="438150"/>
                </a:lnTo>
                <a:lnTo>
                  <a:pt x="1400175" y="447675"/>
                </a:lnTo>
                <a:lnTo>
                  <a:pt x="1247775" y="447675"/>
                </a:lnTo>
                <a:close/>
                <a:moveTo>
                  <a:pt x="1609725" y="438150"/>
                </a:moveTo>
                <a:lnTo>
                  <a:pt x="1752600" y="438150"/>
                </a:lnTo>
                <a:lnTo>
                  <a:pt x="1752600" y="447675"/>
                </a:lnTo>
                <a:lnTo>
                  <a:pt x="1609725" y="447675"/>
                </a:lnTo>
                <a:close/>
                <a:moveTo>
                  <a:pt x="1952625" y="438150"/>
                </a:moveTo>
                <a:lnTo>
                  <a:pt x="2095500" y="438150"/>
                </a:lnTo>
                <a:lnTo>
                  <a:pt x="2095500" y="447675"/>
                </a:lnTo>
                <a:lnTo>
                  <a:pt x="1952625" y="447675"/>
                </a:lnTo>
                <a:close/>
                <a:moveTo>
                  <a:pt x="2209800" y="438150"/>
                </a:moveTo>
                <a:lnTo>
                  <a:pt x="2466975" y="438150"/>
                </a:lnTo>
                <a:lnTo>
                  <a:pt x="2466975" y="447675"/>
                </a:lnTo>
                <a:lnTo>
                  <a:pt x="2209800" y="447675"/>
                </a:lnTo>
                <a:close/>
                <a:moveTo>
                  <a:pt x="114300" y="447675"/>
                </a:moveTo>
                <a:lnTo>
                  <a:pt x="561975" y="447675"/>
                </a:lnTo>
                <a:lnTo>
                  <a:pt x="561975" y="457200"/>
                </a:lnTo>
                <a:lnTo>
                  <a:pt x="114300" y="457200"/>
                </a:lnTo>
                <a:close/>
                <a:moveTo>
                  <a:pt x="914400" y="447675"/>
                </a:moveTo>
                <a:lnTo>
                  <a:pt x="1076325" y="447675"/>
                </a:lnTo>
                <a:lnTo>
                  <a:pt x="1076325" y="457200"/>
                </a:lnTo>
                <a:lnTo>
                  <a:pt x="914400" y="457200"/>
                </a:lnTo>
                <a:close/>
                <a:moveTo>
                  <a:pt x="1238250" y="447675"/>
                </a:moveTo>
                <a:lnTo>
                  <a:pt x="1400175" y="447675"/>
                </a:lnTo>
                <a:lnTo>
                  <a:pt x="1400175" y="457200"/>
                </a:lnTo>
                <a:lnTo>
                  <a:pt x="1238250" y="457200"/>
                </a:lnTo>
                <a:close/>
                <a:moveTo>
                  <a:pt x="1609725" y="447675"/>
                </a:moveTo>
                <a:lnTo>
                  <a:pt x="1752600" y="447675"/>
                </a:lnTo>
                <a:lnTo>
                  <a:pt x="1752600" y="457200"/>
                </a:lnTo>
                <a:lnTo>
                  <a:pt x="1609725" y="457200"/>
                </a:lnTo>
                <a:close/>
                <a:moveTo>
                  <a:pt x="1952625" y="447675"/>
                </a:moveTo>
                <a:lnTo>
                  <a:pt x="2095500" y="447675"/>
                </a:lnTo>
                <a:lnTo>
                  <a:pt x="2095500" y="457200"/>
                </a:lnTo>
                <a:lnTo>
                  <a:pt x="1952625" y="457200"/>
                </a:lnTo>
                <a:close/>
                <a:moveTo>
                  <a:pt x="2219325" y="447675"/>
                </a:moveTo>
                <a:lnTo>
                  <a:pt x="2466975" y="447675"/>
                </a:lnTo>
                <a:lnTo>
                  <a:pt x="2466975" y="457200"/>
                </a:lnTo>
                <a:lnTo>
                  <a:pt x="2219325" y="457200"/>
                </a:lnTo>
                <a:close/>
                <a:moveTo>
                  <a:pt x="104775" y="457200"/>
                </a:moveTo>
                <a:lnTo>
                  <a:pt x="571500" y="457200"/>
                </a:lnTo>
                <a:lnTo>
                  <a:pt x="571500" y="466725"/>
                </a:lnTo>
                <a:lnTo>
                  <a:pt x="104775" y="466725"/>
                </a:lnTo>
                <a:close/>
                <a:moveTo>
                  <a:pt x="914400" y="457200"/>
                </a:moveTo>
                <a:lnTo>
                  <a:pt x="1085850" y="457200"/>
                </a:lnTo>
                <a:lnTo>
                  <a:pt x="1085850" y="466725"/>
                </a:lnTo>
                <a:lnTo>
                  <a:pt x="914400" y="466725"/>
                </a:lnTo>
                <a:close/>
                <a:moveTo>
                  <a:pt x="1228725" y="457200"/>
                </a:moveTo>
                <a:lnTo>
                  <a:pt x="1390650" y="457200"/>
                </a:lnTo>
                <a:lnTo>
                  <a:pt x="1390650" y="466725"/>
                </a:lnTo>
                <a:lnTo>
                  <a:pt x="1228725" y="466725"/>
                </a:lnTo>
                <a:close/>
                <a:moveTo>
                  <a:pt x="1609725" y="457200"/>
                </a:moveTo>
                <a:lnTo>
                  <a:pt x="1752600" y="457200"/>
                </a:lnTo>
                <a:lnTo>
                  <a:pt x="1752600" y="466725"/>
                </a:lnTo>
                <a:lnTo>
                  <a:pt x="1609725" y="466725"/>
                </a:lnTo>
                <a:close/>
                <a:moveTo>
                  <a:pt x="1952625" y="457200"/>
                </a:moveTo>
                <a:lnTo>
                  <a:pt x="2095500" y="457200"/>
                </a:lnTo>
                <a:lnTo>
                  <a:pt x="2095500" y="466725"/>
                </a:lnTo>
                <a:lnTo>
                  <a:pt x="1952625" y="466725"/>
                </a:lnTo>
                <a:close/>
                <a:moveTo>
                  <a:pt x="2219325" y="457200"/>
                </a:moveTo>
                <a:lnTo>
                  <a:pt x="2466975" y="457200"/>
                </a:lnTo>
                <a:lnTo>
                  <a:pt x="2466975" y="466725"/>
                </a:lnTo>
                <a:lnTo>
                  <a:pt x="2219325" y="466725"/>
                </a:lnTo>
                <a:close/>
                <a:moveTo>
                  <a:pt x="95250" y="466725"/>
                </a:moveTo>
                <a:lnTo>
                  <a:pt x="581025" y="466725"/>
                </a:lnTo>
                <a:lnTo>
                  <a:pt x="581025" y="476250"/>
                </a:lnTo>
                <a:lnTo>
                  <a:pt x="95250" y="476250"/>
                </a:lnTo>
                <a:close/>
                <a:moveTo>
                  <a:pt x="923925" y="466725"/>
                </a:moveTo>
                <a:lnTo>
                  <a:pt x="1095375" y="466725"/>
                </a:lnTo>
                <a:lnTo>
                  <a:pt x="1095375" y="476250"/>
                </a:lnTo>
                <a:lnTo>
                  <a:pt x="923925" y="476250"/>
                </a:lnTo>
                <a:close/>
                <a:moveTo>
                  <a:pt x="1209675" y="466725"/>
                </a:moveTo>
                <a:lnTo>
                  <a:pt x="1390650" y="466725"/>
                </a:lnTo>
                <a:lnTo>
                  <a:pt x="1390650" y="476250"/>
                </a:lnTo>
                <a:lnTo>
                  <a:pt x="1209675" y="476250"/>
                </a:lnTo>
                <a:close/>
                <a:moveTo>
                  <a:pt x="1609725" y="466725"/>
                </a:moveTo>
                <a:lnTo>
                  <a:pt x="1752600" y="466725"/>
                </a:lnTo>
                <a:lnTo>
                  <a:pt x="1752600" y="476250"/>
                </a:lnTo>
                <a:lnTo>
                  <a:pt x="1609725" y="476250"/>
                </a:lnTo>
                <a:close/>
                <a:moveTo>
                  <a:pt x="1952625" y="466725"/>
                </a:moveTo>
                <a:lnTo>
                  <a:pt x="2095500" y="466725"/>
                </a:lnTo>
                <a:lnTo>
                  <a:pt x="2095500" y="476250"/>
                </a:lnTo>
                <a:lnTo>
                  <a:pt x="1952625" y="476250"/>
                </a:lnTo>
                <a:close/>
                <a:moveTo>
                  <a:pt x="2228850" y="466725"/>
                </a:moveTo>
                <a:lnTo>
                  <a:pt x="2466975" y="466725"/>
                </a:lnTo>
                <a:lnTo>
                  <a:pt x="2466975" y="476250"/>
                </a:lnTo>
                <a:lnTo>
                  <a:pt x="2228850" y="476250"/>
                </a:lnTo>
                <a:close/>
                <a:moveTo>
                  <a:pt x="85725" y="476250"/>
                </a:moveTo>
                <a:lnTo>
                  <a:pt x="257175" y="476250"/>
                </a:lnTo>
                <a:lnTo>
                  <a:pt x="257175" y="485775"/>
                </a:lnTo>
                <a:lnTo>
                  <a:pt x="85725" y="485775"/>
                </a:lnTo>
                <a:close/>
                <a:moveTo>
                  <a:pt x="285750" y="476250"/>
                </a:moveTo>
                <a:lnTo>
                  <a:pt x="390525" y="476250"/>
                </a:lnTo>
                <a:lnTo>
                  <a:pt x="390525" y="485775"/>
                </a:lnTo>
                <a:lnTo>
                  <a:pt x="285750" y="485775"/>
                </a:lnTo>
                <a:close/>
                <a:moveTo>
                  <a:pt x="409575" y="476250"/>
                </a:moveTo>
                <a:lnTo>
                  <a:pt x="581025" y="476250"/>
                </a:lnTo>
                <a:lnTo>
                  <a:pt x="581025" y="485775"/>
                </a:lnTo>
                <a:lnTo>
                  <a:pt x="409575" y="485775"/>
                </a:lnTo>
                <a:close/>
                <a:moveTo>
                  <a:pt x="923925" y="476250"/>
                </a:moveTo>
                <a:lnTo>
                  <a:pt x="1123950" y="476250"/>
                </a:lnTo>
                <a:lnTo>
                  <a:pt x="1123950" y="485775"/>
                </a:lnTo>
                <a:lnTo>
                  <a:pt x="923925" y="485775"/>
                </a:lnTo>
                <a:close/>
                <a:moveTo>
                  <a:pt x="1190625" y="476250"/>
                </a:moveTo>
                <a:lnTo>
                  <a:pt x="1390650" y="476250"/>
                </a:lnTo>
                <a:lnTo>
                  <a:pt x="1390650" y="485775"/>
                </a:lnTo>
                <a:lnTo>
                  <a:pt x="1190625" y="485775"/>
                </a:lnTo>
                <a:close/>
                <a:moveTo>
                  <a:pt x="1609725" y="476250"/>
                </a:moveTo>
                <a:lnTo>
                  <a:pt x="1752600" y="476250"/>
                </a:lnTo>
                <a:lnTo>
                  <a:pt x="1752600" y="485775"/>
                </a:lnTo>
                <a:lnTo>
                  <a:pt x="1609725" y="485775"/>
                </a:lnTo>
                <a:close/>
                <a:moveTo>
                  <a:pt x="1952625" y="476250"/>
                </a:moveTo>
                <a:lnTo>
                  <a:pt x="2095500" y="476250"/>
                </a:lnTo>
                <a:lnTo>
                  <a:pt x="2095500" y="485775"/>
                </a:lnTo>
                <a:lnTo>
                  <a:pt x="1952625" y="485775"/>
                </a:lnTo>
                <a:close/>
                <a:moveTo>
                  <a:pt x="2238375" y="476250"/>
                </a:moveTo>
                <a:lnTo>
                  <a:pt x="2466975" y="476250"/>
                </a:lnTo>
                <a:lnTo>
                  <a:pt x="2466975" y="485775"/>
                </a:lnTo>
                <a:lnTo>
                  <a:pt x="2238375" y="485775"/>
                </a:lnTo>
                <a:close/>
                <a:moveTo>
                  <a:pt x="76200" y="485775"/>
                </a:moveTo>
                <a:lnTo>
                  <a:pt x="238125" y="485775"/>
                </a:lnTo>
                <a:lnTo>
                  <a:pt x="238125" y="495300"/>
                </a:lnTo>
                <a:lnTo>
                  <a:pt x="76200" y="495300"/>
                </a:lnTo>
                <a:close/>
                <a:moveTo>
                  <a:pt x="285750" y="485775"/>
                </a:moveTo>
                <a:lnTo>
                  <a:pt x="390525" y="485775"/>
                </a:lnTo>
                <a:lnTo>
                  <a:pt x="390525" y="495300"/>
                </a:lnTo>
                <a:lnTo>
                  <a:pt x="285750" y="495300"/>
                </a:lnTo>
                <a:close/>
                <a:moveTo>
                  <a:pt x="438150" y="485775"/>
                </a:moveTo>
                <a:lnTo>
                  <a:pt x="590550" y="485775"/>
                </a:lnTo>
                <a:lnTo>
                  <a:pt x="590550" y="495300"/>
                </a:lnTo>
                <a:lnTo>
                  <a:pt x="438150" y="495300"/>
                </a:lnTo>
                <a:close/>
                <a:moveTo>
                  <a:pt x="923925" y="485775"/>
                </a:moveTo>
                <a:lnTo>
                  <a:pt x="1381125" y="485775"/>
                </a:lnTo>
                <a:lnTo>
                  <a:pt x="1381125" y="495300"/>
                </a:lnTo>
                <a:lnTo>
                  <a:pt x="923925" y="495300"/>
                </a:lnTo>
                <a:close/>
                <a:moveTo>
                  <a:pt x="1609725" y="485775"/>
                </a:moveTo>
                <a:lnTo>
                  <a:pt x="1752600" y="485775"/>
                </a:lnTo>
                <a:lnTo>
                  <a:pt x="1752600" y="495300"/>
                </a:lnTo>
                <a:lnTo>
                  <a:pt x="1609725" y="495300"/>
                </a:lnTo>
                <a:close/>
                <a:moveTo>
                  <a:pt x="1952625" y="485775"/>
                </a:moveTo>
                <a:lnTo>
                  <a:pt x="2095500" y="485775"/>
                </a:lnTo>
                <a:lnTo>
                  <a:pt x="2095500" y="495300"/>
                </a:lnTo>
                <a:lnTo>
                  <a:pt x="1952625" y="495300"/>
                </a:lnTo>
                <a:close/>
                <a:moveTo>
                  <a:pt x="2238375" y="485775"/>
                </a:moveTo>
                <a:lnTo>
                  <a:pt x="2466975" y="485775"/>
                </a:lnTo>
                <a:lnTo>
                  <a:pt x="2466975" y="495300"/>
                </a:lnTo>
                <a:lnTo>
                  <a:pt x="2238375" y="495300"/>
                </a:lnTo>
                <a:close/>
                <a:moveTo>
                  <a:pt x="76200" y="495300"/>
                </a:moveTo>
                <a:lnTo>
                  <a:pt x="219075" y="495300"/>
                </a:lnTo>
                <a:lnTo>
                  <a:pt x="219075" y="504825"/>
                </a:lnTo>
                <a:lnTo>
                  <a:pt x="76200" y="504825"/>
                </a:lnTo>
                <a:close/>
                <a:moveTo>
                  <a:pt x="285750" y="495300"/>
                </a:moveTo>
                <a:lnTo>
                  <a:pt x="390525" y="495300"/>
                </a:lnTo>
                <a:lnTo>
                  <a:pt x="390525" y="504825"/>
                </a:lnTo>
                <a:lnTo>
                  <a:pt x="285750" y="504825"/>
                </a:lnTo>
                <a:close/>
                <a:moveTo>
                  <a:pt x="447675" y="495300"/>
                </a:moveTo>
                <a:lnTo>
                  <a:pt x="600075" y="495300"/>
                </a:lnTo>
                <a:lnTo>
                  <a:pt x="600075" y="504825"/>
                </a:lnTo>
                <a:lnTo>
                  <a:pt x="447675" y="504825"/>
                </a:lnTo>
                <a:close/>
                <a:moveTo>
                  <a:pt x="933450" y="495300"/>
                </a:moveTo>
                <a:lnTo>
                  <a:pt x="1381125" y="495300"/>
                </a:lnTo>
                <a:lnTo>
                  <a:pt x="1381125" y="504825"/>
                </a:lnTo>
                <a:lnTo>
                  <a:pt x="933450" y="504825"/>
                </a:lnTo>
                <a:close/>
                <a:moveTo>
                  <a:pt x="1609725" y="495300"/>
                </a:moveTo>
                <a:lnTo>
                  <a:pt x="1752600" y="495300"/>
                </a:lnTo>
                <a:lnTo>
                  <a:pt x="1752600" y="504825"/>
                </a:lnTo>
                <a:lnTo>
                  <a:pt x="1609725" y="504825"/>
                </a:lnTo>
                <a:close/>
                <a:moveTo>
                  <a:pt x="1952625" y="495300"/>
                </a:moveTo>
                <a:lnTo>
                  <a:pt x="2095500" y="495300"/>
                </a:lnTo>
                <a:lnTo>
                  <a:pt x="2095500" y="504825"/>
                </a:lnTo>
                <a:lnTo>
                  <a:pt x="1952625" y="504825"/>
                </a:lnTo>
                <a:close/>
                <a:moveTo>
                  <a:pt x="2247900" y="495300"/>
                </a:moveTo>
                <a:lnTo>
                  <a:pt x="2466975" y="495300"/>
                </a:lnTo>
                <a:lnTo>
                  <a:pt x="2466975" y="504825"/>
                </a:lnTo>
                <a:lnTo>
                  <a:pt x="2247900" y="504825"/>
                </a:lnTo>
                <a:close/>
                <a:moveTo>
                  <a:pt x="66675" y="504825"/>
                </a:moveTo>
                <a:lnTo>
                  <a:pt x="209550" y="504825"/>
                </a:lnTo>
                <a:lnTo>
                  <a:pt x="209550" y="514350"/>
                </a:lnTo>
                <a:lnTo>
                  <a:pt x="66675" y="514350"/>
                </a:lnTo>
                <a:close/>
                <a:moveTo>
                  <a:pt x="285750" y="504825"/>
                </a:moveTo>
                <a:lnTo>
                  <a:pt x="390525" y="504825"/>
                </a:lnTo>
                <a:lnTo>
                  <a:pt x="390525" y="514350"/>
                </a:lnTo>
                <a:lnTo>
                  <a:pt x="285750" y="514350"/>
                </a:lnTo>
                <a:close/>
                <a:moveTo>
                  <a:pt x="466725" y="504825"/>
                </a:moveTo>
                <a:lnTo>
                  <a:pt x="600075" y="504825"/>
                </a:lnTo>
                <a:lnTo>
                  <a:pt x="600075" y="514350"/>
                </a:lnTo>
                <a:lnTo>
                  <a:pt x="466725" y="514350"/>
                </a:lnTo>
                <a:close/>
                <a:moveTo>
                  <a:pt x="933450" y="504825"/>
                </a:moveTo>
                <a:lnTo>
                  <a:pt x="1371600" y="504825"/>
                </a:lnTo>
                <a:lnTo>
                  <a:pt x="1371600" y="514350"/>
                </a:lnTo>
                <a:lnTo>
                  <a:pt x="933450" y="514350"/>
                </a:lnTo>
                <a:close/>
                <a:moveTo>
                  <a:pt x="1609725" y="504825"/>
                </a:moveTo>
                <a:lnTo>
                  <a:pt x="1752600" y="504825"/>
                </a:lnTo>
                <a:lnTo>
                  <a:pt x="1752600" y="514350"/>
                </a:lnTo>
                <a:lnTo>
                  <a:pt x="1609725" y="514350"/>
                </a:lnTo>
                <a:close/>
                <a:moveTo>
                  <a:pt x="1952625" y="504825"/>
                </a:moveTo>
                <a:lnTo>
                  <a:pt x="2095500" y="504825"/>
                </a:lnTo>
                <a:lnTo>
                  <a:pt x="2095500" y="514350"/>
                </a:lnTo>
                <a:lnTo>
                  <a:pt x="1952625" y="514350"/>
                </a:lnTo>
                <a:close/>
                <a:moveTo>
                  <a:pt x="2257425" y="504825"/>
                </a:moveTo>
                <a:lnTo>
                  <a:pt x="2466975" y="504825"/>
                </a:lnTo>
                <a:lnTo>
                  <a:pt x="2466975" y="514350"/>
                </a:lnTo>
                <a:lnTo>
                  <a:pt x="2257425" y="514350"/>
                </a:lnTo>
                <a:close/>
                <a:moveTo>
                  <a:pt x="66675" y="514350"/>
                </a:moveTo>
                <a:lnTo>
                  <a:pt x="190500" y="514350"/>
                </a:lnTo>
                <a:lnTo>
                  <a:pt x="190500" y="523875"/>
                </a:lnTo>
                <a:lnTo>
                  <a:pt x="66675" y="523875"/>
                </a:lnTo>
                <a:close/>
                <a:moveTo>
                  <a:pt x="285750" y="514350"/>
                </a:moveTo>
                <a:lnTo>
                  <a:pt x="390525" y="514350"/>
                </a:lnTo>
                <a:lnTo>
                  <a:pt x="390525" y="523875"/>
                </a:lnTo>
                <a:lnTo>
                  <a:pt x="285750" y="523875"/>
                </a:lnTo>
                <a:close/>
                <a:moveTo>
                  <a:pt x="476250" y="514350"/>
                </a:moveTo>
                <a:lnTo>
                  <a:pt x="609600" y="514350"/>
                </a:lnTo>
                <a:lnTo>
                  <a:pt x="609600" y="523875"/>
                </a:lnTo>
                <a:lnTo>
                  <a:pt x="476250" y="523875"/>
                </a:lnTo>
                <a:close/>
                <a:moveTo>
                  <a:pt x="942975" y="514350"/>
                </a:moveTo>
                <a:lnTo>
                  <a:pt x="1371600" y="514350"/>
                </a:lnTo>
                <a:lnTo>
                  <a:pt x="1371600" y="523875"/>
                </a:lnTo>
                <a:lnTo>
                  <a:pt x="942975" y="523875"/>
                </a:lnTo>
                <a:close/>
                <a:moveTo>
                  <a:pt x="1609725" y="514350"/>
                </a:moveTo>
                <a:lnTo>
                  <a:pt x="1752600" y="514350"/>
                </a:lnTo>
                <a:lnTo>
                  <a:pt x="1752600" y="523875"/>
                </a:lnTo>
                <a:lnTo>
                  <a:pt x="1609725" y="523875"/>
                </a:lnTo>
                <a:close/>
                <a:moveTo>
                  <a:pt x="1952625" y="514350"/>
                </a:moveTo>
                <a:lnTo>
                  <a:pt x="2095500" y="514350"/>
                </a:lnTo>
                <a:lnTo>
                  <a:pt x="2095500" y="523875"/>
                </a:lnTo>
                <a:lnTo>
                  <a:pt x="1952625" y="523875"/>
                </a:lnTo>
                <a:close/>
                <a:moveTo>
                  <a:pt x="2257425" y="514350"/>
                </a:moveTo>
                <a:lnTo>
                  <a:pt x="2466975" y="514350"/>
                </a:lnTo>
                <a:lnTo>
                  <a:pt x="2466975" y="523875"/>
                </a:lnTo>
                <a:lnTo>
                  <a:pt x="2257425" y="523875"/>
                </a:lnTo>
                <a:close/>
                <a:moveTo>
                  <a:pt x="57150" y="523875"/>
                </a:moveTo>
                <a:lnTo>
                  <a:pt x="180975" y="523875"/>
                </a:lnTo>
                <a:lnTo>
                  <a:pt x="180975" y="533400"/>
                </a:lnTo>
                <a:lnTo>
                  <a:pt x="57150" y="533400"/>
                </a:lnTo>
                <a:close/>
                <a:moveTo>
                  <a:pt x="285750" y="523875"/>
                </a:moveTo>
                <a:lnTo>
                  <a:pt x="390525" y="523875"/>
                </a:lnTo>
                <a:lnTo>
                  <a:pt x="390525" y="533400"/>
                </a:lnTo>
                <a:lnTo>
                  <a:pt x="285750" y="533400"/>
                </a:lnTo>
                <a:close/>
                <a:moveTo>
                  <a:pt x="485775" y="523875"/>
                </a:moveTo>
                <a:lnTo>
                  <a:pt x="609600" y="523875"/>
                </a:lnTo>
                <a:lnTo>
                  <a:pt x="609600" y="533400"/>
                </a:lnTo>
                <a:lnTo>
                  <a:pt x="485775" y="533400"/>
                </a:lnTo>
                <a:close/>
                <a:moveTo>
                  <a:pt x="952500" y="523875"/>
                </a:moveTo>
                <a:lnTo>
                  <a:pt x="1362075" y="523875"/>
                </a:lnTo>
                <a:lnTo>
                  <a:pt x="1362075" y="533400"/>
                </a:lnTo>
                <a:lnTo>
                  <a:pt x="952500" y="533400"/>
                </a:lnTo>
                <a:close/>
                <a:moveTo>
                  <a:pt x="1609725" y="523875"/>
                </a:moveTo>
                <a:lnTo>
                  <a:pt x="1752600" y="523875"/>
                </a:lnTo>
                <a:lnTo>
                  <a:pt x="1752600" y="533400"/>
                </a:lnTo>
                <a:lnTo>
                  <a:pt x="1609725" y="533400"/>
                </a:lnTo>
                <a:close/>
                <a:moveTo>
                  <a:pt x="1952625" y="523875"/>
                </a:moveTo>
                <a:lnTo>
                  <a:pt x="2095500" y="523875"/>
                </a:lnTo>
                <a:lnTo>
                  <a:pt x="2095500" y="533400"/>
                </a:lnTo>
                <a:lnTo>
                  <a:pt x="1952625" y="533400"/>
                </a:lnTo>
                <a:close/>
                <a:moveTo>
                  <a:pt x="2266950" y="523875"/>
                </a:moveTo>
                <a:lnTo>
                  <a:pt x="2466975" y="523875"/>
                </a:lnTo>
                <a:lnTo>
                  <a:pt x="2466975" y="533400"/>
                </a:lnTo>
                <a:lnTo>
                  <a:pt x="2266950" y="533400"/>
                </a:lnTo>
                <a:close/>
                <a:moveTo>
                  <a:pt x="57150" y="533400"/>
                </a:moveTo>
                <a:lnTo>
                  <a:pt x="171450" y="533400"/>
                </a:lnTo>
                <a:lnTo>
                  <a:pt x="171450" y="542925"/>
                </a:lnTo>
                <a:lnTo>
                  <a:pt x="57150" y="542925"/>
                </a:lnTo>
                <a:close/>
                <a:moveTo>
                  <a:pt x="285750" y="533400"/>
                </a:moveTo>
                <a:lnTo>
                  <a:pt x="390525" y="533400"/>
                </a:lnTo>
                <a:lnTo>
                  <a:pt x="390525" y="542925"/>
                </a:lnTo>
                <a:lnTo>
                  <a:pt x="285750" y="542925"/>
                </a:lnTo>
                <a:close/>
                <a:moveTo>
                  <a:pt x="495300" y="533400"/>
                </a:moveTo>
                <a:lnTo>
                  <a:pt x="619125" y="533400"/>
                </a:lnTo>
                <a:lnTo>
                  <a:pt x="619125" y="542925"/>
                </a:lnTo>
                <a:lnTo>
                  <a:pt x="495300" y="542925"/>
                </a:lnTo>
                <a:close/>
                <a:moveTo>
                  <a:pt x="962025" y="533400"/>
                </a:moveTo>
                <a:lnTo>
                  <a:pt x="1352550" y="533400"/>
                </a:lnTo>
                <a:lnTo>
                  <a:pt x="1352550" y="542925"/>
                </a:lnTo>
                <a:lnTo>
                  <a:pt x="962025" y="542925"/>
                </a:lnTo>
                <a:close/>
                <a:moveTo>
                  <a:pt x="1609725" y="533400"/>
                </a:moveTo>
                <a:lnTo>
                  <a:pt x="1752600" y="533400"/>
                </a:lnTo>
                <a:lnTo>
                  <a:pt x="1752600" y="542925"/>
                </a:lnTo>
                <a:lnTo>
                  <a:pt x="1609725" y="542925"/>
                </a:lnTo>
                <a:close/>
                <a:moveTo>
                  <a:pt x="1952625" y="533400"/>
                </a:moveTo>
                <a:lnTo>
                  <a:pt x="2095500" y="533400"/>
                </a:lnTo>
                <a:lnTo>
                  <a:pt x="2095500" y="542925"/>
                </a:lnTo>
                <a:lnTo>
                  <a:pt x="1952625" y="542925"/>
                </a:lnTo>
                <a:close/>
                <a:moveTo>
                  <a:pt x="2276475" y="533400"/>
                </a:moveTo>
                <a:lnTo>
                  <a:pt x="2466975" y="533400"/>
                </a:lnTo>
                <a:lnTo>
                  <a:pt x="2466975" y="542925"/>
                </a:lnTo>
                <a:lnTo>
                  <a:pt x="2276475" y="542925"/>
                </a:lnTo>
                <a:close/>
                <a:moveTo>
                  <a:pt x="47625" y="542925"/>
                </a:moveTo>
                <a:lnTo>
                  <a:pt x="171450" y="542925"/>
                </a:lnTo>
                <a:lnTo>
                  <a:pt x="171450" y="552450"/>
                </a:lnTo>
                <a:lnTo>
                  <a:pt x="47625" y="552450"/>
                </a:lnTo>
                <a:close/>
                <a:moveTo>
                  <a:pt x="285750" y="542925"/>
                </a:moveTo>
                <a:lnTo>
                  <a:pt x="390525" y="542925"/>
                </a:lnTo>
                <a:lnTo>
                  <a:pt x="390525" y="552450"/>
                </a:lnTo>
                <a:lnTo>
                  <a:pt x="285750" y="552450"/>
                </a:lnTo>
                <a:close/>
                <a:moveTo>
                  <a:pt x="495300" y="542925"/>
                </a:moveTo>
                <a:lnTo>
                  <a:pt x="619125" y="542925"/>
                </a:lnTo>
                <a:lnTo>
                  <a:pt x="619125" y="552450"/>
                </a:lnTo>
                <a:lnTo>
                  <a:pt x="495300" y="552450"/>
                </a:lnTo>
                <a:close/>
                <a:moveTo>
                  <a:pt x="962025" y="542925"/>
                </a:moveTo>
                <a:lnTo>
                  <a:pt x="1343025" y="542925"/>
                </a:lnTo>
                <a:lnTo>
                  <a:pt x="1343025" y="552450"/>
                </a:lnTo>
                <a:lnTo>
                  <a:pt x="962025" y="552450"/>
                </a:lnTo>
                <a:close/>
                <a:moveTo>
                  <a:pt x="1609725" y="542925"/>
                </a:moveTo>
                <a:lnTo>
                  <a:pt x="1752600" y="542925"/>
                </a:lnTo>
                <a:lnTo>
                  <a:pt x="1752600" y="552450"/>
                </a:lnTo>
                <a:lnTo>
                  <a:pt x="1609725" y="552450"/>
                </a:lnTo>
                <a:close/>
                <a:moveTo>
                  <a:pt x="1952625" y="542925"/>
                </a:moveTo>
                <a:lnTo>
                  <a:pt x="2095500" y="542925"/>
                </a:lnTo>
                <a:lnTo>
                  <a:pt x="2095500" y="552450"/>
                </a:lnTo>
                <a:lnTo>
                  <a:pt x="1952625" y="552450"/>
                </a:lnTo>
                <a:close/>
                <a:moveTo>
                  <a:pt x="2276475" y="542925"/>
                </a:moveTo>
                <a:lnTo>
                  <a:pt x="2466975" y="542925"/>
                </a:lnTo>
                <a:lnTo>
                  <a:pt x="2466975" y="552450"/>
                </a:lnTo>
                <a:lnTo>
                  <a:pt x="2276475" y="552450"/>
                </a:lnTo>
                <a:close/>
                <a:moveTo>
                  <a:pt x="47625" y="552450"/>
                </a:moveTo>
                <a:lnTo>
                  <a:pt x="161925" y="552450"/>
                </a:lnTo>
                <a:lnTo>
                  <a:pt x="161925" y="561975"/>
                </a:lnTo>
                <a:lnTo>
                  <a:pt x="47625" y="561975"/>
                </a:lnTo>
                <a:close/>
                <a:moveTo>
                  <a:pt x="285750" y="552450"/>
                </a:moveTo>
                <a:lnTo>
                  <a:pt x="390525" y="552450"/>
                </a:lnTo>
                <a:lnTo>
                  <a:pt x="390525" y="561975"/>
                </a:lnTo>
                <a:lnTo>
                  <a:pt x="285750" y="561975"/>
                </a:lnTo>
                <a:close/>
                <a:moveTo>
                  <a:pt x="504825" y="552450"/>
                </a:moveTo>
                <a:lnTo>
                  <a:pt x="619125" y="552450"/>
                </a:lnTo>
                <a:lnTo>
                  <a:pt x="619125" y="561975"/>
                </a:lnTo>
                <a:lnTo>
                  <a:pt x="504825" y="561975"/>
                </a:lnTo>
                <a:close/>
                <a:moveTo>
                  <a:pt x="981075" y="552450"/>
                </a:moveTo>
                <a:lnTo>
                  <a:pt x="1333500" y="552450"/>
                </a:lnTo>
                <a:lnTo>
                  <a:pt x="1333500" y="561975"/>
                </a:lnTo>
                <a:lnTo>
                  <a:pt x="981075" y="561975"/>
                </a:lnTo>
                <a:close/>
                <a:moveTo>
                  <a:pt x="1609725" y="552450"/>
                </a:moveTo>
                <a:lnTo>
                  <a:pt x="1752600" y="552450"/>
                </a:lnTo>
                <a:lnTo>
                  <a:pt x="1752600" y="561975"/>
                </a:lnTo>
                <a:lnTo>
                  <a:pt x="1609725" y="561975"/>
                </a:lnTo>
                <a:close/>
                <a:moveTo>
                  <a:pt x="1952625" y="552450"/>
                </a:moveTo>
                <a:lnTo>
                  <a:pt x="2095500" y="552450"/>
                </a:lnTo>
                <a:lnTo>
                  <a:pt x="2095500" y="561975"/>
                </a:lnTo>
                <a:lnTo>
                  <a:pt x="1952625" y="561975"/>
                </a:lnTo>
                <a:close/>
                <a:moveTo>
                  <a:pt x="2286000" y="552450"/>
                </a:moveTo>
                <a:lnTo>
                  <a:pt x="2466975" y="552450"/>
                </a:lnTo>
                <a:lnTo>
                  <a:pt x="2466975" y="561975"/>
                </a:lnTo>
                <a:lnTo>
                  <a:pt x="2286000" y="561975"/>
                </a:lnTo>
                <a:close/>
                <a:moveTo>
                  <a:pt x="38100" y="561975"/>
                </a:moveTo>
                <a:lnTo>
                  <a:pt x="161925" y="561975"/>
                </a:lnTo>
                <a:lnTo>
                  <a:pt x="161925" y="571500"/>
                </a:lnTo>
                <a:lnTo>
                  <a:pt x="38100" y="571500"/>
                </a:lnTo>
                <a:close/>
                <a:moveTo>
                  <a:pt x="285750" y="561975"/>
                </a:moveTo>
                <a:lnTo>
                  <a:pt x="390525" y="561975"/>
                </a:lnTo>
                <a:lnTo>
                  <a:pt x="390525" y="571500"/>
                </a:lnTo>
                <a:lnTo>
                  <a:pt x="285750" y="571500"/>
                </a:lnTo>
                <a:close/>
                <a:moveTo>
                  <a:pt x="514350" y="561975"/>
                </a:moveTo>
                <a:lnTo>
                  <a:pt x="628650" y="561975"/>
                </a:lnTo>
                <a:lnTo>
                  <a:pt x="628650" y="571500"/>
                </a:lnTo>
                <a:lnTo>
                  <a:pt x="514350" y="571500"/>
                </a:lnTo>
                <a:close/>
                <a:moveTo>
                  <a:pt x="990600" y="561975"/>
                </a:moveTo>
                <a:lnTo>
                  <a:pt x="1323975" y="561975"/>
                </a:lnTo>
                <a:lnTo>
                  <a:pt x="1323975" y="571500"/>
                </a:lnTo>
                <a:lnTo>
                  <a:pt x="990600" y="571500"/>
                </a:lnTo>
                <a:close/>
                <a:moveTo>
                  <a:pt x="1609725" y="561975"/>
                </a:moveTo>
                <a:lnTo>
                  <a:pt x="1752600" y="561975"/>
                </a:lnTo>
                <a:lnTo>
                  <a:pt x="1752600" y="571500"/>
                </a:lnTo>
                <a:lnTo>
                  <a:pt x="1609725" y="571500"/>
                </a:lnTo>
                <a:close/>
                <a:moveTo>
                  <a:pt x="1952625" y="561975"/>
                </a:moveTo>
                <a:lnTo>
                  <a:pt x="2095500" y="561975"/>
                </a:lnTo>
                <a:lnTo>
                  <a:pt x="2095500" y="571500"/>
                </a:lnTo>
                <a:lnTo>
                  <a:pt x="1952625" y="571500"/>
                </a:lnTo>
                <a:close/>
                <a:moveTo>
                  <a:pt x="2286000" y="561975"/>
                </a:moveTo>
                <a:lnTo>
                  <a:pt x="2466975" y="561975"/>
                </a:lnTo>
                <a:lnTo>
                  <a:pt x="2466975" y="571500"/>
                </a:lnTo>
                <a:lnTo>
                  <a:pt x="22860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581025"/>
                </a:lnTo>
                <a:lnTo>
                  <a:pt x="38100" y="581025"/>
                </a:lnTo>
                <a:close/>
                <a:moveTo>
                  <a:pt x="285750" y="571500"/>
                </a:moveTo>
                <a:lnTo>
                  <a:pt x="390525" y="571500"/>
                </a:lnTo>
                <a:lnTo>
                  <a:pt x="390525" y="581025"/>
                </a:lnTo>
                <a:lnTo>
                  <a:pt x="285750" y="581025"/>
                </a:lnTo>
                <a:close/>
                <a:moveTo>
                  <a:pt x="514350" y="571500"/>
                </a:moveTo>
                <a:lnTo>
                  <a:pt x="628650" y="571500"/>
                </a:lnTo>
                <a:lnTo>
                  <a:pt x="628650" y="581025"/>
                </a:lnTo>
                <a:lnTo>
                  <a:pt x="514350" y="581025"/>
                </a:lnTo>
                <a:close/>
                <a:moveTo>
                  <a:pt x="100012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000125" y="581025"/>
                </a:lnTo>
                <a:close/>
                <a:moveTo>
                  <a:pt x="1609725" y="571500"/>
                </a:moveTo>
                <a:lnTo>
                  <a:pt x="1752600" y="571500"/>
                </a:lnTo>
                <a:lnTo>
                  <a:pt x="1752600" y="581025"/>
                </a:lnTo>
                <a:lnTo>
                  <a:pt x="1609725" y="581025"/>
                </a:lnTo>
                <a:close/>
                <a:moveTo>
                  <a:pt x="1952625" y="571500"/>
                </a:moveTo>
                <a:lnTo>
                  <a:pt x="2095500" y="571500"/>
                </a:lnTo>
                <a:lnTo>
                  <a:pt x="2095500" y="581025"/>
                </a:lnTo>
                <a:lnTo>
                  <a:pt x="1952625" y="581025"/>
                </a:lnTo>
                <a:close/>
                <a:moveTo>
                  <a:pt x="2295525" y="571500"/>
                </a:moveTo>
                <a:lnTo>
                  <a:pt x="2466975" y="571500"/>
                </a:lnTo>
                <a:lnTo>
                  <a:pt x="2466975" y="581025"/>
                </a:lnTo>
                <a:lnTo>
                  <a:pt x="2295525" y="581025"/>
                </a:lnTo>
                <a:close/>
                <a:moveTo>
                  <a:pt x="38100" y="581025"/>
                </a:moveTo>
                <a:lnTo>
                  <a:pt x="152400" y="581025"/>
                </a:lnTo>
                <a:lnTo>
                  <a:pt x="152400" y="590550"/>
                </a:lnTo>
                <a:lnTo>
                  <a:pt x="38100" y="590550"/>
                </a:lnTo>
                <a:close/>
                <a:moveTo>
                  <a:pt x="285750" y="581025"/>
                </a:moveTo>
                <a:lnTo>
                  <a:pt x="390525" y="581025"/>
                </a:lnTo>
                <a:lnTo>
                  <a:pt x="390525" y="590550"/>
                </a:lnTo>
                <a:lnTo>
                  <a:pt x="285750" y="590550"/>
                </a:lnTo>
                <a:close/>
                <a:moveTo>
                  <a:pt x="514350" y="581025"/>
                </a:moveTo>
                <a:lnTo>
                  <a:pt x="628650" y="581025"/>
                </a:lnTo>
                <a:lnTo>
                  <a:pt x="628650" y="590550"/>
                </a:lnTo>
                <a:lnTo>
                  <a:pt x="514350" y="590550"/>
                </a:lnTo>
                <a:close/>
                <a:moveTo>
                  <a:pt x="1019175" y="581025"/>
                </a:moveTo>
                <a:lnTo>
                  <a:pt x="1295400" y="581025"/>
                </a:lnTo>
                <a:lnTo>
                  <a:pt x="1295400" y="590550"/>
                </a:lnTo>
                <a:lnTo>
                  <a:pt x="1019175" y="590550"/>
                </a:lnTo>
                <a:close/>
                <a:moveTo>
                  <a:pt x="1609725" y="581025"/>
                </a:moveTo>
                <a:lnTo>
                  <a:pt x="1752600" y="581025"/>
                </a:lnTo>
                <a:lnTo>
                  <a:pt x="1752600" y="590550"/>
                </a:lnTo>
                <a:lnTo>
                  <a:pt x="1609725" y="590550"/>
                </a:lnTo>
                <a:close/>
                <a:moveTo>
                  <a:pt x="1952625" y="581025"/>
                </a:moveTo>
                <a:lnTo>
                  <a:pt x="2095500" y="581025"/>
                </a:lnTo>
                <a:lnTo>
                  <a:pt x="2095500" y="590550"/>
                </a:lnTo>
                <a:lnTo>
                  <a:pt x="1952625" y="590550"/>
                </a:lnTo>
                <a:close/>
                <a:moveTo>
                  <a:pt x="2305050" y="581025"/>
                </a:moveTo>
                <a:lnTo>
                  <a:pt x="2466975" y="581025"/>
                </a:lnTo>
                <a:lnTo>
                  <a:pt x="2466975" y="590550"/>
                </a:lnTo>
                <a:lnTo>
                  <a:pt x="2305050" y="590550"/>
                </a:lnTo>
                <a:close/>
                <a:moveTo>
                  <a:pt x="38100" y="590550"/>
                </a:moveTo>
                <a:lnTo>
                  <a:pt x="142875" y="590550"/>
                </a:lnTo>
                <a:lnTo>
                  <a:pt x="142875" y="600075"/>
                </a:lnTo>
                <a:lnTo>
                  <a:pt x="38100" y="600075"/>
                </a:lnTo>
                <a:close/>
                <a:moveTo>
                  <a:pt x="285750" y="590550"/>
                </a:moveTo>
                <a:lnTo>
                  <a:pt x="390525" y="590550"/>
                </a:lnTo>
                <a:lnTo>
                  <a:pt x="390525" y="600075"/>
                </a:lnTo>
                <a:lnTo>
                  <a:pt x="285750" y="600075"/>
                </a:lnTo>
                <a:close/>
                <a:moveTo>
                  <a:pt x="523875" y="590550"/>
                </a:moveTo>
                <a:lnTo>
                  <a:pt x="628650" y="590550"/>
                </a:lnTo>
                <a:lnTo>
                  <a:pt x="628650" y="600075"/>
                </a:lnTo>
                <a:lnTo>
                  <a:pt x="523875" y="600075"/>
                </a:lnTo>
                <a:close/>
                <a:moveTo>
                  <a:pt x="1038225" y="590550"/>
                </a:moveTo>
                <a:lnTo>
                  <a:pt x="1276350" y="590550"/>
                </a:lnTo>
                <a:lnTo>
                  <a:pt x="1276350" y="600075"/>
                </a:lnTo>
                <a:lnTo>
                  <a:pt x="1038225" y="600075"/>
                </a:lnTo>
                <a:close/>
                <a:moveTo>
                  <a:pt x="1609725" y="590550"/>
                </a:moveTo>
                <a:lnTo>
                  <a:pt x="1752600" y="590550"/>
                </a:lnTo>
                <a:lnTo>
                  <a:pt x="1752600" y="600075"/>
                </a:lnTo>
                <a:lnTo>
                  <a:pt x="1609725" y="600075"/>
                </a:lnTo>
                <a:close/>
                <a:moveTo>
                  <a:pt x="1952625" y="590550"/>
                </a:moveTo>
                <a:lnTo>
                  <a:pt x="2095500" y="590550"/>
                </a:lnTo>
                <a:lnTo>
                  <a:pt x="2095500" y="600075"/>
                </a:lnTo>
                <a:lnTo>
                  <a:pt x="1952625" y="600075"/>
                </a:lnTo>
                <a:close/>
                <a:moveTo>
                  <a:pt x="2305050" y="590550"/>
                </a:moveTo>
                <a:lnTo>
                  <a:pt x="2466975" y="590550"/>
                </a:lnTo>
                <a:lnTo>
                  <a:pt x="2466975" y="600075"/>
                </a:lnTo>
                <a:lnTo>
                  <a:pt x="2305050" y="600075"/>
                </a:lnTo>
                <a:close/>
                <a:moveTo>
                  <a:pt x="38100" y="600075"/>
                </a:moveTo>
                <a:lnTo>
                  <a:pt x="142875" y="600075"/>
                </a:lnTo>
                <a:lnTo>
                  <a:pt x="142875" y="609600"/>
                </a:lnTo>
                <a:lnTo>
                  <a:pt x="38100" y="609600"/>
                </a:lnTo>
                <a:close/>
                <a:moveTo>
                  <a:pt x="285750" y="600075"/>
                </a:moveTo>
                <a:lnTo>
                  <a:pt x="390525" y="600075"/>
                </a:lnTo>
                <a:lnTo>
                  <a:pt x="390525" y="609600"/>
                </a:lnTo>
                <a:lnTo>
                  <a:pt x="285750" y="609600"/>
                </a:lnTo>
                <a:close/>
                <a:moveTo>
                  <a:pt x="523875" y="600075"/>
                </a:moveTo>
                <a:lnTo>
                  <a:pt x="638175" y="600075"/>
                </a:lnTo>
                <a:lnTo>
                  <a:pt x="638175" y="609600"/>
                </a:lnTo>
                <a:lnTo>
                  <a:pt x="523875" y="609600"/>
                </a:lnTo>
                <a:close/>
                <a:moveTo>
                  <a:pt x="1066800" y="600075"/>
                </a:moveTo>
                <a:lnTo>
                  <a:pt x="1247775" y="600075"/>
                </a:lnTo>
                <a:lnTo>
                  <a:pt x="1247775" y="609600"/>
                </a:lnTo>
                <a:lnTo>
                  <a:pt x="1066800" y="609600"/>
                </a:lnTo>
                <a:close/>
                <a:moveTo>
                  <a:pt x="1609725" y="600075"/>
                </a:moveTo>
                <a:lnTo>
                  <a:pt x="1743075" y="600075"/>
                </a:lnTo>
                <a:lnTo>
                  <a:pt x="1743075" y="609600"/>
                </a:lnTo>
                <a:lnTo>
                  <a:pt x="1609725" y="609600"/>
                </a:lnTo>
                <a:close/>
                <a:moveTo>
                  <a:pt x="1952625" y="600075"/>
                </a:moveTo>
                <a:lnTo>
                  <a:pt x="2095500" y="600075"/>
                </a:lnTo>
                <a:lnTo>
                  <a:pt x="2095500" y="609600"/>
                </a:lnTo>
                <a:lnTo>
                  <a:pt x="1952625" y="609600"/>
                </a:lnTo>
                <a:close/>
                <a:moveTo>
                  <a:pt x="2314575" y="600075"/>
                </a:moveTo>
                <a:lnTo>
                  <a:pt x="2466975" y="600075"/>
                </a:lnTo>
                <a:lnTo>
                  <a:pt x="2466975" y="609600"/>
                </a:lnTo>
                <a:lnTo>
                  <a:pt x="2314575" y="609600"/>
                </a:lnTo>
                <a:close/>
                <a:moveTo>
                  <a:pt x="28575" y="609600"/>
                </a:moveTo>
                <a:lnTo>
                  <a:pt x="142875" y="609600"/>
                </a:lnTo>
                <a:lnTo>
                  <a:pt x="142875" y="619125"/>
                </a:lnTo>
                <a:lnTo>
                  <a:pt x="28575" y="619125"/>
                </a:lnTo>
                <a:close/>
                <a:moveTo>
                  <a:pt x="285750" y="609600"/>
                </a:moveTo>
                <a:lnTo>
                  <a:pt x="390525" y="609600"/>
                </a:lnTo>
                <a:lnTo>
                  <a:pt x="390525" y="619125"/>
                </a:lnTo>
                <a:lnTo>
                  <a:pt x="285750" y="619125"/>
                </a:lnTo>
                <a:close/>
                <a:moveTo>
                  <a:pt x="523875" y="609600"/>
                </a:moveTo>
                <a:lnTo>
                  <a:pt x="638175" y="609600"/>
                </a:lnTo>
                <a:lnTo>
                  <a:pt x="638175" y="619125"/>
                </a:lnTo>
                <a:lnTo>
                  <a:pt x="523875" y="619125"/>
                </a:lnTo>
                <a:close/>
                <a:moveTo>
                  <a:pt x="1104900" y="609600"/>
                </a:moveTo>
                <a:lnTo>
                  <a:pt x="1209675" y="609600"/>
                </a:lnTo>
                <a:lnTo>
                  <a:pt x="1209675" y="619125"/>
                </a:lnTo>
                <a:lnTo>
                  <a:pt x="1104900" y="619125"/>
                </a:lnTo>
                <a:close/>
                <a:moveTo>
                  <a:pt x="38100" y="619125"/>
                </a:moveTo>
                <a:lnTo>
                  <a:pt x="142875" y="619125"/>
                </a:lnTo>
                <a:lnTo>
                  <a:pt x="142875" y="628650"/>
                </a:lnTo>
                <a:lnTo>
                  <a:pt x="38100" y="628650"/>
                </a:lnTo>
                <a:close/>
                <a:moveTo>
                  <a:pt x="285750" y="619125"/>
                </a:moveTo>
                <a:lnTo>
                  <a:pt x="390525" y="619125"/>
                </a:lnTo>
                <a:lnTo>
                  <a:pt x="390525" y="628650"/>
                </a:lnTo>
                <a:lnTo>
                  <a:pt x="285750" y="628650"/>
                </a:lnTo>
                <a:close/>
                <a:moveTo>
                  <a:pt x="533400" y="619125"/>
                </a:moveTo>
                <a:lnTo>
                  <a:pt x="628650" y="619125"/>
                </a:lnTo>
                <a:lnTo>
                  <a:pt x="628650" y="628650"/>
                </a:lnTo>
                <a:lnTo>
                  <a:pt x="533400" y="628650"/>
                </a:lnTo>
                <a:close/>
              </a:path>
            </a:pathLst>
          </a:custGeom>
          <a:solidFill xmlns:a="http://schemas.openxmlformats.org/drawingml/2006/main">
            <a:srgbClr val="061A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1D1C1-D967-4D12-A46E-2E654F3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05790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7A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50A290-B492-4A11-951A-B542EADE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076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TECNICATURA UNIVERSITARIA</a:t>
            </a:r>
          </a:p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EN PROGRAMACIÓN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46072-4637-4555-807A-F061C7E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162675"/>
            <a:ext cx="31623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5E7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C18979-AA87-46C7-BAF8-10F1E12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579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0860FF"/>
                </a:solidFill>
              </a:defRPr>
            </a:defPPr>
            <a:lvl1pPr>
              <a:defRPr sz="1275" b="0">
                <a:solidFill>
                  <a:srgbClr val="0860FF"/>
                </a:solidFill>
              </a:defRPr>
            </a:lvl1pPr>
            <a:lvl2pPr>
              <a:defRPr sz="1275" b="0">
                <a:solidFill>
                  <a:srgbClr val="0860FF"/>
                </a:solidFill>
              </a:defRPr>
            </a:lvl2pPr>
            <a:lvl3pPr>
              <a:defRPr sz="1275" b="0">
                <a:solidFill>
                  <a:srgbClr val="0860FF"/>
                </a:solidFill>
              </a:defRPr>
            </a:lvl3pPr>
            <a:lvl4pPr>
              <a:defRPr sz="1275" b="0">
                <a:solidFill>
                  <a:srgbClr val="0860FF"/>
                </a:solidFill>
              </a:defRPr>
            </a:lvl4pPr>
            <a:lvl5pPr>
              <a:defRPr sz="1275" b="0">
                <a:solidFill>
                  <a:srgbClr val="0860FF"/>
                </a:solidFill>
              </a:defRPr>
            </a:lvl5pPr>
            <a:lvl6pPr>
              <a:defRPr sz="1275" b="0">
                <a:solidFill>
                  <a:srgbClr val="0860FF"/>
                </a:solidFill>
              </a:defRPr>
            </a:lvl6pPr>
            <a:lvl7pPr>
              <a:defRPr sz="1275" b="0">
                <a:solidFill>
                  <a:srgbClr val="0860FF"/>
                </a:solidFill>
              </a:defRPr>
            </a:lvl7pPr>
            <a:lvl8pPr>
              <a:defRPr sz="1275" b="0">
                <a:solidFill>
                  <a:srgbClr val="0860FF"/>
                </a:solidFill>
              </a:defRPr>
            </a:lvl8pPr>
            <a:lvl9pPr>
              <a:defRPr sz="1275" b="0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0860FF"/>
                </a:solidFill>
              </a:defRPr>
            </a:pPr>
            <a:r>
              <a:rPr sz="1275" b="0">
                <a:solidFill>
                  <a:srgbClr val="0860FF"/>
                </a:solidFill>
              </a:rPr>
              <a:t>Gestión simple para pequeños comercios.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5C69D-E977-4683-989A-1C91CFEA3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1735cbe084a0d"/>
          <a:stretch xmlns:a="http://schemas.openxmlformats.org/drawingml/2006/main"/>
        </p:blipFill>
        <p:spPr>
          <a:xfrm xmlns:a="http://schemas.openxmlformats.org/drawingml/2006/main" rot="420000">
            <a:off x="9258300" y="729652"/>
            <a:ext cx="2762250" cy="5065321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ED32E7-82D5-4D62-B770-8D7910B69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175607b841a0"/>
          <a:stretch xmlns:a="http://schemas.openxmlformats.org/drawingml/2006/main"/>
        </p:blipFill>
        <p:spPr>
          <a:xfrm xmlns:a="http://schemas.openxmlformats.org/drawingml/2006/main" rot="-300000">
            <a:off x="6772275" y="476575"/>
            <a:ext cx="3095625" cy="53524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55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62AC9-1494-4C64-A909-ECDD377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¿Qué pasó mientras Juan no estaba?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81438-73AB-4884-830A-5A62710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E71A5-5F68-48A7-A46A-A6F12F07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71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439E2-E6AE-4F96-83BA-33DDA89A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781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E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DF3CA-4916-4C19-9BC1-7D5E1B3E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1A35"/>
                </a:solidFill>
              </a:defRPr>
            </a:defPPr>
            <a:lvl1pPr>
              <a:defRPr sz="1875" b="1">
                <a:solidFill>
                  <a:srgbClr val="061A35"/>
                </a:solidFill>
              </a:defRPr>
            </a:lvl1pPr>
            <a:lvl2pPr>
              <a:defRPr sz="1875" b="1">
                <a:solidFill>
                  <a:srgbClr val="061A35"/>
                </a:solidFill>
              </a:defRPr>
            </a:lvl2pPr>
            <a:lvl3pPr>
              <a:defRPr sz="1875" b="1">
                <a:solidFill>
                  <a:srgbClr val="061A35"/>
                </a:solidFill>
              </a:defRPr>
            </a:lvl3pPr>
            <a:lvl4pPr>
              <a:defRPr sz="1875" b="1">
                <a:solidFill>
                  <a:srgbClr val="061A35"/>
                </a:solidFill>
              </a:defRPr>
            </a:lvl4pPr>
            <a:lvl5pPr>
              <a:defRPr sz="1875" b="1">
                <a:solidFill>
                  <a:srgbClr val="061A35"/>
                </a:solidFill>
              </a:defRPr>
            </a:lvl5pPr>
            <a:lvl6pPr>
              <a:defRPr sz="1875" b="1">
                <a:solidFill>
                  <a:srgbClr val="061A35"/>
                </a:solidFill>
              </a:defRPr>
            </a:lvl6pPr>
            <a:lvl7pPr>
              <a:defRPr sz="1875" b="1">
                <a:solidFill>
                  <a:srgbClr val="061A35"/>
                </a:solidFill>
              </a:defRPr>
            </a:lvl7pPr>
            <a:lvl8pPr>
              <a:defRPr sz="1875" b="1">
                <a:solidFill>
                  <a:srgbClr val="061A35"/>
                </a:solidFill>
              </a:defRPr>
            </a:lvl8pPr>
            <a:lvl9pPr>
              <a:defRPr sz="18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1A35"/>
                </a:solidFill>
              </a:defRPr>
            </a:pPr>
            <a:r>
              <a:rPr sz="1875" b="1">
                <a:solidFill>
                  <a:srgbClr val="061A35"/>
                </a:solidFill>
              </a:rPr>
              <a:t>Empleado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EDC1-2CDD-4DE5-9A46-B117B6B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3C95E-D196-4EAB-821A-0BF22BB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781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E2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8C004-0863-44BF-B978-B59C6945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1A35"/>
                </a:solidFill>
              </a:defRPr>
            </a:defPPr>
            <a:lvl1pPr>
              <a:defRPr sz="1875" b="1">
                <a:solidFill>
                  <a:srgbClr val="061A35"/>
                </a:solidFill>
              </a:defRPr>
            </a:lvl1pPr>
            <a:lvl2pPr>
              <a:defRPr sz="1875" b="1">
                <a:solidFill>
                  <a:srgbClr val="061A35"/>
                </a:solidFill>
              </a:defRPr>
            </a:lvl2pPr>
            <a:lvl3pPr>
              <a:defRPr sz="1875" b="1">
                <a:solidFill>
                  <a:srgbClr val="061A35"/>
                </a:solidFill>
              </a:defRPr>
            </a:lvl3pPr>
            <a:lvl4pPr>
              <a:defRPr sz="1875" b="1">
                <a:solidFill>
                  <a:srgbClr val="061A35"/>
                </a:solidFill>
              </a:defRPr>
            </a:lvl4pPr>
            <a:lvl5pPr>
              <a:defRPr sz="1875" b="1">
                <a:solidFill>
                  <a:srgbClr val="061A35"/>
                </a:solidFill>
              </a:defRPr>
            </a:lvl5pPr>
            <a:lvl6pPr>
              <a:defRPr sz="1875" b="1">
                <a:solidFill>
                  <a:srgbClr val="061A35"/>
                </a:solidFill>
              </a:defRPr>
            </a:lvl6pPr>
            <a:lvl7pPr>
              <a:defRPr sz="1875" b="1">
                <a:solidFill>
                  <a:srgbClr val="061A35"/>
                </a:solidFill>
              </a:defRPr>
            </a:lvl7pPr>
            <a:lvl8pPr>
              <a:defRPr sz="1875" b="1">
                <a:solidFill>
                  <a:srgbClr val="061A35"/>
                </a:solidFill>
              </a:defRPr>
            </a:lvl8pPr>
            <a:lvl9pPr>
              <a:defRPr sz="18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1A35"/>
                </a:solidFill>
              </a:defRPr>
            </a:pPr>
            <a:r>
              <a:rPr sz="1875" b="1">
                <a:solidFill>
                  <a:srgbClr val="061A35"/>
                </a:solidFill>
              </a:rPr>
              <a:t>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CA662-9923-4B92-AE84-ECE8261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PRIMER TURNO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6BFDA-306B-45EE-BD18-E1A134F3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90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36B91"/>
                </a:solidFill>
              </a:defRPr>
            </a:defPPr>
            <a:lvl1pPr>
              <a:defRPr sz="1350" b="1">
                <a:solidFill>
                  <a:srgbClr val="536B91"/>
                </a:solidFill>
              </a:defRPr>
            </a:lvl1pPr>
            <a:lvl2pPr>
              <a:defRPr sz="1350" b="1">
                <a:solidFill>
                  <a:srgbClr val="536B91"/>
                </a:solidFill>
              </a:defRPr>
            </a:lvl2pPr>
            <a:lvl3pPr>
              <a:defRPr sz="1350" b="1">
                <a:solidFill>
                  <a:srgbClr val="536B91"/>
                </a:solidFill>
              </a:defRPr>
            </a:lvl3pPr>
            <a:lvl4pPr>
              <a:defRPr sz="1350" b="1">
                <a:solidFill>
                  <a:srgbClr val="536B91"/>
                </a:solidFill>
              </a:defRPr>
            </a:lvl4pPr>
            <a:lvl5pPr>
              <a:defRPr sz="1350" b="1">
                <a:solidFill>
                  <a:srgbClr val="536B91"/>
                </a:solidFill>
              </a:defRPr>
            </a:lvl5pPr>
            <a:lvl6pPr>
              <a:defRPr sz="1350" b="1">
                <a:solidFill>
                  <a:srgbClr val="536B91"/>
                </a:solidFill>
              </a:defRPr>
            </a:lvl6pPr>
            <a:lvl7pPr>
              <a:defRPr sz="1350" b="1">
                <a:solidFill>
                  <a:srgbClr val="536B91"/>
                </a:solidFill>
              </a:defRPr>
            </a:lvl7pPr>
            <a:lvl8pPr>
              <a:defRPr sz="1350" b="1">
                <a:solidFill>
                  <a:srgbClr val="536B91"/>
                </a:solidFill>
              </a:defRPr>
            </a:lvl8pPr>
            <a:lvl9pPr>
              <a:defRPr sz="1350" b="1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36B91"/>
                </a:solidFill>
              </a:defRPr>
            </a:pPr>
            <a:r>
              <a:rPr sz="1350" b="1">
                <a:solidFill>
                  <a:srgbClr val="536B91"/>
                </a:solidFill>
              </a:rPr>
              <a:t>SIGUIENTE TURNO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BEE57-FA17-42B4-9F26-D79E8AC7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66875"/>
            <a:ext cx="1666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FE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87294-55DF-42C3-B135-F088D067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1A35"/>
                </a:solidFill>
              </a:defRPr>
            </a:defPPr>
            <a:lvl1pPr>
              <a:defRPr sz="1875" b="1">
                <a:solidFill>
                  <a:srgbClr val="061A35"/>
                </a:solidFill>
              </a:defRPr>
            </a:lvl1pPr>
            <a:lvl2pPr>
              <a:defRPr sz="1875" b="1">
                <a:solidFill>
                  <a:srgbClr val="061A35"/>
                </a:solidFill>
              </a:defRPr>
            </a:lvl2pPr>
            <a:lvl3pPr>
              <a:defRPr sz="1875" b="1">
                <a:solidFill>
                  <a:srgbClr val="061A35"/>
                </a:solidFill>
              </a:defRPr>
            </a:lvl3pPr>
            <a:lvl4pPr>
              <a:defRPr sz="1875" b="1">
                <a:solidFill>
                  <a:srgbClr val="061A35"/>
                </a:solidFill>
              </a:defRPr>
            </a:lvl4pPr>
            <a:lvl5pPr>
              <a:defRPr sz="1875" b="1">
                <a:solidFill>
                  <a:srgbClr val="061A35"/>
                </a:solidFill>
              </a:defRPr>
            </a:lvl5pPr>
            <a:lvl6pPr>
              <a:defRPr sz="1875" b="1">
                <a:solidFill>
                  <a:srgbClr val="061A35"/>
                </a:solidFill>
              </a:defRPr>
            </a:lvl6pPr>
            <a:lvl7pPr>
              <a:defRPr sz="1875" b="1">
                <a:solidFill>
                  <a:srgbClr val="061A35"/>
                </a:solidFill>
              </a:defRPr>
            </a:lvl7pPr>
            <a:lvl8pPr>
              <a:defRPr sz="1875" b="1">
                <a:solidFill>
                  <a:srgbClr val="061A35"/>
                </a:solidFill>
              </a:defRPr>
            </a:lvl8pPr>
            <a:lvl9pPr>
              <a:defRPr sz="18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1A35"/>
                </a:solidFill>
              </a:defRPr>
            </a:pPr>
            <a:r>
              <a:rPr sz="1875" b="1">
                <a:solidFill>
                  <a:srgbClr val="061A35"/>
                </a:solidFill>
              </a:rPr>
              <a:t>Cuaderno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B92B5-2E17-470B-9A15-00666BE9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66875"/>
            <a:ext cx="1666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FE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2BD38-88B5-44A3-8F63-EDEF007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526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1A35"/>
                </a:solidFill>
              </a:defRPr>
            </a:defPPr>
            <a:lvl1pPr>
              <a:defRPr sz="1875" b="1">
                <a:solidFill>
                  <a:srgbClr val="061A35"/>
                </a:solidFill>
              </a:defRPr>
            </a:lvl1pPr>
            <a:lvl2pPr>
              <a:defRPr sz="1875" b="1">
                <a:solidFill>
                  <a:srgbClr val="061A35"/>
                </a:solidFill>
              </a:defRPr>
            </a:lvl2pPr>
            <a:lvl3pPr>
              <a:defRPr sz="1875" b="1">
                <a:solidFill>
                  <a:srgbClr val="061A35"/>
                </a:solidFill>
              </a:defRPr>
            </a:lvl3pPr>
            <a:lvl4pPr>
              <a:defRPr sz="1875" b="1">
                <a:solidFill>
                  <a:srgbClr val="061A35"/>
                </a:solidFill>
              </a:defRPr>
            </a:lvl4pPr>
            <a:lvl5pPr>
              <a:defRPr sz="1875" b="1">
                <a:solidFill>
                  <a:srgbClr val="061A35"/>
                </a:solidFill>
              </a:defRPr>
            </a:lvl5pPr>
            <a:lvl6pPr>
              <a:defRPr sz="1875" b="1">
                <a:solidFill>
                  <a:srgbClr val="061A35"/>
                </a:solidFill>
              </a:defRPr>
            </a:lvl6pPr>
            <a:lvl7pPr>
              <a:defRPr sz="1875" b="1">
                <a:solidFill>
                  <a:srgbClr val="061A35"/>
                </a:solidFill>
              </a:defRPr>
            </a:lvl7pPr>
            <a:lvl8pPr>
              <a:defRPr sz="1875" b="1">
                <a:solidFill>
                  <a:srgbClr val="061A35"/>
                </a:solidFill>
              </a:defRPr>
            </a:lvl8pPr>
            <a:lvl9pPr>
              <a:defRPr sz="18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1A35"/>
                </a:solidFill>
              </a:defRPr>
            </a:pPr>
            <a:r>
              <a:rPr sz="1875" b="1">
                <a:solidFill>
                  <a:srgbClr val="061A35"/>
                </a:solidFill>
              </a:rPr>
              <a:t>Mensajes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B560E-632B-4773-B55B-15B3E5CC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0FF"/>
                </a:solidFill>
              </a:defRPr>
            </a:defPPr>
            <a:lvl1pPr>
              <a:defRPr sz="2250" b="1">
                <a:solidFill>
                  <a:srgbClr val="0860FF"/>
                </a:solidFill>
              </a:defRPr>
            </a:lvl1pPr>
            <a:lvl2pPr>
              <a:defRPr sz="2250" b="1">
                <a:solidFill>
                  <a:srgbClr val="0860FF"/>
                </a:solidFill>
              </a:defRPr>
            </a:lvl2pPr>
            <a:lvl3pPr>
              <a:defRPr sz="2250" b="1">
                <a:solidFill>
                  <a:srgbClr val="0860FF"/>
                </a:solidFill>
              </a:defRPr>
            </a:lvl3pPr>
            <a:lvl4pPr>
              <a:defRPr sz="2250" b="1">
                <a:solidFill>
                  <a:srgbClr val="0860FF"/>
                </a:solidFill>
              </a:defRPr>
            </a:lvl4pPr>
            <a:lvl5pPr>
              <a:defRPr sz="2250" b="1">
                <a:solidFill>
                  <a:srgbClr val="0860FF"/>
                </a:solidFill>
              </a:defRPr>
            </a:lvl5pPr>
            <a:lvl6pPr>
              <a:defRPr sz="2250" b="1">
                <a:solidFill>
                  <a:srgbClr val="0860FF"/>
                </a:solidFill>
              </a:defRPr>
            </a:lvl6pPr>
            <a:lvl7pPr>
              <a:defRPr sz="2250" b="1">
                <a:solidFill>
                  <a:srgbClr val="0860FF"/>
                </a:solidFill>
              </a:defRPr>
            </a:lvl7pPr>
            <a:lvl8pPr>
              <a:defRPr sz="2250" b="1">
                <a:solidFill>
                  <a:srgbClr val="0860FF"/>
                </a:solidFill>
              </a:defRPr>
            </a:lvl8pPr>
            <a:lvl9pPr>
              <a:defRPr sz="22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0FF"/>
                </a:solidFill>
              </a:defRPr>
            </a:pPr>
            <a:r>
              <a:rPr sz="2250" b="1">
                <a:solidFill>
                  <a:srgbClr val="0860FF"/>
                </a:solidFill>
              </a:rPr>
              <a:t>Anotaciones dispersas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2DEA4-F5E4-40A9-A58B-3453804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0FF"/>
                </a:solidFill>
              </a:defRPr>
            </a:defPPr>
            <a:lvl1pPr>
              <a:defRPr sz="2250" b="1">
                <a:solidFill>
                  <a:srgbClr val="0860FF"/>
                </a:solidFill>
              </a:defRPr>
            </a:lvl1pPr>
            <a:lvl2pPr>
              <a:defRPr sz="2250" b="1">
                <a:solidFill>
                  <a:srgbClr val="0860FF"/>
                </a:solidFill>
              </a:defRPr>
            </a:lvl2pPr>
            <a:lvl3pPr>
              <a:defRPr sz="2250" b="1">
                <a:solidFill>
                  <a:srgbClr val="0860FF"/>
                </a:solidFill>
              </a:defRPr>
            </a:lvl3pPr>
            <a:lvl4pPr>
              <a:defRPr sz="2250" b="1">
                <a:solidFill>
                  <a:srgbClr val="0860FF"/>
                </a:solidFill>
              </a:defRPr>
            </a:lvl4pPr>
            <a:lvl5pPr>
              <a:defRPr sz="2250" b="1">
                <a:solidFill>
                  <a:srgbClr val="0860FF"/>
                </a:solidFill>
              </a:defRPr>
            </a:lvl5pPr>
            <a:lvl6pPr>
              <a:defRPr sz="2250" b="1">
                <a:solidFill>
                  <a:srgbClr val="0860FF"/>
                </a:solidFill>
              </a:defRPr>
            </a:lvl6pPr>
            <a:lvl7pPr>
              <a:defRPr sz="2250" b="1">
                <a:solidFill>
                  <a:srgbClr val="0860FF"/>
                </a:solidFill>
              </a:defRPr>
            </a:lvl7pPr>
            <a:lvl8pPr>
              <a:defRPr sz="2250" b="1">
                <a:solidFill>
                  <a:srgbClr val="0860FF"/>
                </a:solidFill>
              </a:defRPr>
            </a:lvl8pPr>
            <a:lvl9pPr>
              <a:defRPr sz="22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0FF"/>
                </a:solidFill>
              </a:defRPr>
            </a:pPr>
            <a:r>
              <a:rPr sz="2250" b="1">
                <a:solidFill>
                  <a:srgbClr val="0860FF"/>
                </a:solidFill>
              </a:rPr>
              <a:t>Novedades sin comunicar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874FF-8F39-4692-9B67-0D1FCA5E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0FF"/>
                </a:solidFill>
              </a:defRPr>
            </a:defPPr>
            <a:lvl1pPr>
              <a:defRPr sz="2250" b="1">
                <a:solidFill>
                  <a:srgbClr val="0860FF"/>
                </a:solidFill>
              </a:defRPr>
            </a:lvl1pPr>
            <a:lvl2pPr>
              <a:defRPr sz="2250" b="1">
                <a:solidFill>
                  <a:srgbClr val="0860FF"/>
                </a:solidFill>
              </a:defRPr>
            </a:lvl2pPr>
            <a:lvl3pPr>
              <a:defRPr sz="2250" b="1">
                <a:solidFill>
                  <a:srgbClr val="0860FF"/>
                </a:solidFill>
              </a:defRPr>
            </a:lvl3pPr>
            <a:lvl4pPr>
              <a:defRPr sz="2250" b="1">
                <a:solidFill>
                  <a:srgbClr val="0860FF"/>
                </a:solidFill>
              </a:defRPr>
            </a:lvl4pPr>
            <a:lvl5pPr>
              <a:defRPr sz="2250" b="1">
                <a:solidFill>
                  <a:srgbClr val="0860FF"/>
                </a:solidFill>
              </a:defRPr>
            </a:lvl5pPr>
            <a:lvl6pPr>
              <a:defRPr sz="2250" b="1">
                <a:solidFill>
                  <a:srgbClr val="0860FF"/>
                </a:solidFill>
              </a:defRPr>
            </a:lvl6pPr>
            <a:lvl7pPr>
              <a:defRPr sz="2250" b="1">
                <a:solidFill>
                  <a:srgbClr val="0860FF"/>
                </a:solidFill>
              </a:defRPr>
            </a:lvl7pPr>
            <a:lvl8pPr>
              <a:defRPr sz="2250" b="1">
                <a:solidFill>
                  <a:srgbClr val="0860FF"/>
                </a:solidFill>
              </a:defRPr>
            </a:lvl8pPr>
            <a:lvl9pPr>
              <a:defRPr sz="225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0FF"/>
                </a:solidFill>
              </a:defRPr>
            </a:pPr>
            <a:r>
              <a:rPr sz="2250" b="1">
                <a:solidFill>
                  <a:srgbClr val="0860FF"/>
                </a:solidFill>
              </a:rPr>
              <a:t>Dudas sobre la mercadería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FD25B-13ED-4F47-A44E-48600DEF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61A35"/>
                </a:solidFill>
              </a:defRPr>
            </a:defPPr>
            <a:lvl1pPr>
              <a:defRPr sz="2025" b="0">
                <a:solidFill>
                  <a:srgbClr val="061A35"/>
                </a:solidFill>
              </a:defRPr>
            </a:lvl1pPr>
            <a:lvl2pPr>
              <a:defRPr sz="2025" b="0">
                <a:solidFill>
                  <a:srgbClr val="061A35"/>
                </a:solidFill>
              </a:defRPr>
            </a:lvl2pPr>
            <a:lvl3pPr>
              <a:defRPr sz="2025" b="0">
                <a:solidFill>
                  <a:srgbClr val="061A35"/>
                </a:solidFill>
              </a:defRPr>
            </a:lvl3pPr>
            <a:lvl4pPr>
              <a:defRPr sz="2025" b="0">
                <a:solidFill>
                  <a:srgbClr val="061A35"/>
                </a:solidFill>
              </a:defRPr>
            </a:lvl4pPr>
            <a:lvl5pPr>
              <a:defRPr sz="2025" b="0">
                <a:solidFill>
                  <a:srgbClr val="061A35"/>
                </a:solidFill>
              </a:defRPr>
            </a:lvl5pPr>
            <a:lvl6pPr>
              <a:defRPr sz="2025" b="0">
                <a:solidFill>
                  <a:srgbClr val="061A35"/>
                </a:solidFill>
              </a:defRPr>
            </a:lvl6pPr>
            <a:lvl7pPr>
              <a:defRPr sz="2025" b="0">
                <a:solidFill>
                  <a:srgbClr val="061A35"/>
                </a:solidFill>
              </a:defRPr>
            </a:lvl7pPr>
            <a:lvl8pPr>
              <a:defRPr sz="2025" b="0">
                <a:solidFill>
                  <a:srgbClr val="061A35"/>
                </a:solidFill>
              </a:defRPr>
            </a:lvl8pPr>
            <a:lvl9pPr>
              <a:defRPr sz="20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Volver a contar productos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6A70F-9B0B-41A5-9045-E8A3E8D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61A35"/>
                </a:solidFill>
              </a:defRPr>
            </a:defPPr>
            <a:lvl1pPr>
              <a:defRPr sz="2025" b="0">
                <a:solidFill>
                  <a:srgbClr val="061A35"/>
                </a:solidFill>
              </a:defRPr>
            </a:lvl1pPr>
            <a:lvl2pPr>
              <a:defRPr sz="2025" b="0">
                <a:solidFill>
                  <a:srgbClr val="061A35"/>
                </a:solidFill>
              </a:defRPr>
            </a:lvl2pPr>
            <a:lvl3pPr>
              <a:defRPr sz="2025" b="0">
                <a:solidFill>
                  <a:srgbClr val="061A35"/>
                </a:solidFill>
              </a:defRPr>
            </a:lvl3pPr>
            <a:lvl4pPr>
              <a:defRPr sz="2025" b="0">
                <a:solidFill>
                  <a:srgbClr val="061A35"/>
                </a:solidFill>
              </a:defRPr>
            </a:lvl4pPr>
            <a:lvl5pPr>
              <a:defRPr sz="2025" b="0">
                <a:solidFill>
                  <a:srgbClr val="061A35"/>
                </a:solidFill>
              </a:defRPr>
            </a:lvl5pPr>
            <a:lvl6pPr>
              <a:defRPr sz="2025" b="0">
                <a:solidFill>
                  <a:srgbClr val="061A35"/>
                </a:solidFill>
              </a:defRPr>
            </a:lvl6pPr>
            <a:lvl7pPr>
              <a:defRPr sz="2025" b="0">
                <a:solidFill>
                  <a:srgbClr val="061A35"/>
                </a:solidFill>
              </a:defRPr>
            </a:lvl7pPr>
            <a:lvl8pPr>
              <a:defRPr sz="2025" b="0">
                <a:solidFill>
                  <a:srgbClr val="061A35"/>
                </a:solidFill>
              </a:defRPr>
            </a:lvl8pPr>
            <a:lvl9pPr>
              <a:defRPr sz="20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Reconstruir lo ocurrido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6B237-EDF3-408D-B122-90308900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61A35"/>
                </a:solidFill>
              </a:defRPr>
            </a:defPPr>
            <a:lvl1pPr>
              <a:defRPr sz="2025" b="0">
                <a:solidFill>
                  <a:srgbClr val="061A35"/>
                </a:solidFill>
              </a:defRPr>
            </a:lvl1pPr>
            <a:lvl2pPr>
              <a:defRPr sz="2025" b="0">
                <a:solidFill>
                  <a:srgbClr val="061A35"/>
                </a:solidFill>
              </a:defRPr>
            </a:lvl2pPr>
            <a:lvl3pPr>
              <a:defRPr sz="2025" b="0">
                <a:solidFill>
                  <a:srgbClr val="061A35"/>
                </a:solidFill>
              </a:defRPr>
            </a:lvl3pPr>
            <a:lvl4pPr>
              <a:defRPr sz="2025" b="0">
                <a:solidFill>
                  <a:srgbClr val="061A35"/>
                </a:solidFill>
              </a:defRPr>
            </a:lvl4pPr>
            <a:lvl5pPr>
              <a:defRPr sz="2025" b="0">
                <a:solidFill>
                  <a:srgbClr val="061A35"/>
                </a:solidFill>
              </a:defRPr>
            </a:lvl5pPr>
            <a:lvl6pPr>
              <a:defRPr sz="2025" b="0">
                <a:solidFill>
                  <a:srgbClr val="061A35"/>
                </a:solidFill>
              </a:defRPr>
            </a:lvl6pPr>
            <a:lvl7pPr>
              <a:defRPr sz="2025" b="0">
                <a:solidFill>
                  <a:srgbClr val="061A35"/>
                </a:solidFill>
              </a:defRPr>
            </a:lvl7pPr>
            <a:lvl8pPr>
              <a:defRPr sz="2025" b="0">
                <a:solidFill>
                  <a:srgbClr val="061A35"/>
                </a:solidFill>
              </a:defRPr>
            </a:lvl8pPr>
            <a:lvl9pPr>
              <a:defRPr sz="20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Detectar faltantes tarde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B3D49-0A6E-4F60-90C0-3155DF0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61A35"/>
                </a:solidFill>
              </a:defRPr>
            </a:defPPr>
            <a:lvl1pPr>
              <a:defRPr sz="2625" b="1">
                <a:solidFill>
                  <a:srgbClr val="061A35"/>
                </a:solidFill>
              </a:defRPr>
            </a:lvl1pPr>
            <a:lvl2pPr>
              <a:defRPr sz="2625" b="1">
                <a:solidFill>
                  <a:srgbClr val="061A35"/>
                </a:solidFill>
              </a:defRPr>
            </a:lvl2pPr>
            <a:lvl3pPr>
              <a:defRPr sz="2625" b="1">
                <a:solidFill>
                  <a:srgbClr val="061A35"/>
                </a:solidFill>
              </a:defRPr>
            </a:lvl3pPr>
            <a:lvl4pPr>
              <a:defRPr sz="2625" b="1">
                <a:solidFill>
                  <a:srgbClr val="061A35"/>
                </a:solidFill>
              </a:defRPr>
            </a:lvl4pPr>
            <a:lvl5pPr>
              <a:defRPr sz="2625" b="1">
                <a:solidFill>
                  <a:srgbClr val="061A35"/>
                </a:solidFill>
              </a:defRPr>
            </a:lvl5pPr>
            <a:lvl6pPr>
              <a:defRPr sz="2625" b="1">
                <a:solidFill>
                  <a:srgbClr val="061A35"/>
                </a:solidFill>
              </a:defRPr>
            </a:lvl6pPr>
            <a:lvl7pPr>
              <a:defRPr sz="2625" b="1">
                <a:solidFill>
                  <a:srgbClr val="061A35"/>
                </a:solidFill>
              </a:defRPr>
            </a:lvl7pPr>
            <a:lvl8pPr>
              <a:defRPr sz="2625" b="1">
                <a:solidFill>
                  <a:srgbClr val="061A35"/>
                </a:solidFill>
              </a:defRPr>
            </a:lvl8pPr>
            <a:lvl9pPr>
              <a:defRPr sz="262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61A35"/>
                </a:solidFill>
              </a:defRPr>
            </a:pPr>
            <a:r>
              <a:rPr sz="2625" b="1">
                <a:solidFill>
                  <a:srgbClr val="061A35"/>
                </a:solidFill>
              </a:rPr>
              <a:t>¿Qué se vendió?     ¿Cuánto queda?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3BF74-A6EF-4DF0-8058-704837AA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B91"/>
                </a:solidFill>
              </a:defRPr>
            </a:pPr>
            <a:r>
              <a:rPr sz="1425" b="0">
                <a:solidFill>
                  <a:srgbClr val="536B91"/>
                </a:solidFill>
              </a:rPr>
              <a:t>Caso ficticio: almacén de barrio con una persona atendiendo por turno</a:t>
            </a:r>
          </a:p>
        </p:txBody>
      </p:sp>
    </p:spTree>
    <p:extLst>
      <p:ext uri="{BB962C8B-B14F-4D97-AF65-F5344CB8AC3E}">
        <p14:creationId xmlns:p14="http://schemas.microsoft.com/office/powerpoint/2010/main" val="915975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A8D5-C1A4-4013-93ED-CCEFAC2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 la información dispersa a una gestión compartida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7A6BF-9F67-4D6E-9F26-9EDFE7E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B446D-FA39-40A4-A4DC-AA769F18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6CCE9"/>
                </a:solidFill>
              </a:defRPr>
            </a:defPPr>
            <a:lvl1pPr>
              <a:defRPr sz="1500" b="1">
                <a:solidFill>
                  <a:srgbClr val="B6CCE9"/>
                </a:solidFill>
              </a:defRPr>
            </a:lvl1pPr>
            <a:lvl2pPr>
              <a:defRPr sz="1500" b="1">
                <a:solidFill>
                  <a:srgbClr val="B6CCE9"/>
                </a:solidFill>
              </a:defRPr>
            </a:lvl2pPr>
            <a:lvl3pPr>
              <a:defRPr sz="1500" b="1">
                <a:solidFill>
                  <a:srgbClr val="B6CCE9"/>
                </a:solidFill>
              </a:defRPr>
            </a:lvl3pPr>
            <a:lvl4pPr>
              <a:defRPr sz="1500" b="1">
                <a:solidFill>
                  <a:srgbClr val="B6CCE9"/>
                </a:solidFill>
              </a:defRPr>
            </a:lvl4pPr>
            <a:lvl5pPr>
              <a:defRPr sz="1500" b="1">
                <a:solidFill>
                  <a:srgbClr val="B6CCE9"/>
                </a:solidFill>
              </a:defRPr>
            </a:lvl5pPr>
            <a:lvl6pPr>
              <a:defRPr sz="1500" b="1">
                <a:solidFill>
                  <a:srgbClr val="B6CCE9"/>
                </a:solidFill>
              </a:defRPr>
            </a:lvl6pPr>
            <a:lvl7pPr>
              <a:defRPr sz="1500" b="1">
                <a:solidFill>
                  <a:srgbClr val="B6CCE9"/>
                </a:solidFill>
              </a:defRPr>
            </a:lvl7pPr>
            <a:lvl8pPr>
              <a:defRPr sz="1500" b="1">
                <a:solidFill>
                  <a:srgbClr val="B6CCE9"/>
                </a:solidFill>
              </a:defRPr>
            </a:lvl8pPr>
            <a:lvl9pPr>
              <a:defRPr sz="150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6CCE9"/>
                </a:solidFill>
              </a:defRPr>
            </a:pPr>
            <a:r>
              <a:rPr sz="1500" b="1">
                <a:solidFill>
                  <a:srgbClr val="B6CCE9"/>
                </a:solidFill>
              </a:rPr>
              <a:t>DIFICULTAD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B3130-6994-4E76-ACB0-B34AF99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6CCE9"/>
                </a:solidFill>
              </a:defRPr>
            </a:defPPr>
            <a:lvl1pPr>
              <a:defRPr sz="1500" b="1">
                <a:solidFill>
                  <a:srgbClr val="B6CCE9"/>
                </a:solidFill>
              </a:defRPr>
            </a:lvl1pPr>
            <a:lvl2pPr>
              <a:defRPr sz="1500" b="1">
                <a:solidFill>
                  <a:srgbClr val="B6CCE9"/>
                </a:solidFill>
              </a:defRPr>
            </a:lvl2pPr>
            <a:lvl3pPr>
              <a:defRPr sz="1500" b="1">
                <a:solidFill>
                  <a:srgbClr val="B6CCE9"/>
                </a:solidFill>
              </a:defRPr>
            </a:lvl3pPr>
            <a:lvl4pPr>
              <a:defRPr sz="1500" b="1">
                <a:solidFill>
                  <a:srgbClr val="B6CCE9"/>
                </a:solidFill>
              </a:defRPr>
            </a:lvl4pPr>
            <a:lvl5pPr>
              <a:defRPr sz="1500" b="1">
                <a:solidFill>
                  <a:srgbClr val="B6CCE9"/>
                </a:solidFill>
              </a:defRPr>
            </a:lvl5pPr>
            <a:lvl6pPr>
              <a:defRPr sz="1500" b="1">
                <a:solidFill>
                  <a:srgbClr val="B6CCE9"/>
                </a:solidFill>
              </a:defRPr>
            </a:lvl6pPr>
            <a:lvl7pPr>
              <a:defRPr sz="1500" b="1">
                <a:solidFill>
                  <a:srgbClr val="B6CCE9"/>
                </a:solidFill>
              </a:defRPr>
            </a:lvl7pPr>
            <a:lvl8pPr>
              <a:defRPr sz="1500" b="1">
                <a:solidFill>
                  <a:srgbClr val="B6CCE9"/>
                </a:solidFill>
              </a:defRPr>
            </a:lvl8pPr>
            <a:lvl9pPr>
              <a:defRPr sz="150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6CCE9"/>
                </a:solidFill>
              </a:defRPr>
            </a:pPr>
            <a:r>
              <a:rPr sz="1500" b="1">
                <a:solidFill>
                  <a:srgbClr val="B6CCE9"/>
                </a:solidFill>
              </a:rPr>
              <a:t>RESPUESTA DE LA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B9EA-9BCD-4B9D-9B03-3D03ABF8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6CCE9"/>
                </a:solidFill>
              </a:defRPr>
            </a:defPPr>
            <a:lvl1pPr>
              <a:defRPr sz="1500" b="1">
                <a:solidFill>
                  <a:srgbClr val="B6CCE9"/>
                </a:solidFill>
              </a:defRPr>
            </a:lvl1pPr>
            <a:lvl2pPr>
              <a:defRPr sz="1500" b="1">
                <a:solidFill>
                  <a:srgbClr val="B6CCE9"/>
                </a:solidFill>
              </a:defRPr>
            </a:lvl2pPr>
            <a:lvl3pPr>
              <a:defRPr sz="1500" b="1">
                <a:solidFill>
                  <a:srgbClr val="B6CCE9"/>
                </a:solidFill>
              </a:defRPr>
            </a:lvl3pPr>
            <a:lvl4pPr>
              <a:defRPr sz="1500" b="1">
                <a:solidFill>
                  <a:srgbClr val="B6CCE9"/>
                </a:solidFill>
              </a:defRPr>
            </a:lvl4pPr>
            <a:lvl5pPr>
              <a:defRPr sz="1500" b="1">
                <a:solidFill>
                  <a:srgbClr val="B6CCE9"/>
                </a:solidFill>
              </a:defRPr>
            </a:lvl5pPr>
            <a:lvl6pPr>
              <a:defRPr sz="1500" b="1">
                <a:solidFill>
                  <a:srgbClr val="B6CCE9"/>
                </a:solidFill>
              </a:defRPr>
            </a:lvl6pPr>
            <a:lvl7pPr>
              <a:defRPr sz="1500" b="1">
                <a:solidFill>
                  <a:srgbClr val="B6CCE9"/>
                </a:solidFill>
              </a:defRPr>
            </a:lvl7pPr>
            <a:lvl8pPr>
              <a:defRPr sz="1500" b="1">
                <a:solidFill>
                  <a:srgbClr val="B6CCE9"/>
                </a:solidFill>
              </a:defRPr>
            </a:lvl8pPr>
            <a:lvl9pPr>
              <a:defRPr sz="1500" b="1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6CCE9"/>
                </a:solidFill>
              </a:defRPr>
            </a:pPr>
            <a:r>
              <a:rPr sz="1500" b="1">
                <a:solidFill>
                  <a:srgbClr val="B6CCE9"/>
                </a:solidFill>
              </a:rPr>
              <a:t>UTILIDAD PARA EL COMERCIO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496D6-366A-4491-B51F-485C6E8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Anotaciones dispersas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916C8-5210-423F-BCA9-13640279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Dudas sobre cuánto queda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D4A94-DD14-4B66-8989-366ABCA3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Horarios acordados de palabra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67839-6726-451A-BB87-86A90903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7B9FF"/>
                </a:solidFill>
              </a:defRPr>
            </a:defPPr>
            <a:lvl1pPr>
              <a:defRPr sz="2100" b="1">
                <a:solidFill>
                  <a:srgbClr val="67B9FF"/>
                </a:solidFill>
              </a:defRPr>
            </a:lvl1pPr>
            <a:lvl2pPr>
              <a:defRPr sz="2100" b="1">
                <a:solidFill>
                  <a:srgbClr val="67B9FF"/>
                </a:solidFill>
              </a:defRPr>
            </a:lvl2pPr>
            <a:lvl3pPr>
              <a:defRPr sz="2100" b="1">
                <a:solidFill>
                  <a:srgbClr val="67B9FF"/>
                </a:solidFill>
              </a:defRPr>
            </a:lvl3pPr>
            <a:lvl4pPr>
              <a:defRPr sz="2100" b="1">
                <a:solidFill>
                  <a:srgbClr val="67B9FF"/>
                </a:solidFill>
              </a:defRPr>
            </a:lvl4pPr>
            <a:lvl5pPr>
              <a:defRPr sz="2100" b="1">
                <a:solidFill>
                  <a:srgbClr val="67B9FF"/>
                </a:solidFill>
              </a:defRPr>
            </a:lvl5pPr>
            <a:lvl6pPr>
              <a:defRPr sz="2100" b="1">
                <a:solidFill>
                  <a:srgbClr val="67B9FF"/>
                </a:solidFill>
              </a:defRPr>
            </a:lvl6pPr>
            <a:lvl7pPr>
              <a:defRPr sz="2100" b="1">
                <a:solidFill>
                  <a:srgbClr val="67B9FF"/>
                </a:solidFill>
              </a:defRPr>
            </a:lvl7pPr>
            <a:lvl8pPr>
              <a:defRPr sz="2100" b="1">
                <a:solidFill>
                  <a:srgbClr val="67B9FF"/>
                </a:solidFill>
              </a:defRPr>
            </a:lvl8pPr>
            <a:lvl9pPr>
              <a:defRPr sz="210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7B9FF"/>
                </a:solidFill>
              </a:defRPr>
            </a:pPr>
            <a:r>
              <a:rPr sz="2100" b="1">
                <a:solidFill>
                  <a:srgbClr val="67B9FF"/>
                </a:solidFill>
              </a:rPr>
              <a:t>Registro e historial de ventas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C292B-C96E-45C3-BCED-C1516ED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7B9FF"/>
                </a:solidFill>
              </a:defRPr>
            </a:defPPr>
            <a:lvl1pPr>
              <a:defRPr sz="2100" b="1">
                <a:solidFill>
                  <a:srgbClr val="67B9FF"/>
                </a:solidFill>
              </a:defRPr>
            </a:lvl1pPr>
            <a:lvl2pPr>
              <a:defRPr sz="2100" b="1">
                <a:solidFill>
                  <a:srgbClr val="67B9FF"/>
                </a:solidFill>
              </a:defRPr>
            </a:lvl2pPr>
            <a:lvl3pPr>
              <a:defRPr sz="2100" b="1">
                <a:solidFill>
                  <a:srgbClr val="67B9FF"/>
                </a:solidFill>
              </a:defRPr>
            </a:lvl3pPr>
            <a:lvl4pPr>
              <a:defRPr sz="2100" b="1">
                <a:solidFill>
                  <a:srgbClr val="67B9FF"/>
                </a:solidFill>
              </a:defRPr>
            </a:lvl4pPr>
            <a:lvl5pPr>
              <a:defRPr sz="2100" b="1">
                <a:solidFill>
                  <a:srgbClr val="67B9FF"/>
                </a:solidFill>
              </a:defRPr>
            </a:lvl5pPr>
            <a:lvl6pPr>
              <a:defRPr sz="2100" b="1">
                <a:solidFill>
                  <a:srgbClr val="67B9FF"/>
                </a:solidFill>
              </a:defRPr>
            </a:lvl6pPr>
            <a:lvl7pPr>
              <a:defRPr sz="2100" b="1">
                <a:solidFill>
                  <a:srgbClr val="67B9FF"/>
                </a:solidFill>
              </a:defRPr>
            </a:lvl7pPr>
            <a:lvl8pPr>
              <a:defRPr sz="2100" b="1">
                <a:solidFill>
                  <a:srgbClr val="67B9FF"/>
                </a:solidFill>
              </a:defRPr>
            </a:lvl8pPr>
            <a:lvl9pPr>
              <a:defRPr sz="210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7B9FF"/>
                </a:solidFill>
              </a:defRPr>
            </a:pPr>
            <a:r>
              <a:rPr sz="2100" b="1">
                <a:solidFill>
                  <a:srgbClr val="67B9FF"/>
                </a:solidFill>
              </a:rPr>
              <a:t>Existencias actualizadas al registrar operaciones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4B68-5606-44AD-9FB9-2FD21215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7B9FF"/>
                </a:solidFill>
              </a:defRPr>
            </a:defPPr>
            <a:lvl1pPr>
              <a:defRPr sz="2100" b="1">
                <a:solidFill>
                  <a:srgbClr val="67B9FF"/>
                </a:solidFill>
              </a:defRPr>
            </a:lvl1pPr>
            <a:lvl2pPr>
              <a:defRPr sz="2100" b="1">
                <a:solidFill>
                  <a:srgbClr val="67B9FF"/>
                </a:solidFill>
              </a:defRPr>
            </a:lvl2pPr>
            <a:lvl3pPr>
              <a:defRPr sz="2100" b="1">
                <a:solidFill>
                  <a:srgbClr val="67B9FF"/>
                </a:solidFill>
              </a:defRPr>
            </a:lvl3pPr>
            <a:lvl4pPr>
              <a:defRPr sz="2100" b="1">
                <a:solidFill>
                  <a:srgbClr val="67B9FF"/>
                </a:solidFill>
              </a:defRPr>
            </a:lvl4pPr>
            <a:lvl5pPr>
              <a:defRPr sz="2100" b="1">
                <a:solidFill>
                  <a:srgbClr val="67B9FF"/>
                </a:solidFill>
              </a:defRPr>
            </a:lvl5pPr>
            <a:lvl6pPr>
              <a:defRPr sz="2100" b="1">
                <a:solidFill>
                  <a:srgbClr val="67B9FF"/>
                </a:solidFill>
              </a:defRPr>
            </a:lvl6pPr>
            <a:lvl7pPr>
              <a:defRPr sz="2100" b="1">
                <a:solidFill>
                  <a:srgbClr val="67B9FF"/>
                </a:solidFill>
              </a:defRPr>
            </a:lvl7pPr>
            <a:lvl8pPr>
              <a:defRPr sz="2100" b="1">
                <a:solidFill>
                  <a:srgbClr val="67B9FF"/>
                </a:solidFill>
              </a:defRPr>
            </a:lvl8pPr>
            <a:lvl9pPr>
              <a:defRPr sz="2100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7B9FF"/>
                </a:solidFill>
              </a:defRPr>
            </a:pPr>
            <a:r>
              <a:rPr sz="2100" b="1">
                <a:solidFill>
                  <a:srgbClr val="67B9FF"/>
                </a:solidFill>
              </a:rPr>
              <a:t>Asignación y consulta de 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F29A8-16EA-4397-A7FD-A557F27B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Consultar qué se vendió durante cada turno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6E9DD-87FF-4A15-83AC-6257AFA9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Consultar disponibilidad y orientar la reposición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C0E21-873A-4633-B2BC-67D83E6C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Saber qué horarios tiene asignados el empleado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D7E08-C916-4197-9356-6B6E977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67B9FF"/>
                </a:solidFill>
              </a:defRPr>
            </a:defPPr>
            <a:lvl1pPr>
              <a:defRPr sz="1875" b="1">
                <a:solidFill>
                  <a:srgbClr val="67B9FF"/>
                </a:solidFill>
              </a:defRPr>
            </a:lvl1pPr>
            <a:lvl2pPr>
              <a:defRPr sz="1875" b="1">
                <a:solidFill>
                  <a:srgbClr val="67B9FF"/>
                </a:solidFill>
              </a:defRPr>
            </a:lvl2pPr>
            <a:lvl3pPr>
              <a:defRPr sz="1875" b="1">
                <a:solidFill>
                  <a:srgbClr val="67B9FF"/>
                </a:solidFill>
              </a:defRPr>
            </a:lvl3pPr>
            <a:lvl4pPr>
              <a:defRPr sz="1875" b="1">
                <a:solidFill>
                  <a:srgbClr val="67B9FF"/>
                </a:solidFill>
              </a:defRPr>
            </a:lvl4pPr>
            <a:lvl5pPr>
              <a:defRPr sz="1875" b="1">
                <a:solidFill>
                  <a:srgbClr val="67B9FF"/>
                </a:solidFill>
              </a:defRPr>
            </a:lvl5pPr>
            <a:lvl6pPr>
              <a:defRPr sz="1875" b="1">
                <a:solidFill>
                  <a:srgbClr val="67B9FF"/>
                </a:solidFill>
              </a:defRPr>
            </a:lvl6pPr>
            <a:lvl7pPr>
              <a:defRPr sz="1875" b="1">
                <a:solidFill>
                  <a:srgbClr val="67B9FF"/>
                </a:solidFill>
              </a:defRPr>
            </a:lvl7pPr>
            <a:lvl8pPr>
              <a:defRPr sz="1875" b="1">
                <a:solidFill>
                  <a:srgbClr val="67B9FF"/>
                </a:solidFill>
              </a:defRPr>
            </a:lvl8pPr>
            <a:lvl9pPr>
              <a:defRPr sz="1875" b="1">
                <a:solidFill>
                  <a:srgbClr val="67B9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7B9FF"/>
                </a:solidFill>
              </a:defRPr>
            </a:pPr>
            <a:r>
              <a:rPr sz="1875" b="1">
                <a:solidFill>
                  <a:srgbClr val="67B9FF"/>
                </a:solidFill>
              </a:rPr>
              <a:t>Para Juan y otros comercios de barrio: registros y turnos en una misma herramienta</a:t>
            </a:r>
          </a:p>
        </p:txBody>
      </p:sp>
    </p:spTree>
    <p:extLst>
      <p:ext uri="{BB962C8B-B14F-4D97-AF65-F5344CB8AC3E}">
        <p14:creationId xmlns:p14="http://schemas.microsoft.com/office/powerpoint/2010/main" val="1069366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F4F0C-64BB-466A-8FC7-E79B0F9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Bienvenida y personas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8D11B-B5A2-4F13-8DD7-3FC89131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8913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6222E-D9E4-4DEF-8DA4-877C1FA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Un día en el comercio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B772-4A77-4F53-9EF2-2CE80F2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6CCE9"/>
                </a:solidFill>
              </a:defRPr>
            </a:defPPr>
            <a:lvl1pPr>
              <a:defRPr sz="1350" b="0">
                <a:solidFill>
                  <a:srgbClr val="B6CCE9"/>
                </a:solidFill>
              </a:defRPr>
            </a:lvl1pPr>
            <a:lvl2pPr>
              <a:defRPr sz="1350" b="0">
                <a:solidFill>
                  <a:srgbClr val="B6CCE9"/>
                </a:solidFill>
              </a:defRPr>
            </a:lvl2pPr>
            <a:lvl3pPr>
              <a:defRPr sz="1350" b="0">
                <a:solidFill>
                  <a:srgbClr val="B6CCE9"/>
                </a:solidFill>
              </a:defRPr>
            </a:lvl3pPr>
            <a:lvl4pPr>
              <a:defRPr sz="1350" b="0">
                <a:solidFill>
                  <a:srgbClr val="B6CCE9"/>
                </a:solidFill>
              </a:defRPr>
            </a:lvl4pPr>
            <a:lvl5pPr>
              <a:defRPr sz="1350" b="0">
                <a:solidFill>
                  <a:srgbClr val="B6CCE9"/>
                </a:solidFill>
              </a:defRPr>
            </a:lvl5pPr>
            <a:lvl6pPr>
              <a:defRPr sz="1350" b="0">
                <a:solidFill>
                  <a:srgbClr val="B6CCE9"/>
                </a:solidFill>
              </a:defRPr>
            </a:lvl6pPr>
            <a:lvl7pPr>
              <a:defRPr sz="1350" b="0">
                <a:solidFill>
                  <a:srgbClr val="B6CCE9"/>
                </a:solidFill>
              </a:defRPr>
            </a:lvl7pPr>
            <a:lvl8pPr>
              <a:defRPr sz="1350" b="0">
                <a:solidFill>
                  <a:srgbClr val="B6CCE9"/>
                </a:solidFill>
              </a:defRPr>
            </a:lvl8pPr>
            <a:lvl9pPr>
              <a:defRPr sz="1350" b="0">
                <a:solidFill>
                  <a:srgbClr val="B6CCE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6CCE9"/>
                </a:solidFill>
              </a:defRPr>
            </a:pPr>
            <a:r>
              <a:rPr sz="1350" b="0">
                <a:solidFill>
                  <a:srgbClr val="B6CCE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30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8ED01-0546-4537-A57C-BBC679A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¿Cómo funciona por dentro?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79A84-CBE3-4108-9DCF-E54155D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6F9E1-80E1-43D8-A9E6-72D88356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33362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FEC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13270-11C6-40CF-8F8E-48412D80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0FF"/>
                </a:solidFill>
              </a:defRPr>
            </a:defPPr>
            <a:lvl1pPr>
              <a:defRPr sz="2175" b="1">
                <a:solidFill>
                  <a:srgbClr val="0860FF"/>
                </a:solidFill>
              </a:defRPr>
            </a:lvl1pPr>
            <a:lvl2pPr>
              <a:defRPr sz="2175" b="1">
                <a:solidFill>
                  <a:srgbClr val="0860FF"/>
                </a:solidFill>
              </a:defRPr>
            </a:lvl2pPr>
            <a:lvl3pPr>
              <a:defRPr sz="2175" b="1">
                <a:solidFill>
                  <a:srgbClr val="0860FF"/>
                </a:solidFill>
              </a:defRPr>
            </a:lvl3pPr>
            <a:lvl4pPr>
              <a:defRPr sz="2175" b="1">
                <a:solidFill>
                  <a:srgbClr val="0860FF"/>
                </a:solidFill>
              </a:defRPr>
            </a:lvl4pPr>
            <a:lvl5pPr>
              <a:defRPr sz="2175" b="1">
                <a:solidFill>
                  <a:srgbClr val="0860FF"/>
                </a:solidFill>
              </a:defRPr>
            </a:lvl5pPr>
            <a:lvl6pPr>
              <a:defRPr sz="2175" b="1">
                <a:solidFill>
                  <a:srgbClr val="0860FF"/>
                </a:solidFill>
              </a:defRPr>
            </a:lvl6pPr>
            <a:lvl7pPr>
              <a:defRPr sz="2175" b="1">
                <a:solidFill>
                  <a:srgbClr val="0860FF"/>
                </a:solidFill>
              </a:defRPr>
            </a:lvl7pPr>
            <a:lvl8pPr>
              <a:defRPr sz="2175" b="1">
                <a:solidFill>
                  <a:srgbClr val="0860FF"/>
                </a:solidFill>
              </a:defRPr>
            </a:lvl8pPr>
            <a:lvl9pPr>
              <a:defRPr sz="21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0FF"/>
                </a:solidFill>
              </a:defRPr>
            </a:pPr>
            <a:r>
              <a:rPr sz="2175" b="1">
                <a:solidFill>
                  <a:srgbClr val="0860FF"/>
                </a:solidFill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98871-7365-4047-9437-CF97D5B2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233362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FEC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4E160-622E-4A38-822F-32C2122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0FF"/>
                </a:solidFill>
              </a:defRPr>
            </a:defPPr>
            <a:lvl1pPr>
              <a:defRPr sz="2175" b="1">
                <a:solidFill>
                  <a:srgbClr val="0860FF"/>
                </a:solidFill>
              </a:defRPr>
            </a:lvl1pPr>
            <a:lvl2pPr>
              <a:defRPr sz="2175" b="1">
                <a:solidFill>
                  <a:srgbClr val="0860FF"/>
                </a:solidFill>
              </a:defRPr>
            </a:lvl2pPr>
            <a:lvl3pPr>
              <a:defRPr sz="2175" b="1">
                <a:solidFill>
                  <a:srgbClr val="0860FF"/>
                </a:solidFill>
              </a:defRPr>
            </a:lvl3pPr>
            <a:lvl4pPr>
              <a:defRPr sz="2175" b="1">
                <a:solidFill>
                  <a:srgbClr val="0860FF"/>
                </a:solidFill>
              </a:defRPr>
            </a:lvl4pPr>
            <a:lvl5pPr>
              <a:defRPr sz="2175" b="1">
                <a:solidFill>
                  <a:srgbClr val="0860FF"/>
                </a:solidFill>
              </a:defRPr>
            </a:lvl5pPr>
            <a:lvl6pPr>
              <a:defRPr sz="2175" b="1">
                <a:solidFill>
                  <a:srgbClr val="0860FF"/>
                </a:solidFill>
              </a:defRPr>
            </a:lvl6pPr>
            <a:lvl7pPr>
              <a:defRPr sz="2175" b="1">
                <a:solidFill>
                  <a:srgbClr val="0860FF"/>
                </a:solidFill>
              </a:defRPr>
            </a:lvl7pPr>
            <a:lvl8pPr>
              <a:defRPr sz="2175" b="1">
                <a:solidFill>
                  <a:srgbClr val="0860FF"/>
                </a:solidFill>
              </a:defRPr>
            </a:lvl8pPr>
            <a:lvl9pPr>
              <a:defRPr sz="21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0FF"/>
                </a:solidFill>
              </a:defRPr>
            </a:pPr>
            <a:r>
              <a:rPr sz="2175" b="1">
                <a:solidFill>
                  <a:srgbClr val="0860FF"/>
                </a:solidFill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18540-2769-4526-8078-3B5F54C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28750"/>
            <a:ext cx="2333625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FE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5BD98-B172-4DB6-8049-D242BD6C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0FF"/>
                </a:solidFill>
              </a:defRPr>
            </a:defPPr>
            <a:lvl1pPr>
              <a:defRPr sz="2175" b="1">
                <a:solidFill>
                  <a:srgbClr val="0860FF"/>
                </a:solidFill>
              </a:defRPr>
            </a:lvl1pPr>
            <a:lvl2pPr>
              <a:defRPr sz="2175" b="1">
                <a:solidFill>
                  <a:srgbClr val="0860FF"/>
                </a:solidFill>
              </a:defRPr>
            </a:lvl2pPr>
            <a:lvl3pPr>
              <a:defRPr sz="2175" b="1">
                <a:solidFill>
                  <a:srgbClr val="0860FF"/>
                </a:solidFill>
              </a:defRPr>
            </a:lvl3pPr>
            <a:lvl4pPr>
              <a:defRPr sz="2175" b="1">
                <a:solidFill>
                  <a:srgbClr val="0860FF"/>
                </a:solidFill>
              </a:defRPr>
            </a:lvl4pPr>
            <a:lvl5pPr>
              <a:defRPr sz="2175" b="1">
                <a:solidFill>
                  <a:srgbClr val="0860FF"/>
                </a:solidFill>
              </a:defRPr>
            </a:lvl5pPr>
            <a:lvl6pPr>
              <a:defRPr sz="2175" b="1">
                <a:solidFill>
                  <a:srgbClr val="0860FF"/>
                </a:solidFill>
              </a:defRPr>
            </a:lvl6pPr>
            <a:lvl7pPr>
              <a:defRPr sz="2175" b="1">
                <a:solidFill>
                  <a:srgbClr val="0860FF"/>
                </a:solidFill>
              </a:defRPr>
            </a:lvl7pPr>
            <a:lvl8pPr>
              <a:defRPr sz="2175" b="1">
                <a:solidFill>
                  <a:srgbClr val="0860FF"/>
                </a:solidFill>
              </a:defRPr>
            </a:lvl8pPr>
            <a:lvl9pPr>
              <a:defRPr sz="21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0FF"/>
                </a:solidFill>
              </a:defRPr>
            </a:pPr>
            <a:r>
              <a:rPr sz="2175" b="1">
                <a:solidFill>
                  <a:srgbClr val="0860FF"/>
                </a:solidFill>
              </a:rPr>
              <a:t>Base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DF1A0-C652-4A1E-A69C-E949B9E1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61A35"/>
                </a:solidFill>
              </a:defRPr>
            </a:defPPr>
            <a:lvl1pPr>
              <a:defRPr sz="1800" b="0">
                <a:solidFill>
                  <a:srgbClr val="061A35"/>
                </a:solidFill>
              </a:defRPr>
            </a:lvl1pPr>
            <a:lvl2pPr>
              <a:defRPr sz="1800" b="0">
                <a:solidFill>
                  <a:srgbClr val="061A35"/>
                </a:solidFill>
              </a:defRPr>
            </a:lvl2pPr>
            <a:lvl3pPr>
              <a:defRPr sz="1800" b="0">
                <a:solidFill>
                  <a:srgbClr val="061A35"/>
                </a:solidFill>
              </a:defRPr>
            </a:lvl3pPr>
            <a:lvl4pPr>
              <a:defRPr sz="1800" b="0">
                <a:solidFill>
                  <a:srgbClr val="061A35"/>
                </a:solidFill>
              </a:defRPr>
            </a:lvl4pPr>
            <a:lvl5pPr>
              <a:defRPr sz="1800" b="0">
                <a:solidFill>
                  <a:srgbClr val="061A35"/>
                </a:solidFill>
              </a:defRPr>
            </a:lvl5pPr>
            <a:lvl6pPr>
              <a:defRPr sz="1800" b="0">
                <a:solidFill>
                  <a:srgbClr val="061A35"/>
                </a:solidFill>
              </a:defRPr>
            </a:lvl6pPr>
            <a:lvl7pPr>
              <a:defRPr sz="1800" b="0">
                <a:solidFill>
                  <a:srgbClr val="061A35"/>
                </a:solidFill>
              </a:defRPr>
            </a:lvl7pPr>
            <a:lvl8pPr>
              <a:defRPr sz="1800" b="0">
                <a:solidFill>
                  <a:srgbClr val="061A35"/>
                </a:solidFill>
              </a:defRPr>
            </a:lvl8pPr>
            <a:lvl9pPr>
              <a:defRPr sz="180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Lo que vemos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C1FA2-FA0D-4D62-AF28-E72ABBA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React Native + Expo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DDEE2-12A4-4A1A-B805-819A704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61A35"/>
                </a:solidFill>
              </a:defRPr>
            </a:defPPr>
            <a:lvl1pPr>
              <a:defRPr sz="1800" b="0">
                <a:solidFill>
                  <a:srgbClr val="061A35"/>
                </a:solidFill>
              </a:defRPr>
            </a:lvl1pPr>
            <a:lvl2pPr>
              <a:defRPr sz="1800" b="0">
                <a:solidFill>
                  <a:srgbClr val="061A35"/>
                </a:solidFill>
              </a:defRPr>
            </a:lvl2pPr>
            <a:lvl3pPr>
              <a:defRPr sz="1800" b="0">
                <a:solidFill>
                  <a:srgbClr val="061A35"/>
                </a:solidFill>
              </a:defRPr>
            </a:lvl3pPr>
            <a:lvl4pPr>
              <a:defRPr sz="1800" b="0">
                <a:solidFill>
                  <a:srgbClr val="061A35"/>
                </a:solidFill>
              </a:defRPr>
            </a:lvl4pPr>
            <a:lvl5pPr>
              <a:defRPr sz="1800" b="0">
                <a:solidFill>
                  <a:srgbClr val="061A35"/>
                </a:solidFill>
              </a:defRPr>
            </a:lvl5pPr>
            <a:lvl6pPr>
              <a:defRPr sz="1800" b="0">
                <a:solidFill>
                  <a:srgbClr val="061A35"/>
                </a:solidFill>
              </a:defRPr>
            </a:lvl6pPr>
            <a:lvl7pPr>
              <a:defRPr sz="1800" b="0">
                <a:solidFill>
                  <a:srgbClr val="061A35"/>
                </a:solidFill>
              </a:defRPr>
            </a:lvl7pPr>
            <a:lvl8pPr>
              <a:defRPr sz="1800" b="0">
                <a:solidFill>
                  <a:srgbClr val="061A35"/>
                </a:solidFill>
              </a:defRPr>
            </a:lvl8pPr>
            <a:lvl9pPr>
              <a:defRPr sz="180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Procesa las operaciones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B8525-1273-4E52-B609-2774354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Node.js +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B84E1-7A41-4474-B4D7-E66D3DB0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61A35"/>
                </a:solidFill>
              </a:defRPr>
            </a:defPPr>
            <a:lvl1pPr>
              <a:defRPr sz="1800" b="0">
                <a:solidFill>
                  <a:srgbClr val="061A35"/>
                </a:solidFill>
              </a:defRPr>
            </a:lvl1pPr>
            <a:lvl2pPr>
              <a:defRPr sz="1800" b="0">
                <a:solidFill>
                  <a:srgbClr val="061A35"/>
                </a:solidFill>
              </a:defRPr>
            </a:lvl2pPr>
            <a:lvl3pPr>
              <a:defRPr sz="1800" b="0">
                <a:solidFill>
                  <a:srgbClr val="061A35"/>
                </a:solidFill>
              </a:defRPr>
            </a:lvl3pPr>
            <a:lvl4pPr>
              <a:defRPr sz="1800" b="0">
                <a:solidFill>
                  <a:srgbClr val="061A35"/>
                </a:solidFill>
              </a:defRPr>
            </a:lvl4pPr>
            <a:lvl5pPr>
              <a:defRPr sz="1800" b="0">
                <a:solidFill>
                  <a:srgbClr val="061A35"/>
                </a:solidFill>
              </a:defRPr>
            </a:lvl5pPr>
            <a:lvl6pPr>
              <a:defRPr sz="1800" b="0">
                <a:solidFill>
                  <a:srgbClr val="061A35"/>
                </a:solidFill>
              </a:defRPr>
            </a:lvl6pPr>
            <a:lvl7pPr>
              <a:defRPr sz="1800" b="0">
                <a:solidFill>
                  <a:srgbClr val="061A35"/>
                </a:solidFill>
              </a:defRPr>
            </a:lvl7pPr>
            <a:lvl8pPr>
              <a:defRPr sz="1800" b="0">
                <a:solidFill>
                  <a:srgbClr val="061A35"/>
                </a:solidFill>
              </a:defRPr>
            </a:lvl8pPr>
            <a:lvl9pPr>
              <a:defRPr sz="180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61A35"/>
                </a:solidFill>
              </a:defRPr>
            </a:pPr>
            <a:r>
              <a:rPr sz="1800" b="0">
                <a:solidFill>
                  <a:srgbClr val="061A35"/>
                </a:solidFill>
              </a:rPr>
              <a:t>Guarda la información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D573F-DB90-4C9E-8535-FF5F2893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765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B91"/>
                </a:solidFill>
              </a:defRPr>
            </a:pPr>
            <a:r>
              <a:rPr sz="1575" b="0">
                <a:solidFill>
                  <a:srgbClr val="536B91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2533E-F00E-4C4F-9442-8A7C78D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95500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60FF"/>
                </a:solidFill>
              </a:defRPr>
            </a:defPPr>
            <a:lvl1pPr>
              <a:defRPr sz="2700" b="1">
                <a:solidFill>
                  <a:srgbClr val="0860FF"/>
                </a:solidFill>
              </a:defRPr>
            </a:lvl1pPr>
            <a:lvl2pPr>
              <a:defRPr sz="2700" b="1">
                <a:solidFill>
                  <a:srgbClr val="0860FF"/>
                </a:solidFill>
              </a:defRPr>
            </a:lvl2pPr>
            <a:lvl3pPr>
              <a:defRPr sz="2700" b="1">
                <a:solidFill>
                  <a:srgbClr val="0860FF"/>
                </a:solidFill>
              </a:defRPr>
            </a:lvl3pPr>
            <a:lvl4pPr>
              <a:defRPr sz="2700" b="1">
                <a:solidFill>
                  <a:srgbClr val="0860FF"/>
                </a:solidFill>
              </a:defRPr>
            </a:lvl4pPr>
            <a:lvl5pPr>
              <a:defRPr sz="2700" b="1">
                <a:solidFill>
                  <a:srgbClr val="0860FF"/>
                </a:solidFill>
              </a:defRPr>
            </a:lvl5pPr>
            <a:lvl6pPr>
              <a:defRPr sz="2700" b="1">
                <a:solidFill>
                  <a:srgbClr val="0860FF"/>
                </a:solidFill>
              </a:defRPr>
            </a:lvl6pPr>
            <a:lvl7pPr>
              <a:defRPr sz="2700" b="1">
                <a:solidFill>
                  <a:srgbClr val="0860FF"/>
                </a:solidFill>
              </a:defRPr>
            </a:lvl7pPr>
            <a:lvl8pPr>
              <a:defRPr sz="2700" b="1">
                <a:solidFill>
                  <a:srgbClr val="0860FF"/>
                </a:solidFill>
              </a:defRPr>
            </a:lvl8pPr>
            <a:lvl9pPr>
              <a:defRPr sz="27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60FF"/>
                </a:solidFill>
              </a:defRPr>
            </a:pPr>
            <a:r>
              <a:rPr sz="2700" b="1">
                <a:solidFill>
                  <a:srgbClr val="0860FF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B5307-D01C-4B15-918D-DBB39CD6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95500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60FF"/>
                </a:solidFill>
              </a:defRPr>
            </a:defPPr>
            <a:lvl1pPr>
              <a:defRPr sz="2700" b="1">
                <a:solidFill>
                  <a:srgbClr val="0860FF"/>
                </a:solidFill>
              </a:defRPr>
            </a:lvl1pPr>
            <a:lvl2pPr>
              <a:defRPr sz="2700" b="1">
                <a:solidFill>
                  <a:srgbClr val="0860FF"/>
                </a:solidFill>
              </a:defRPr>
            </a:lvl2pPr>
            <a:lvl3pPr>
              <a:defRPr sz="2700" b="1">
                <a:solidFill>
                  <a:srgbClr val="0860FF"/>
                </a:solidFill>
              </a:defRPr>
            </a:lvl3pPr>
            <a:lvl4pPr>
              <a:defRPr sz="2700" b="1">
                <a:solidFill>
                  <a:srgbClr val="0860FF"/>
                </a:solidFill>
              </a:defRPr>
            </a:lvl4pPr>
            <a:lvl5pPr>
              <a:defRPr sz="2700" b="1">
                <a:solidFill>
                  <a:srgbClr val="0860FF"/>
                </a:solidFill>
              </a:defRPr>
            </a:lvl5pPr>
            <a:lvl6pPr>
              <a:defRPr sz="2700" b="1">
                <a:solidFill>
                  <a:srgbClr val="0860FF"/>
                </a:solidFill>
              </a:defRPr>
            </a:lvl6pPr>
            <a:lvl7pPr>
              <a:defRPr sz="2700" b="1">
                <a:solidFill>
                  <a:srgbClr val="0860FF"/>
                </a:solidFill>
              </a:defRPr>
            </a:lvl7pPr>
            <a:lvl8pPr>
              <a:defRPr sz="2700" b="1">
                <a:solidFill>
                  <a:srgbClr val="0860FF"/>
                </a:solidFill>
              </a:defRPr>
            </a:lvl8pPr>
            <a:lvl9pPr>
              <a:defRPr sz="2700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60FF"/>
                </a:solidFill>
              </a:defRPr>
            </a:pPr>
            <a:r>
              <a:rPr sz="2700" b="1">
                <a:solidFill>
                  <a:srgbClr val="0860FF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FA7D8-59A2-4F73-887C-A9B9F99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61A35"/>
                </a:solidFill>
              </a:defRPr>
            </a:defPPr>
            <a:lvl1pPr>
              <a:defRPr sz="1800" b="1">
                <a:solidFill>
                  <a:srgbClr val="061A35"/>
                </a:solidFill>
              </a:defRPr>
            </a:lvl1pPr>
            <a:lvl2pPr>
              <a:defRPr sz="1800" b="1">
                <a:solidFill>
                  <a:srgbClr val="061A35"/>
                </a:solidFill>
              </a:defRPr>
            </a:lvl2pPr>
            <a:lvl3pPr>
              <a:defRPr sz="1800" b="1">
                <a:solidFill>
                  <a:srgbClr val="061A35"/>
                </a:solidFill>
              </a:defRPr>
            </a:lvl3pPr>
            <a:lvl4pPr>
              <a:defRPr sz="1800" b="1">
                <a:solidFill>
                  <a:srgbClr val="061A35"/>
                </a:solidFill>
              </a:defRPr>
            </a:lvl4pPr>
            <a:lvl5pPr>
              <a:defRPr sz="1800" b="1">
                <a:solidFill>
                  <a:srgbClr val="061A35"/>
                </a:solidFill>
              </a:defRPr>
            </a:lvl5pPr>
            <a:lvl6pPr>
              <a:defRPr sz="1800" b="1">
                <a:solidFill>
                  <a:srgbClr val="061A35"/>
                </a:solidFill>
              </a:defRPr>
            </a:lvl6pPr>
            <a:lvl7pPr>
              <a:defRPr sz="1800" b="1">
                <a:solidFill>
                  <a:srgbClr val="061A35"/>
                </a:solidFill>
              </a:defRPr>
            </a:lvl7pPr>
            <a:lvl8pPr>
              <a:defRPr sz="1800" b="1">
                <a:solidFill>
                  <a:srgbClr val="061A35"/>
                </a:solidFill>
              </a:defRPr>
            </a:lvl8pPr>
            <a:lvl9pPr>
              <a:defRPr sz="18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61A35"/>
                </a:solidFill>
              </a:defRPr>
            </a:pPr>
            <a:r>
              <a:rPr sz="1800" b="1">
                <a:solidFill>
                  <a:srgbClr val="061A35"/>
                </a:solidFill>
              </a:rPr>
              <a:t>Confirma una venta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05DA8-67EF-41A9-85D8-6EF03B62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813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61A35"/>
                </a:solidFill>
              </a:defRPr>
            </a:defPPr>
            <a:lvl1pPr>
              <a:defRPr sz="1800" b="1">
                <a:solidFill>
                  <a:srgbClr val="061A35"/>
                </a:solidFill>
              </a:defRPr>
            </a:lvl1pPr>
            <a:lvl2pPr>
              <a:defRPr sz="1800" b="1">
                <a:solidFill>
                  <a:srgbClr val="061A35"/>
                </a:solidFill>
              </a:defRPr>
            </a:lvl2pPr>
            <a:lvl3pPr>
              <a:defRPr sz="1800" b="1">
                <a:solidFill>
                  <a:srgbClr val="061A35"/>
                </a:solidFill>
              </a:defRPr>
            </a:lvl3pPr>
            <a:lvl4pPr>
              <a:defRPr sz="1800" b="1">
                <a:solidFill>
                  <a:srgbClr val="061A35"/>
                </a:solidFill>
              </a:defRPr>
            </a:lvl4pPr>
            <a:lvl5pPr>
              <a:defRPr sz="1800" b="1">
                <a:solidFill>
                  <a:srgbClr val="061A35"/>
                </a:solidFill>
              </a:defRPr>
            </a:lvl5pPr>
            <a:lvl6pPr>
              <a:defRPr sz="1800" b="1">
                <a:solidFill>
                  <a:srgbClr val="061A35"/>
                </a:solidFill>
              </a:defRPr>
            </a:lvl6pPr>
            <a:lvl7pPr>
              <a:defRPr sz="1800" b="1">
                <a:solidFill>
                  <a:srgbClr val="061A35"/>
                </a:solidFill>
              </a:defRPr>
            </a:lvl7pPr>
            <a:lvl8pPr>
              <a:defRPr sz="1800" b="1">
                <a:solidFill>
                  <a:srgbClr val="061A35"/>
                </a:solidFill>
              </a:defRPr>
            </a:lvl8pPr>
            <a:lvl9pPr>
              <a:defRPr sz="18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61A35"/>
                </a:solidFill>
              </a:defRPr>
            </a:pPr>
            <a:r>
              <a:rPr sz="1800" b="1">
                <a:solidFill>
                  <a:srgbClr val="061A35"/>
                </a:solidFill>
              </a:rPr>
              <a:t>Procesa la operación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4BC3A-98C7-47F5-81A7-8647E793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813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61A35"/>
                </a:solidFill>
              </a:defRPr>
            </a:defPPr>
            <a:lvl1pPr>
              <a:defRPr sz="1800" b="1">
                <a:solidFill>
                  <a:srgbClr val="061A35"/>
                </a:solidFill>
              </a:defRPr>
            </a:lvl1pPr>
            <a:lvl2pPr>
              <a:defRPr sz="1800" b="1">
                <a:solidFill>
                  <a:srgbClr val="061A35"/>
                </a:solidFill>
              </a:defRPr>
            </a:lvl2pPr>
            <a:lvl3pPr>
              <a:defRPr sz="1800" b="1">
                <a:solidFill>
                  <a:srgbClr val="061A35"/>
                </a:solidFill>
              </a:defRPr>
            </a:lvl3pPr>
            <a:lvl4pPr>
              <a:defRPr sz="1800" b="1">
                <a:solidFill>
                  <a:srgbClr val="061A35"/>
                </a:solidFill>
              </a:defRPr>
            </a:lvl4pPr>
            <a:lvl5pPr>
              <a:defRPr sz="1800" b="1">
                <a:solidFill>
                  <a:srgbClr val="061A35"/>
                </a:solidFill>
              </a:defRPr>
            </a:lvl5pPr>
            <a:lvl6pPr>
              <a:defRPr sz="1800" b="1">
                <a:solidFill>
                  <a:srgbClr val="061A35"/>
                </a:solidFill>
              </a:defRPr>
            </a:lvl6pPr>
            <a:lvl7pPr>
              <a:defRPr sz="1800" b="1">
                <a:solidFill>
                  <a:srgbClr val="061A35"/>
                </a:solidFill>
              </a:defRPr>
            </a:lvl7pPr>
            <a:lvl8pPr>
              <a:defRPr sz="1800" b="1">
                <a:solidFill>
                  <a:srgbClr val="061A35"/>
                </a:solidFill>
              </a:defRPr>
            </a:lvl8pPr>
            <a:lvl9pPr>
              <a:defRPr sz="18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61A35"/>
                </a:solidFill>
              </a:defRPr>
            </a:pPr>
            <a:r>
              <a:rPr sz="1800" b="1">
                <a:solidFill>
                  <a:srgbClr val="061A35"/>
                </a:solidFill>
              </a:rPr>
              <a:t>Guarda venta y nuevas cantidades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A4C30-A173-4DB2-9F30-7E28DC82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0FF"/>
                </a:solidFill>
              </a:defRPr>
            </a:defPPr>
            <a:lvl1pPr>
              <a:defRPr sz="2175" b="1">
                <a:solidFill>
                  <a:srgbClr val="0860FF"/>
                </a:solidFill>
              </a:defRPr>
            </a:lvl1pPr>
            <a:lvl2pPr>
              <a:defRPr sz="2175" b="1">
                <a:solidFill>
                  <a:srgbClr val="0860FF"/>
                </a:solidFill>
              </a:defRPr>
            </a:lvl2pPr>
            <a:lvl3pPr>
              <a:defRPr sz="2175" b="1">
                <a:solidFill>
                  <a:srgbClr val="0860FF"/>
                </a:solidFill>
              </a:defRPr>
            </a:lvl3pPr>
            <a:lvl4pPr>
              <a:defRPr sz="2175" b="1">
                <a:solidFill>
                  <a:srgbClr val="0860FF"/>
                </a:solidFill>
              </a:defRPr>
            </a:lvl4pPr>
            <a:lvl5pPr>
              <a:defRPr sz="2175" b="1">
                <a:solidFill>
                  <a:srgbClr val="0860FF"/>
                </a:solidFill>
              </a:defRPr>
            </a:lvl5pPr>
            <a:lvl6pPr>
              <a:defRPr sz="2175" b="1">
                <a:solidFill>
                  <a:srgbClr val="0860FF"/>
                </a:solidFill>
              </a:defRPr>
            </a:lvl6pPr>
            <a:lvl7pPr>
              <a:defRPr sz="2175" b="1">
                <a:solidFill>
                  <a:srgbClr val="0860FF"/>
                </a:solidFill>
              </a:defRPr>
            </a:lvl7pPr>
            <a:lvl8pPr>
              <a:defRPr sz="2175" b="1">
                <a:solidFill>
                  <a:srgbClr val="0860FF"/>
                </a:solidFill>
              </a:defRPr>
            </a:lvl8pPr>
            <a:lvl9pPr>
              <a:defRPr sz="21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0FF"/>
                </a:solidFill>
              </a:defRPr>
            </a:pPr>
            <a:r>
              <a:rPr sz="2175" b="1">
                <a:solidFill>
                  <a:srgbClr val="0860FF"/>
                </a:solidFill>
              </a:rPr>
              <a:t>Accesibilidad y facilidad de 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D53D7-9CC3-4953-8A05-064FF5E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61A35"/>
                </a:solidFill>
              </a:defRPr>
            </a:defPPr>
            <a:lvl1pPr>
              <a:defRPr sz="1875" b="0">
                <a:solidFill>
                  <a:srgbClr val="061A35"/>
                </a:solidFill>
              </a:defRPr>
            </a:lvl1pPr>
            <a:lvl2pPr>
              <a:defRPr sz="1875" b="0">
                <a:solidFill>
                  <a:srgbClr val="061A35"/>
                </a:solidFill>
              </a:defRPr>
            </a:lvl2pPr>
            <a:lvl3pPr>
              <a:defRPr sz="1875" b="0">
                <a:solidFill>
                  <a:srgbClr val="061A35"/>
                </a:solidFill>
              </a:defRPr>
            </a:lvl3pPr>
            <a:lvl4pPr>
              <a:defRPr sz="1875" b="0">
                <a:solidFill>
                  <a:srgbClr val="061A35"/>
                </a:solidFill>
              </a:defRPr>
            </a:lvl4pPr>
            <a:lvl5pPr>
              <a:defRPr sz="1875" b="0">
                <a:solidFill>
                  <a:srgbClr val="061A35"/>
                </a:solidFill>
              </a:defRPr>
            </a:lvl5pPr>
            <a:lvl6pPr>
              <a:defRPr sz="1875" b="0">
                <a:solidFill>
                  <a:srgbClr val="061A35"/>
                </a:solidFill>
              </a:defRPr>
            </a:lvl6pPr>
            <a:lvl7pPr>
              <a:defRPr sz="1875" b="0">
                <a:solidFill>
                  <a:srgbClr val="061A35"/>
                </a:solidFill>
              </a:defRPr>
            </a:lvl7pPr>
            <a:lvl8pPr>
              <a:defRPr sz="1875" b="0">
                <a:solidFill>
                  <a:srgbClr val="061A35"/>
                </a:solidFill>
              </a:defRPr>
            </a:lvl8pPr>
            <a:lvl9pPr>
              <a:defRPr sz="187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61A35"/>
                </a:solidFill>
              </a:defRPr>
            </a:pPr>
            <a:r>
              <a:rPr sz="1875" b="0">
                <a:solidFill>
                  <a:srgbClr val="061A35"/>
                </a:solidFill>
              </a:rPr>
              <a:t>Botones que guían · Pantallas consistentes</a:t>
            </a:r>
          </a:p>
          <a:p xmlns:a="http://schemas.openxmlformats.org/drawingml/2006/main">
            <a:pPr>
              <a:defRPr sz="1875" b="0">
                <a:solidFill>
                  <a:srgbClr val="061A35"/>
                </a:solidFill>
              </a:defRPr>
            </a:pPr>
            <a:r>
              <a:rPr sz="1875" b="0">
                <a:solidFill>
                  <a:srgbClr val="061A35"/>
                </a:solidFill>
              </a:rPr>
              <a:t>Tipografía clara · Textos breves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AB38A-E59D-46D2-BAF5-5A9CB79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60FF"/>
                </a:solidFill>
              </a:defRPr>
            </a:defPPr>
            <a:lvl1pPr>
              <a:defRPr sz="2025" b="1">
                <a:solidFill>
                  <a:srgbClr val="0860FF"/>
                </a:solidFill>
              </a:defRPr>
            </a:lvl1pPr>
            <a:lvl2pPr>
              <a:defRPr sz="2025" b="1">
                <a:solidFill>
                  <a:srgbClr val="0860FF"/>
                </a:solidFill>
              </a:defRPr>
            </a:lvl2pPr>
            <a:lvl3pPr>
              <a:defRPr sz="2025" b="1">
                <a:solidFill>
                  <a:srgbClr val="0860FF"/>
                </a:solidFill>
              </a:defRPr>
            </a:lvl3pPr>
            <a:lvl4pPr>
              <a:defRPr sz="2025" b="1">
                <a:solidFill>
                  <a:srgbClr val="0860FF"/>
                </a:solidFill>
              </a:defRPr>
            </a:lvl4pPr>
            <a:lvl5pPr>
              <a:defRPr sz="2025" b="1">
                <a:solidFill>
                  <a:srgbClr val="0860FF"/>
                </a:solidFill>
              </a:defRPr>
            </a:lvl5pPr>
            <a:lvl6pPr>
              <a:defRPr sz="2025" b="1">
                <a:solidFill>
                  <a:srgbClr val="0860FF"/>
                </a:solidFill>
              </a:defRPr>
            </a:lvl6pPr>
            <a:lvl7pPr>
              <a:defRPr sz="2025" b="1">
                <a:solidFill>
                  <a:srgbClr val="0860FF"/>
                </a:solidFill>
              </a:defRPr>
            </a:lvl7pPr>
            <a:lvl8pPr>
              <a:defRPr sz="2025" b="1">
                <a:solidFill>
                  <a:srgbClr val="0860FF"/>
                </a:solidFill>
              </a:defRPr>
            </a:lvl8pPr>
            <a:lvl9pPr>
              <a:defRPr sz="20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60FF"/>
                </a:solidFill>
              </a:defRPr>
            </a:pPr>
            <a:r>
              <a:rPr sz="2025" b="1">
                <a:solidFill>
                  <a:srgbClr val="0860FF"/>
                </a:solidFill>
              </a:rPr>
              <a:t>Ética e impacto social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379BB-20EF-4279-A4C4-E57CF9E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61A35"/>
                </a:solidFill>
              </a:defRPr>
            </a:pPr>
            <a:r>
              <a:rPr sz="1650" b="0">
                <a:solidFill>
                  <a:srgbClr val="061A35"/>
                </a:solidFill>
              </a:rPr>
              <a:t>Comercios de barrio · Autonomía · Cuidado de los datos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0D2F3-A7D3-422C-9AC6-D0C342DF8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8e6409f954edf"/>
          <a:stretch xmlns:a="http://schemas.openxmlformats.org/drawingml/2006/main"/>
        </p:blipFill>
        <p:spPr>
          <a:xfrm xmlns:a="http://schemas.openxmlformats.org/drawingml/2006/main">
            <a:off x="9014380" y="1476375"/>
            <a:ext cx="2259489" cy="414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69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10864-5A62-487D-899C-2D0F03D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1A35"/>
                </a:solidFill>
              </a:defRPr>
            </a:defPPr>
            <a:lvl1pPr>
              <a:defRPr sz="3300" b="1">
                <a:solidFill>
                  <a:srgbClr val="061A35"/>
                </a:solidFill>
              </a:defRPr>
            </a:lvl1pPr>
            <a:lvl2pPr>
              <a:defRPr sz="3300" b="1">
                <a:solidFill>
                  <a:srgbClr val="061A35"/>
                </a:solidFill>
              </a:defRPr>
            </a:lvl2pPr>
            <a:lvl3pPr>
              <a:defRPr sz="3300" b="1">
                <a:solidFill>
                  <a:srgbClr val="061A35"/>
                </a:solidFill>
              </a:defRPr>
            </a:lvl3pPr>
            <a:lvl4pPr>
              <a:defRPr sz="3300" b="1">
                <a:solidFill>
                  <a:srgbClr val="061A35"/>
                </a:solidFill>
              </a:defRPr>
            </a:lvl4pPr>
            <a:lvl5pPr>
              <a:defRPr sz="3300" b="1">
                <a:solidFill>
                  <a:srgbClr val="061A35"/>
                </a:solidFill>
              </a:defRPr>
            </a:lvl5pPr>
            <a:lvl6pPr>
              <a:defRPr sz="3300" b="1">
                <a:solidFill>
                  <a:srgbClr val="061A35"/>
                </a:solidFill>
              </a:defRPr>
            </a:lvl6pPr>
            <a:lvl7pPr>
              <a:defRPr sz="3300" b="1">
                <a:solidFill>
                  <a:srgbClr val="061A35"/>
                </a:solidFill>
              </a:defRPr>
            </a:lvl7pPr>
            <a:lvl8pPr>
              <a:defRPr sz="3300" b="1">
                <a:solidFill>
                  <a:srgbClr val="061A35"/>
                </a:solidFill>
              </a:defRPr>
            </a:lvl8pPr>
            <a:lvl9pPr>
              <a:defRPr sz="330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1A35"/>
                </a:solidFill>
              </a:defRPr>
            </a:pPr>
            <a:r>
              <a:rPr sz="3300" b="1">
                <a:solidFill>
                  <a:srgbClr val="061A35"/>
                </a:solidFill>
              </a:rPr>
              <a:t>Conclusiones y futuro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EC96-7B52-4007-97A4-6190FCF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B91"/>
                </a:solidFill>
              </a:defRPr>
            </a:defPPr>
            <a:lvl1pPr>
              <a:defRPr sz="1350" b="0">
                <a:solidFill>
                  <a:srgbClr val="536B91"/>
                </a:solidFill>
              </a:defRPr>
            </a:lvl1pPr>
            <a:lvl2pPr>
              <a:defRPr sz="1350" b="0">
                <a:solidFill>
                  <a:srgbClr val="536B91"/>
                </a:solidFill>
              </a:defRPr>
            </a:lvl2pPr>
            <a:lvl3pPr>
              <a:defRPr sz="1350" b="0">
                <a:solidFill>
                  <a:srgbClr val="536B91"/>
                </a:solidFill>
              </a:defRPr>
            </a:lvl3pPr>
            <a:lvl4pPr>
              <a:defRPr sz="1350" b="0">
                <a:solidFill>
                  <a:srgbClr val="536B91"/>
                </a:solidFill>
              </a:defRPr>
            </a:lvl4pPr>
            <a:lvl5pPr>
              <a:defRPr sz="1350" b="0">
                <a:solidFill>
                  <a:srgbClr val="536B91"/>
                </a:solidFill>
              </a:defRPr>
            </a:lvl5pPr>
            <a:lvl6pPr>
              <a:defRPr sz="1350" b="0">
                <a:solidFill>
                  <a:srgbClr val="536B91"/>
                </a:solidFill>
              </a:defRPr>
            </a:lvl6pPr>
            <a:lvl7pPr>
              <a:defRPr sz="1350" b="0">
                <a:solidFill>
                  <a:srgbClr val="536B91"/>
                </a:solidFill>
              </a:defRPr>
            </a:lvl7pPr>
            <a:lvl8pPr>
              <a:defRPr sz="1350" b="0">
                <a:solidFill>
                  <a:srgbClr val="536B91"/>
                </a:solidFill>
              </a:defRPr>
            </a:lvl8pPr>
            <a:lvl9pPr>
              <a:defRPr sz="1350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91"/>
                </a:solidFill>
              </a:defRPr>
            </a:pPr>
            <a:r>
              <a:rPr sz="1350" b="0">
                <a:solidFill>
                  <a:srgbClr val="536B9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D1F78-3585-46B9-B2DF-1EDDE38E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60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FA235-5F1B-4677-8FEA-EAE8832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781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E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798D2-9A3F-4D46-9D94-92EFBC0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19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61A35"/>
                </a:solidFill>
              </a:defRPr>
            </a:defPPr>
            <a:lvl1pPr>
              <a:defRPr sz="1875" b="1">
                <a:solidFill>
                  <a:srgbClr val="061A35"/>
                </a:solidFill>
              </a:defRPr>
            </a:lvl1pPr>
            <a:lvl2pPr>
              <a:defRPr sz="1875" b="1">
                <a:solidFill>
                  <a:srgbClr val="061A35"/>
                </a:solidFill>
              </a:defRPr>
            </a:lvl2pPr>
            <a:lvl3pPr>
              <a:defRPr sz="1875" b="1">
                <a:solidFill>
                  <a:srgbClr val="061A35"/>
                </a:solidFill>
              </a:defRPr>
            </a:lvl3pPr>
            <a:lvl4pPr>
              <a:defRPr sz="1875" b="1">
                <a:solidFill>
                  <a:srgbClr val="061A35"/>
                </a:solidFill>
              </a:defRPr>
            </a:lvl4pPr>
            <a:lvl5pPr>
              <a:defRPr sz="1875" b="1">
                <a:solidFill>
                  <a:srgbClr val="061A35"/>
                </a:solidFill>
              </a:defRPr>
            </a:lvl5pPr>
            <a:lvl6pPr>
              <a:defRPr sz="1875" b="1">
                <a:solidFill>
                  <a:srgbClr val="061A35"/>
                </a:solidFill>
              </a:defRPr>
            </a:lvl6pPr>
            <a:lvl7pPr>
              <a:defRPr sz="1875" b="1">
                <a:solidFill>
                  <a:srgbClr val="061A35"/>
                </a:solidFill>
              </a:defRPr>
            </a:lvl7pPr>
            <a:lvl8pPr>
              <a:defRPr sz="1875" b="1">
                <a:solidFill>
                  <a:srgbClr val="061A35"/>
                </a:solidFill>
              </a:defRPr>
            </a:lvl8pPr>
            <a:lvl9pPr>
              <a:defRPr sz="18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61A35"/>
                </a:solidFill>
              </a:defRPr>
            </a:pPr>
            <a:r>
              <a:rPr sz="1875" b="1">
                <a:solidFill>
                  <a:srgbClr val="061A35"/>
                </a:solidFill>
              </a:rPr>
              <a:t>Juan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B0A5E-DC59-4212-B3DE-EC3F895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145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60FF"/>
                </a:solidFill>
              </a:defRPr>
            </a:defPPr>
            <a:lvl1pPr>
              <a:defRPr sz="2625" b="1">
                <a:solidFill>
                  <a:srgbClr val="0860FF"/>
                </a:solidFill>
              </a:defRPr>
            </a:lvl1pPr>
            <a:lvl2pPr>
              <a:defRPr sz="2625" b="1">
                <a:solidFill>
                  <a:srgbClr val="0860FF"/>
                </a:solidFill>
              </a:defRPr>
            </a:lvl2pPr>
            <a:lvl3pPr>
              <a:defRPr sz="2625" b="1">
                <a:solidFill>
                  <a:srgbClr val="0860FF"/>
                </a:solidFill>
              </a:defRPr>
            </a:lvl3pPr>
            <a:lvl4pPr>
              <a:defRPr sz="2625" b="1">
                <a:solidFill>
                  <a:srgbClr val="0860FF"/>
                </a:solidFill>
              </a:defRPr>
            </a:lvl4pPr>
            <a:lvl5pPr>
              <a:defRPr sz="2625" b="1">
                <a:solidFill>
                  <a:srgbClr val="0860FF"/>
                </a:solidFill>
              </a:defRPr>
            </a:lvl5pPr>
            <a:lvl6pPr>
              <a:defRPr sz="2625" b="1">
                <a:solidFill>
                  <a:srgbClr val="0860FF"/>
                </a:solidFill>
              </a:defRPr>
            </a:lvl6pPr>
            <a:lvl7pPr>
              <a:defRPr sz="2625" b="1">
                <a:solidFill>
                  <a:srgbClr val="0860FF"/>
                </a:solidFill>
              </a:defRPr>
            </a:lvl7pPr>
            <a:lvl8pPr>
              <a:defRPr sz="2625" b="1">
                <a:solidFill>
                  <a:srgbClr val="0860FF"/>
                </a:solidFill>
              </a:defRPr>
            </a:lvl8pPr>
            <a:lvl9pPr>
              <a:defRPr sz="262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60FF"/>
                </a:solidFill>
              </a:defRPr>
            </a:pPr>
            <a:r>
              <a:rPr sz="2625" b="1">
                <a:solidFill>
                  <a:srgbClr val="0860FF"/>
                </a:solidFill>
              </a:rPr>
              <a:t>Su comercio, con información reunida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4974D-3F36-46ED-B218-0BFF12FF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60FF"/>
                </a:solidFill>
              </a:defRPr>
            </a:defPPr>
            <a:lvl1pPr>
              <a:defRPr sz="2475" b="1">
                <a:solidFill>
                  <a:srgbClr val="0860FF"/>
                </a:solidFill>
              </a:defRPr>
            </a:lvl1pPr>
            <a:lvl2pPr>
              <a:defRPr sz="2475" b="1">
                <a:solidFill>
                  <a:srgbClr val="0860FF"/>
                </a:solidFill>
              </a:defRPr>
            </a:lvl2pPr>
            <a:lvl3pPr>
              <a:defRPr sz="2475" b="1">
                <a:solidFill>
                  <a:srgbClr val="0860FF"/>
                </a:solidFill>
              </a:defRPr>
            </a:lvl3pPr>
            <a:lvl4pPr>
              <a:defRPr sz="2475" b="1">
                <a:solidFill>
                  <a:srgbClr val="0860FF"/>
                </a:solidFill>
              </a:defRPr>
            </a:lvl4pPr>
            <a:lvl5pPr>
              <a:defRPr sz="2475" b="1">
                <a:solidFill>
                  <a:srgbClr val="0860FF"/>
                </a:solidFill>
              </a:defRPr>
            </a:lvl5pPr>
            <a:lvl6pPr>
              <a:defRPr sz="2475" b="1">
                <a:solidFill>
                  <a:srgbClr val="0860FF"/>
                </a:solidFill>
              </a:defRPr>
            </a:lvl6pPr>
            <a:lvl7pPr>
              <a:defRPr sz="2475" b="1">
                <a:solidFill>
                  <a:srgbClr val="0860FF"/>
                </a:solidFill>
              </a:defRPr>
            </a:lvl7pPr>
            <a:lvl8pPr>
              <a:defRPr sz="2475" b="1">
                <a:solidFill>
                  <a:srgbClr val="0860FF"/>
                </a:solidFill>
              </a:defRPr>
            </a:lvl8pPr>
            <a:lvl9pPr>
              <a:defRPr sz="24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60FF"/>
                </a:solidFill>
              </a:defRPr>
            </a:pPr>
            <a:r>
              <a:rPr sz="2475" b="1">
                <a:solidFill>
                  <a:srgbClr val="0860FF"/>
                </a:solidFill>
              </a:rPr>
              <a:t>Impacto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7EF0B-E0C4-4218-95C9-38BBA319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95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60FF"/>
                </a:solidFill>
              </a:defRPr>
            </a:defPPr>
            <a:lvl1pPr>
              <a:defRPr sz="2475" b="1">
                <a:solidFill>
                  <a:srgbClr val="0860FF"/>
                </a:solidFill>
              </a:defRPr>
            </a:lvl1pPr>
            <a:lvl2pPr>
              <a:defRPr sz="2475" b="1">
                <a:solidFill>
                  <a:srgbClr val="0860FF"/>
                </a:solidFill>
              </a:defRPr>
            </a:lvl2pPr>
            <a:lvl3pPr>
              <a:defRPr sz="2475" b="1">
                <a:solidFill>
                  <a:srgbClr val="0860FF"/>
                </a:solidFill>
              </a:defRPr>
            </a:lvl3pPr>
            <a:lvl4pPr>
              <a:defRPr sz="2475" b="1">
                <a:solidFill>
                  <a:srgbClr val="0860FF"/>
                </a:solidFill>
              </a:defRPr>
            </a:lvl4pPr>
            <a:lvl5pPr>
              <a:defRPr sz="2475" b="1">
                <a:solidFill>
                  <a:srgbClr val="0860FF"/>
                </a:solidFill>
              </a:defRPr>
            </a:lvl5pPr>
            <a:lvl6pPr>
              <a:defRPr sz="2475" b="1">
                <a:solidFill>
                  <a:srgbClr val="0860FF"/>
                </a:solidFill>
              </a:defRPr>
            </a:lvl6pPr>
            <a:lvl7pPr>
              <a:defRPr sz="2475" b="1">
                <a:solidFill>
                  <a:srgbClr val="0860FF"/>
                </a:solidFill>
              </a:defRPr>
            </a:lvl7pPr>
            <a:lvl8pPr>
              <a:defRPr sz="2475" b="1">
                <a:solidFill>
                  <a:srgbClr val="0860FF"/>
                </a:solidFill>
              </a:defRPr>
            </a:lvl8pPr>
            <a:lvl9pPr>
              <a:defRPr sz="24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60FF"/>
                </a:solidFill>
              </a:defRPr>
            </a:pPr>
            <a:r>
              <a:rPr sz="2475" b="1">
                <a:solidFill>
                  <a:srgbClr val="0860FF"/>
                </a:solidFill>
              </a:rPr>
              <a:t>Limitaciones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0FE87-B894-4148-AA0A-7CB6F6B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860FF"/>
                </a:solidFill>
              </a:defRPr>
            </a:defPPr>
            <a:lvl1pPr>
              <a:defRPr sz="2475" b="1">
                <a:solidFill>
                  <a:srgbClr val="0860FF"/>
                </a:solidFill>
              </a:defRPr>
            </a:lvl1pPr>
            <a:lvl2pPr>
              <a:defRPr sz="2475" b="1">
                <a:solidFill>
                  <a:srgbClr val="0860FF"/>
                </a:solidFill>
              </a:defRPr>
            </a:lvl2pPr>
            <a:lvl3pPr>
              <a:defRPr sz="2475" b="1">
                <a:solidFill>
                  <a:srgbClr val="0860FF"/>
                </a:solidFill>
              </a:defRPr>
            </a:lvl3pPr>
            <a:lvl4pPr>
              <a:defRPr sz="2475" b="1">
                <a:solidFill>
                  <a:srgbClr val="0860FF"/>
                </a:solidFill>
              </a:defRPr>
            </a:lvl4pPr>
            <a:lvl5pPr>
              <a:defRPr sz="2475" b="1">
                <a:solidFill>
                  <a:srgbClr val="0860FF"/>
                </a:solidFill>
              </a:defRPr>
            </a:lvl5pPr>
            <a:lvl6pPr>
              <a:defRPr sz="2475" b="1">
                <a:solidFill>
                  <a:srgbClr val="0860FF"/>
                </a:solidFill>
              </a:defRPr>
            </a:lvl6pPr>
            <a:lvl7pPr>
              <a:defRPr sz="2475" b="1">
                <a:solidFill>
                  <a:srgbClr val="0860FF"/>
                </a:solidFill>
              </a:defRPr>
            </a:lvl7pPr>
            <a:lvl8pPr>
              <a:defRPr sz="2475" b="1">
                <a:solidFill>
                  <a:srgbClr val="0860FF"/>
                </a:solidFill>
              </a:defRPr>
            </a:lvl8pPr>
            <a:lvl9pPr>
              <a:defRPr sz="2475" b="1">
                <a:solidFill>
                  <a:srgbClr val="0860FF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860FF"/>
                </a:solidFill>
              </a:defRPr>
            </a:pPr>
            <a:r>
              <a:rPr sz="2475" b="1">
                <a:solidFill>
                  <a:srgbClr val="0860FF"/>
                </a:solidFill>
              </a:rPr>
              <a:t>Futura versión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3DF41-7F8E-411E-8065-FF15EE33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61A35"/>
                </a:solidFill>
              </a:defRPr>
            </a:defPPr>
            <a:lvl1pPr>
              <a:defRPr sz="2025" b="0">
                <a:solidFill>
                  <a:srgbClr val="061A35"/>
                </a:solidFill>
              </a:defRPr>
            </a:lvl1pPr>
            <a:lvl2pPr>
              <a:defRPr sz="2025" b="0">
                <a:solidFill>
                  <a:srgbClr val="061A35"/>
                </a:solidFill>
              </a:defRPr>
            </a:lvl2pPr>
            <a:lvl3pPr>
              <a:defRPr sz="2025" b="0">
                <a:solidFill>
                  <a:srgbClr val="061A35"/>
                </a:solidFill>
              </a:defRPr>
            </a:lvl3pPr>
            <a:lvl4pPr>
              <a:defRPr sz="2025" b="0">
                <a:solidFill>
                  <a:srgbClr val="061A35"/>
                </a:solidFill>
              </a:defRPr>
            </a:lvl4pPr>
            <a:lvl5pPr>
              <a:defRPr sz="2025" b="0">
                <a:solidFill>
                  <a:srgbClr val="061A35"/>
                </a:solidFill>
              </a:defRPr>
            </a:lvl5pPr>
            <a:lvl6pPr>
              <a:defRPr sz="2025" b="0">
                <a:solidFill>
                  <a:srgbClr val="061A35"/>
                </a:solidFill>
              </a:defRPr>
            </a:lvl6pPr>
            <a:lvl7pPr>
              <a:defRPr sz="2025" b="0">
                <a:solidFill>
                  <a:srgbClr val="061A35"/>
                </a:solidFill>
              </a:defRPr>
            </a:lvl7pPr>
            <a:lvl8pPr>
              <a:defRPr sz="2025" b="0">
                <a:solidFill>
                  <a:srgbClr val="061A35"/>
                </a:solidFill>
              </a:defRPr>
            </a:lvl8pPr>
            <a:lvl9pPr>
              <a:defRPr sz="2025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Información reunida</a:t>
            </a:r>
          </a:p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Continuidad entre turnos</a:t>
            </a:r>
          </a:p>
          <a:p xmlns:a="http://schemas.openxmlformats.org/drawingml/2006/main">
            <a:pPr>
              <a:defRPr sz="2025" b="0">
                <a:solidFill>
                  <a:srgbClr val="061A35"/>
                </a:solidFill>
              </a:defRPr>
            </a:pPr>
            <a:r>
              <a:rPr sz="2025" b="0">
                <a:solidFill>
                  <a:srgbClr val="061A35"/>
                </a:solidFill>
              </a:rPr>
              <a:t>Gestión desde el celular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BE3A9-575A-49AF-953C-1524258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61A35"/>
                </a:solidFill>
              </a:defRPr>
            </a:defPPr>
            <a:lvl1pPr>
              <a:defRPr sz="1950" b="0">
                <a:solidFill>
                  <a:srgbClr val="061A35"/>
                </a:solidFill>
              </a:defRPr>
            </a:lvl1pPr>
            <a:lvl2pPr>
              <a:defRPr sz="1950" b="0">
                <a:solidFill>
                  <a:srgbClr val="061A35"/>
                </a:solidFill>
              </a:defRPr>
            </a:lvl2pPr>
            <a:lvl3pPr>
              <a:defRPr sz="1950" b="0">
                <a:solidFill>
                  <a:srgbClr val="061A35"/>
                </a:solidFill>
              </a:defRPr>
            </a:lvl3pPr>
            <a:lvl4pPr>
              <a:defRPr sz="1950" b="0">
                <a:solidFill>
                  <a:srgbClr val="061A35"/>
                </a:solidFill>
              </a:defRPr>
            </a:lvl4pPr>
            <a:lvl5pPr>
              <a:defRPr sz="1950" b="0">
                <a:solidFill>
                  <a:srgbClr val="061A35"/>
                </a:solidFill>
              </a:defRPr>
            </a:lvl5pPr>
            <a:lvl6pPr>
              <a:defRPr sz="1950" b="0">
                <a:solidFill>
                  <a:srgbClr val="061A35"/>
                </a:solidFill>
              </a:defRPr>
            </a:lvl6pPr>
            <a:lvl7pPr>
              <a:defRPr sz="1950" b="0">
                <a:solidFill>
                  <a:srgbClr val="061A35"/>
                </a:solidFill>
              </a:defRPr>
            </a:lvl7pPr>
            <a:lvl8pPr>
              <a:defRPr sz="1950" b="0">
                <a:solidFill>
                  <a:srgbClr val="061A35"/>
                </a:solidFill>
              </a:defRPr>
            </a:lvl8pPr>
            <a:lvl9pPr>
              <a:defRPr sz="1950" b="0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61A35"/>
                </a:solidFill>
              </a:defRPr>
            </a:pPr>
            <a:r>
              <a:rPr sz="1950" b="0">
                <a:solidFill>
                  <a:srgbClr val="061A35"/>
                </a:solidFill>
              </a:rPr>
              <a:t>Sin separación por comercio</a:t>
            </a:r>
          </a:p>
          <a:p xmlns:a="http://schemas.openxmlformats.org/drawingml/2006/main">
            <a:pPr>
              <a:defRPr sz="1950" b="0">
                <a:solidFill>
                  <a:srgbClr val="061A35"/>
                </a:solidFill>
              </a:defRPr>
            </a:pPr>
            <a:r>
              <a:rPr sz="1950" b="0">
                <a:solidFill>
                  <a:srgbClr val="061A35"/>
                </a:solidFill>
              </a:rPr>
              <a:t>Funciones con alcance inicial</a:t>
            </a:r>
          </a:p>
          <a:p xmlns:a="http://schemas.openxmlformats.org/drawingml/2006/main">
            <a:pPr>
              <a:defRPr sz="1950" b="0">
                <a:solidFill>
                  <a:srgbClr val="061A35"/>
                </a:solidFill>
              </a:defRPr>
            </a:pPr>
            <a:r>
              <a:rPr sz="1950" b="0">
                <a:solidFill>
                  <a:srgbClr val="061A35"/>
                </a:solidFill>
              </a:rPr>
              <a:t>Sin modo de trabajo offline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B3B2F-24FB-4DB7-A0E7-0FBE10C8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1A35"/>
                </a:solidFill>
              </a:defRPr>
            </a:defPPr>
            <a:lvl1pPr>
              <a:defRPr sz="1950" b="1">
                <a:solidFill>
                  <a:srgbClr val="061A35"/>
                </a:solidFill>
              </a:defRPr>
            </a:lvl1pPr>
            <a:lvl2pPr>
              <a:defRPr sz="1950" b="1">
                <a:solidFill>
                  <a:srgbClr val="061A35"/>
                </a:solidFill>
              </a:defRPr>
            </a:lvl2pPr>
            <a:lvl3pPr>
              <a:defRPr sz="1950" b="1">
                <a:solidFill>
                  <a:srgbClr val="061A35"/>
                </a:solidFill>
              </a:defRPr>
            </a:lvl3pPr>
            <a:lvl4pPr>
              <a:defRPr sz="1950" b="1">
                <a:solidFill>
                  <a:srgbClr val="061A35"/>
                </a:solidFill>
              </a:defRPr>
            </a:lvl4pPr>
            <a:lvl5pPr>
              <a:defRPr sz="1950" b="1">
                <a:solidFill>
                  <a:srgbClr val="061A35"/>
                </a:solidFill>
              </a:defRPr>
            </a:lvl5pPr>
            <a:lvl6pPr>
              <a:defRPr sz="1950" b="1">
                <a:solidFill>
                  <a:srgbClr val="061A35"/>
                </a:solidFill>
              </a:defRPr>
            </a:lvl6pPr>
            <a:lvl7pPr>
              <a:defRPr sz="1950" b="1">
                <a:solidFill>
                  <a:srgbClr val="061A35"/>
                </a:solidFill>
              </a:defRPr>
            </a:lvl7pPr>
            <a:lvl8pPr>
              <a:defRPr sz="1950" b="1">
                <a:solidFill>
                  <a:srgbClr val="061A35"/>
                </a:solidFill>
              </a:defRPr>
            </a:lvl8pPr>
            <a:lvl9pPr>
              <a:defRPr sz="1950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1A35"/>
                </a:solidFill>
              </a:defRPr>
            </a:pPr>
            <a:r>
              <a:rPr sz="1950" b="1">
                <a:solidFill>
                  <a:srgbClr val="061A35"/>
                </a:solidFill>
              </a:rPr>
              <a:t>Base propia por comercio</a:t>
            </a:r>
          </a:p>
          <a:p xmlns:a="http://schemas.openxmlformats.org/drawingml/2006/main">
            <a:pPr>
              <a:defRPr sz="1950" b="1">
                <a:solidFill>
                  <a:srgbClr val="061A35"/>
                </a:solidFill>
              </a:defRPr>
            </a:pPr>
            <a:r>
              <a:rPr sz="1950" b="1">
                <a:solidFill>
                  <a:srgbClr val="061A35"/>
                </a:solidFill>
              </a:rPr>
              <a:t>Mejora de funciones actuales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D98B4-06C5-45FE-8D7B-96C687F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B91"/>
                </a:solidFill>
              </a:defRPr>
            </a:defPPr>
            <a:lvl1pPr>
              <a:defRPr sz="1725" b="0">
                <a:solidFill>
                  <a:srgbClr val="536B91"/>
                </a:solidFill>
              </a:defRPr>
            </a:lvl1pPr>
            <a:lvl2pPr>
              <a:defRPr sz="1725" b="0">
                <a:solidFill>
                  <a:srgbClr val="536B91"/>
                </a:solidFill>
              </a:defRPr>
            </a:lvl2pPr>
            <a:lvl3pPr>
              <a:defRPr sz="1725" b="0">
                <a:solidFill>
                  <a:srgbClr val="536B91"/>
                </a:solidFill>
              </a:defRPr>
            </a:lvl3pPr>
            <a:lvl4pPr>
              <a:defRPr sz="1725" b="0">
                <a:solidFill>
                  <a:srgbClr val="536B91"/>
                </a:solidFill>
              </a:defRPr>
            </a:lvl4pPr>
            <a:lvl5pPr>
              <a:defRPr sz="1725" b="0">
                <a:solidFill>
                  <a:srgbClr val="536B91"/>
                </a:solidFill>
              </a:defRPr>
            </a:lvl5pPr>
            <a:lvl6pPr>
              <a:defRPr sz="1725" b="0">
                <a:solidFill>
                  <a:srgbClr val="536B91"/>
                </a:solidFill>
              </a:defRPr>
            </a:lvl6pPr>
            <a:lvl7pPr>
              <a:defRPr sz="1725" b="0">
                <a:solidFill>
                  <a:srgbClr val="536B91"/>
                </a:solidFill>
              </a:defRPr>
            </a:lvl7pPr>
            <a:lvl8pPr>
              <a:defRPr sz="1725" b="0">
                <a:solidFill>
                  <a:srgbClr val="536B91"/>
                </a:solidFill>
              </a:defRPr>
            </a:lvl8pPr>
            <a:lvl9pPr>
              <a:defRPr sz="1725" b="0">
                <a:solidFill>
                  <a:srgbClr val="536B91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B91"/>
                </a:solidFill>
              </a:defRPr>
            </a:pPr>
            <a:r>
              <a:rPr sz="1725" b="0">
                <a:solidFill>
                  <a:srgbClr val="536B91"/>
                </a:solidFill>
              </a:rPr>
              <a:t>Escaneo de códigos SKU</a:t>
            </a:r>
          </a:p>
          <a:p xmlns:a="http://schemas.openxmlformats.org/drawingml/2006/main">
            <a:pPr>
              <a:defRPr sz="1725" b="0">
                <a:solidFill>
                  <a:srgbClr val="536B91"/>
                </a:solidFill>
              </a:defRPr>
            </a:pPr>
            <a:r>
              <a:rPr sz="1725" b="0">
                <a:solidFill>
                  <a:srgbClr val="536B91"/>
                </a:solidFill>
              </a:rPr>
              <a:t>Operaciones sin conexión</a:t>
            </a:r>
          </a:p>
          <a:p xmlns:a="http://schemas.openxmlformats.org/drawingml/2006/main">
            <a:pPr>
              <a:defRPr sz="1725" b="0">
                <a:solidFill>
                  <a:srgbClr val="536B91"/>
                </a:solidFill>
              </a:defRPr>
            </a:pPr>
            <a:r>
              <a:rPr sz="1725" b="0">
                <a:solidFill>
                  <a:srgbClr val="536B91"/>
                </a:solidFill>
              </a:rPr>
              <a:t>Productos sin ventas recientes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66F42-9F5E-4E65-9A4A-E496C974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690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61A35"/>
                </a:solidFill>
              </a:defRPr>
            </a:defPPr>
            <a:lvl1pPr>
              <a:defRPr sz="2775" b="1">
                <a:solidFill>
                  <a:srgbClr val="061A35"/>
                </a:solidFill>
              </a:defRPr>
            </a:lvl1pPr>
            <a:lvl2pPr>
              <a:defRPr sz="2775" b="1">
                <a:solidFill>
                  <a:srgbClr val="061A35"/>
                </a:solidFill>
              </a:defRPr>
            </a:lvl2pPr>
            <a:lvl3pPr>
              <a:defRPr sz="2775" b="1">
                <a:solidFill>
                  <a:srgbClr val="061A35"/>
                </a:solidFill>
              </a:defRPr>
            </a:lvl3pPr>
            <a:lvl4pPr>
              <a:defRPr sz="2775" b="1">
                <a:solidFill>
                  <a:srgbClr val="061A35"/>
                </a:solidFill>
              </a:defRPr>
            </a:lvl4pPr>
            <a:lvl5pPr>
              <a:defRPr sz="2775" b="1">
                <a:solidFill>
                  <a:srgbClr val="061A35"/>
                </a:solidFill>
              </a:defRPr>
            </a:lvl5pPr>
            <a:lvl6pPr>
              <a:defRPr sz="2775" b="1">
                <a:solidFill>
                  <a:srgbClr val="061A35"/>
                </a:solidFill>
              </a:defRPr>
            </a:lvl6pPr>
            <a:lvl7pPr>
              <a:defRPr sz="2775" b="1">
                <a:solidFill>
                  <a:srgbClr val="061A35"/>
                </a:solidFill>
              </a:defRPr>
            </a:lvl7pPr>
            <a:lvl8pPr>
              <a:defRPr sz="2775" b="1">
                <a:solidFill>
                  <a:srgbClr val="061A35"/>
                </a:solidFill>
              </a:defRPr>
            </a:lvl8pPr>
            <a:lvl9pPr>
              <a:defRPr sz="2775" b="1">
                <a:solidFill>
                  <a:srgbClr val="061A35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61A35"/>
                </a:solidFill>
              </a:defRPr>
            </a:pPr>
            <a:r>
              <a:rPr sz="2775" b="1">
                <a:solidFill>
                  <a:srgbClr val="061A35"/>
                </a:solidFill>
              </a:rPr>
              <a:t>Gracias · ¿Preguntas?</a:t>
            </a:r>
          </a:p>
        </p:txBody>
      </p:sp>
    </p:spTree>
    <p:extLst>
      <p:ext uri="{BB962C8B-B14F-4D97-AF65-F5344CB8AC3E}">
        <p14:creationId xmlns:p14="http://schemas.microsoft.com/office/powerpoint/2010/main" val="1910762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2026-10-30T02:17:09.0310000Z</dcterms:created>
  <dcterms:modified xsi:type="dcterms:W3CDTF">2026-10-30T02:17:09.0310000Z</dcterms:modified>
</coreProperties>
</file>