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0ad41bb70b4b45" /><Relationship Type="http://schemas.openxmlformats.org/officeDocument/2006/relationships/extended-properties" Target="/docProps/app.xml" Id="Rbd2f9f01504e497b" /><Relationship Type="http://schemas.openxmlformats.org/officeDocument/2006/relationships/officeDocument" Target="/ppt/presentation.xml" Id="R00b15084fc43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c77fa28d584c23"/>
  </p:sldMasterIdLst>
  <p:notesMasterIdLst>
    <p:notesMasterId xmlns:r="http://schemas.openxmlformats.org/officeDocument/2006/relationships" r:id="R59cd4f255bfd4d1f"/>
  </p:notesMasterIdLst>
  <p:sldIdLst>
    <p:sldId xmlns:r="http://schemas.openxmlformats.org/officeDocument/2006/relationships" id="256" r:id="Rddfe0396b745451d"/>
    <p:sldId xmlns:r="http://schemas.openxmlformats.org/officeDocument/2006/relationships" id="257" r:id="R77f97b9e5cc34805"/>
    <p:sldId xmlns:r="http://schemas.openxmlformats.org/officeDocument/2006/relationships" id="258" r:id="R66f25d8048064d3d"/>
    <p:sldId xmlns:r="http://schemas.openxmlformats.org/officeDocument/2006/relationships" id="259" r:id="R9e4d5e1aab504c81"/>
    <p:sldId xmlns:r="http://schemas.openxmlformats.org/officeDocument/2006/relationships" id="260" r:id="R23de9e6be51b4b7d"/>
    <p:sldId xmlns:r="http://schemas.openxmlformats.org/officeDocument/2006/relationships" id="261" r:id="Ra7fbe831f586429f"/>
    <p:sldId xmlns:r="http://schemas.openxmlformats.org/officeDocument/2006/relationships" id="262" r:id="R46d915f49c7247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35c3908114158" /><Relationship Type="http://schemas.openxmlformats.org/officeDocument/2006/relationships/slideMaster" Target="/ppt/slideMasters/slideMaster1.xml" Id="R54c77fa28d584c23" /><Relationship Type="http://schemas.openxmlformats.org/officeDocument/2006/relationships/notesMaster" Target="/ppt/notesMasters/notesMaster1.xml" Id="R59cd4f255bfd4d1f" /><Relationship Type="http://schemas.openxmlformats.org/officeDocument/2006/relationships/presProps" Target="/ppt/presProps.xml" Id="R823bef18c255464d" /><Relationship Type="http://schemas.openxmlformats.org/officeDocument/2006/relationships/tableStyles" Target="/ppt/tableStyles.xml" Id="R8f48f209a58c4289" /><Relationship Type="http://schemas.openxmlformats.org/officeDocument/2006/relationships/slide" Target="/ppt/slides/slide1.xml" Id="Rddfe0396b745451d" /><Relationship Type="http://schemas.openxmlformats.org/officeDocument/2006/relationships/slide" Target="/ppt/slides/slide2.xml" Id="R77f97b9e5cc34805" /><Relationship Type="http://schemas.openxmlformats.org/officeDocument/2006/relationships/slide" Target="/ppt/slides/slide3.xml" Id="R66f25d8048064d3d" /><Relationship Type="http://schemas.openxmlformats.org/officeDocument/2006/relationships/slide" Target="/ppt/slides/slide4.xml" Id="R9e4d5e1aab504c81" /><Relationship Type="http://schemas.openxmlformats.org/officeDocument/2006/relationships/slide" Target="/ppt/slides/slide5.xml" Id="R23de9e6be51b4b7d" /><Relationship Type="http://schemas.openxmlformats.org/officeDocument/2006/relationships/slide" Target="/ppt/slides/slide6.xml" Id="Ra7fbe831f586429f" /><Relationship Type="http://schemas.openxmlformats.org/officeDocument/2006/relationships/slide" Target="/ppt/slides/slide7.xml" Id="R46d915f49c7247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5aa8a9aa334e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abdc1dc5804990" /><Relationship Type="http://schemas.openxmlformats.org/officeDocument/2006/relationships/notesMaster" Target="/ppt/notesMasters/notesMaster1.xml" Id="R7b799581cad047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a00efd791e468b" /><Relationship Type="http://schemas.openxmlformats.org/officeDocument/2006/relationships/notesMaster" Target="/ppt/notesMasters/notesMaster1.xml" Id="R02a17905201849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203660dc504fba" /><Relationship Type="http://schemas.openxmlformats.org/officeDocument/2006/relationships/notesMaster" Target="/ppt/notesMasters/notesMaster1.xml" Id="R9c23eb6f9a2040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befa072f6843b3" /><Relationship Type="http://schemas.openxmlformats.org/officeDocument/2006/relationships/notesMaster" Target="/ppt/notesMasters/notesMaster1.xml" Id="R123b4f7aacb948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f4656922834b6c" /><Relationship Type="http://schemas.openxmlformats.org/officeDocument/2006/relationships/notesMaster" Target="/ppt/notesMasters/notesMaster1.xml" Id="Re04a3221c4814e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bfa0b2de6f433d" /><Relationship Type="http://schemas.openxmlformats.org/officeDocument/2006/relationships/notesMaster" Target="/ppt/notesMasters/notesMaster1.xml" Id="Rd8821a24c6984d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7f6b7e33fa47a5" /><Relationship Type="http://schemas.openxmlformats.org/officeDocument/2006/relationships/notesMaster" Target="/ppt/notesMasters/notesMaster1.xml" Id="R4fc7ac14acb9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Presentación</a:t>
            </a:r>
          </a:p>
          <a:p xmlns:a="http://schemas.openxmlformats.org/drawingml/2006/main">
            <a:r>
              <a:t>Tiempo: 0:30. Expositor sugerido: Lautaro.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Somos Lautaro y Mariano. Desarrollamos Almacén de Bolsillo para organizar la actividad cotidiana de pequeños comercios desde el celular. Para mostrar qué resuelve, vamos a seguir un caso ficticio y recorrer una compra y una venta. La portada contiene textos y formas editables y capturas reales de Dashboard y Productos, insertadas como imágenes independientes que pueden reemplazarse.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proyecto: README.md; docs/GuiaDePantallas.md.</a:t>
            </a:r>
          </a:p>
          <a:p xmlns:a="http://schemas.openxmlformats.org/drawingml/2006/main">
            <a:r>
              <a:t>Caso de Juan y cantidades: ejemplo ficticio para la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2. Ilustración ficticia creada con imagegen: un empleado y Juan en momentos diferentes, una persona por turno. Recursos editables: todos los títulos, preguntas y explicaciones. La ilustración se puede reemplazar como imagen independiente.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3. Mapa de valor en tres recorridos verticales: dificultad, respuesta y utilidad. Capturas reales de ventas, productos y turnos del repositorio. Para Juan y otros comercios de barrio: registros y turnos en una misma herramienta.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Espacio reservado para el video local del punto 4. Guion-de-defensa.md, apartado PowerPoint.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Espacio reservado para el video local del punto 5. Guion-de-defensa.md, apartado PowerPoint.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6. Recorrer las capas en orden. Prisma se menciona oralmente. Apoyar facilidad de uso en la captura real de nueva venta. Son objetivos de diseño e impacto social, no resultados certificados ni medidos.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7. Base propia por comercio: propuesta multi tenant futura. Captura real de dashboard oscuro. Recuperar a Juan al cerrar. Diferenciar el aporte del proyecto y el impacto esperado de las mejoras propuestas.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8bab3980844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6f5e04c2941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19798a71b4b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a00c2543742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e4b2592f84c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db299b14c49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795947-1538-42FF-B6A9-CF1F08234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0FFDA6-0D05-46D3-A01C-16EF93B44E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F6D394-4EFA-4024-87CE-57ADF07B82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E6DF1C-CF0F-4D41-8337-B8EE77A11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FCFEAF-CEDC-4360-864E-4FE2E7E72C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D9DF52-46F1-4F35-B149-1DF2CE38A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D91B20-BA81-42FD-9B25-30776C3437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A8E848-663B-408C-AC22-CA2AC5BC55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3BAB1F-BAA1-4159-BFCE-19A428E53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FC6531-A2A9-4762-868C-89D6CD862D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7ec1d5b50f4935" /><Relationship Type="http://schemas.openxmlformats.org/officeDocument/2006/relationships/slideLayout" Target="/ppt/slideLayouts/slideLayout1.xml" Id="R6bb5ab8f3fa64fe5" /><Relationship Type="http://schemas.openxmlformats.org/officeDocument/2006/relationships/slideLayout" Target="/ppt/slideLayouts/slideLayout2.xml" Id="R38d2ffa1acb84b78" /><Relationship Type="http://schemas.openxmlformats.org/officeDocument/2006/relationships/slideLayout" Target="/ppt/slideLayouts/slideLayout3.xml" Id="R3c901585c13e4786" /><Relationship Type="http://schemas.openxmlformats.org/officeDocument/2006/relationships/slideLayout" Target="/ppt/slideLayouts/slideLayout4.xml" Id="R5bfa8cc768a24401" /><Relationship Type="http://schemas.openxmlformats.org/officeDocument/2006/relationships/slideLayout" Target="/ppt/slideLayouts/slideLayout5.xml" Id="R398927731dd442e8" /><Relationship Type="http://schemas.openxmlformats.org/officeDocument/2006/relationships/slideLayout" Target="/ppt/slideLayouts/slideLayout6.xml" Id="R3b6922c5ea9f40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5ab8f3fa64fe5"/>
    <p:sldLayoutId xmlns:r="http://schemas.openxmlformats.org/officeDocument/2006/relationships" id="2147483650" r:id="R38d2ffa1acb84b78"/>
    <p:sldLayoutId xmlns:r="http://schemas.openxmlformats.org/officeDocument/2006/relationships" id="2147483651" r:id="R3c901585c13e4786"/>
    <p:sldLayoutId xmlns:r="http://schemas.openxmlformats.org/officeDocument/2006/relationships" id="2147483652" r:id="R5bfa8cc768a24401"/>
    <p:sldLayoutId xmlns:r="http://schemas.openxmlformats.org/officeDocument/2006/relationships" id="2147483653" r:id="R398927731dd442e8"/>
    <p:sldLayoutId xmlns:r="http://schemas.openxmlformats.org/officeDocument/2006/relationships" id="2147483654" r:id="R3b6922c5ea9f40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7cbca65ba4bef" /><Relationship Type="http://schemas.openxmlformats.org/officeDocument/2006/relationships/image" Target="/ppt/media/image.png" Id="R15070f9c5e204a05" /><Relationship Type="http://schemas.openxmlformats.org/officeDocument/2006/relationships/image" Target="/ppt/media/image2.png" Id="Ra33bb461eaf74c62" /><Relationship Type="http://schemas.openxmlformats.org/officeDocument/2006/relationships/notesSlide" Target="/ppt/notesSlides/notesSlide1.xml" Id="R5cab73cf402b47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635ab66b5340ce" /><Relationship Type="http://schemas.openxmlformats.org/officeDocument/2006/relationships/image" Target="/ppt/media/image3.png" Id="R316a14d60ee645f7" /><Relationship Type="http://schemas.openxmlformats.org/officeDocument/2006/relationships/notesSlide" Target="/ppt/notesSlides/notesSlide2.xml" Id="Rd681ce69b8014b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331d7b42c4cad" /><Relationship Type="http://schemas.openxmlformats.org/officeDocument/2006/relationships/image" Target="/ppt/media/image4.png" Id="Re56bc94b5f0a423b" /><Relationship Type="http://schemas.openxmlformats.org/officeDocument/2006/relationships/image" Target="/ppt/media/image5.png" Id="R4e0473098de74c24" /><Relationship Type="http://schemas.openxmlformats.org/officeDocument/2006/relationships/image" Target="/ppt/media/image6.png" Id="R718097d202824a35" /><Relationship Type="http://schemas.openxmlformats.org/officeDocument/2006/relationships/notesSlide" Target="/ppt/notesSlides/notesSlide3.xml" Id="R709f88cbec234c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ccfba81fa4f0e" /><Relationship Type="http://schemas.openxmlformats.org/officeDocument/2006/relationships/notesSlide" Target="/ppt/notesSlides/notesSlide4.xml" Id="Rfeadb3a7a16249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09f349ad1e4a65" /><Relationship Type="http://schemas.openxmlformats.org/officeDocument/2006/relationships/notesSlide" Target="/ppt/notesSlides/notesSlide5.xml" Id="R28d80c60f65b4e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0b70fc0b64323" /><Relationship Type="http://schemas.openxmlformats.org/officeDocument/2006/relationships/image" Target="/ppt/media/image7.png" Id="R60f49d02da33464c" /><Relationship Type="http://schemas.openxmlformats.org/officeDocument/2006/relationships/notesSlide" Target="/ppt/notesSlides/notesSlide6.xml" Id="R0dd8c2bd06554e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6e59b5897445f" /><Relationship Type="http://schemas.openxmlformats.org/officeDocument/2006/relationships/image" Target="/ppt/media/image8.png" Id="R043e82d26e15460d" /><Relationship Type="http://schemas.openxmlformats.org/officeDocument/2006/relationships/notesSlide" Target="/ppt/notesSlides/notesSlide7.xml" Id="R45a002a1a39140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27355C-7BE0-4444-B9BB-5973C146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-1238250"/>
            <a:ext cx="8096250" cy="823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F954F-AC5D-4177-BD46-E06ADD0A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-952500"/>
            <a:ext cx="70485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D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C2CA4-C54A-4241-B7AC-4D73B059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33450"/>
            <a:ext cx="5048250" cy="500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4FE08-5347-4F9E-9400-BA050AF2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4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9FE8A-4627-4B81-B36A-96F8804D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73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8407C-D0A2-4B7D-B7D6-A54AB5B5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6477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061A35"/>
                </a:solidFill>
              </a:defRPr>
            </a:defPPr>
            <a:lvl1pPr>
              <a:defRPr sz="8400" b="1">
                <a:solidFill>
                  <a:srgbClr val="061A35"/>
                </a:solidFill>
              </a:defRPr>
            </a:lvl1pPr>
            <a:lvl2pPr>
              <a:defRPr sz="8400" b="1">
                <a:solidFill>
                  <a:srgbClr val="061A35"/>
                </a:solidFill>
              </a:defRPr>
            </a:lvl2pPr>
            <a:lvl3pPr>
              <a:defRPr sz="8400" b="1">
                <a:solidFill>
                  <a:srgbClr val="061A35"/>
                </a:solidFill>
              </a:defRPr>
            </a:lvl3pPr>
            <a:lvl4pPr>
              <a:defRPr sz="8400" b="1">
                <a:solidFill>
                  <a:srgbClr val="061A35"/>
                </a:solidFill>
              </a:defRPr>
            </a:lvl4pPr>
            <a:lvl5pPr>
              <a:defRPr sz="8400" b="1">
                <a:solidFill>
                  <a:srgbClr val="061A35"/>
                </a:solidFill>
              </a:defRPr>
            </a:lvl5pPr>
            <a:lvl6pPr>
              <a:defRPr sz="8400" b="1">
                <a:solidFill>
                  <a:srgbClr val="061A35"/>
                </a:solidFill>
              </a:defRPr>
            </a:lvl6pPr>
            <a:lvl7pPr>
              <a:defRPr sz="8400" b="1">
                <a:solidFill>
                  <a:srgbClr val="061A35"/>
                </a:solidFill>
              </a:defRPr>
            </a:lvl7pPr>
            <a:lvl8pPr>
              <a:defRPr sz="8400" b="1">
                <a:solidFill>
                  <a:srgbClr val="061A35"/>
                </a:solidFill>
              </a:defRPr>
            </a:lvl8pPr>
            <a:lvl9pPr>
              <a:defRPr sz="84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061A35"/>
                </a:solidFill>
              </a:defRPr>
            </a:pPr>
            <a:r>
              <a:rPr sz="8400" b="1">
                <a:solidFill>
                  <a:srgbClr val="061A35"/>
                </a:solidFill>
              </a:rPr>
              <a:t>Almacén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AD682-E671-4A10-8C07-C8269D2C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47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650" b="1">
                <a:solidFill>
                  <a:srgbClr val="0860FF"/>
                </a:solidFill>
              </a:defRPr>
            </a:defPPr>
            <a:lvl1pPr>
              <a:defRPr sz="7650" b="1">
                <a:solidFill>
                  <a:srgbClr val="0860FF"/>
                </a:solidFill>
              </a:defRPr>
            </a:lvl1pPr>
            <a:lvl2pPr>
              <a:defRPr sz="7650" b="1">
                <a:solidFill>
                  <a:srgbClr val="0860FF"/>
                </a:solidFill>
              </a:defRPr>
            </a:lvl2pPr>
            <a:lvl3pPr>
              <a:defRPr sz="7650" b="1">
                <a:solidFill>
                  <a:srgbClr val="0860FF"/>
                </a:solidFill>
              </a:defRPr>
            </a:lvl3pPr>
            <a:lvl4pPr>
              <a:defRPr sz="7650" b="1">
                <a:solidFill>
                  <a:srgbClr val="0860FF"/>
                </a:solidFill>
              </a:defRPr>
            </a:lvl4pPr>
            <a:lvl5pPr>
              <a:defRPr sz="7650" b="1">
                <a:solidFill>
                  <a:srgbClr val="0860FF"/>
                </a:solidFill>
              </a:defRPr>
            </a:lvl5pPr>
            <a:lvl6pPr>
              <a:defRPr sz="7650" b="1">
                <a:solidFill>
                  <a:srgbClr val="0860FF"/>
                </a:solidFill>
              </a:defRPr>
            </a:lvl6pPr>
            <a:lvl7pPr>
              <a:defRPr sz="7650" b="1">
                <a:solidFill>
                  <a:srgbClr val="0860FF"/>
                </a:solidFill>
              </a:defRPr>
            </a:lvl7pPr>
            <a:lvl8pPr>
              <a:defRPr sz="7650" b="1">
                <a:solidFill>
                  <a:srgbClr val="0860FF"/>
                </a:solidFill>
              </a:defRPr>
            </a:lvl8pPr>
            <a:lvl9pPr>
              <a:defRPr sz="76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7650" b="1">
                <a:solidFill>
                  <a:srgbClr val="0860FF"/>
                </a:solidFill>
              </a:defRPr>
            </a:pPr>
            <a:r>
              <a:rPr sz="7650" b="1">
                <a:solidFill>
                  <a:srgbClr val="0860FF"/>
                </a:solidFill>
              </a:rPr>
              <a:t>de bolsillo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07AAD-840E-415B-BBE1-2624661A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536B91"/>
                </a:solidFill>
              </a:defRPr>
            </a:defPPr>
            <a:lvl1pPr>
              <a:defRPr sz="2550" b="1">
                <a:solidFill>
                  <a:srgbClr val="536B91"/>
                </a:solidFill>
              </a:defRPr>
            </a:lvl1pPr>
            <a:lvl2pPr>
              <a:defRPr sz="2550" b="1">
                <a:solidFill>
                  <a:srgbClr val="536B91"/>
                </a:solidFill>
              </a:defRPr>
            </a:lvl2pPr>
            <a:lvl3pPr>
              <a:defRPr sz="2550" b="1">
                <a:solidFill>
                  <a:srgbClr val="536B91"/>
                </a:solidFill>
              </a:defRPr>
            </a:lvl3pPr>
            <a:lvl4pPr>
              <a:defRPr sz="2550" b="1">
                <a:solidFill>
                  <a:srgbClr val="536B91"/>
                </a:solidFill>
              </a:defRPr>
            </a:lvl4pPr>
            <a:lvl5pPr>
              <a:defRPr sz="2550" b="1">
                <a:solidFill>
                  <a:srgbClr val="536B91"/>
                </a:solidFill>
              </a:defRPr>
            </a:lvl5pPr>
            <a:lvl6pPr>
              <a:defRPr sz="2550" b="1">
                <a:solidFill>
                  <a:srgbClr val="536B91"/>
                </a:solidFill>
              </a:defRPr>
            </a:lvl6pPr>
            <a:lvl7pPr>
              <a:defRPr sz="2550" b="1">
                <a:solidFill>
                  <a:srgbClr val="536B91"/>
                </a:solidFill>
              </a:defRPr>
            </a:lvl7pPr>
            <a:lvl8pPr>
              <a:defRPr sz="2550" b="1">
                <a:solidFill>
                  <a:srgbClr val="536B91"/>
                </a:solidFill>
              </a:defRPr>
            </a:lvl8pPr>
            <a:lvl9pPr>
              <a:defRPr sz="2550" b="1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36B91"/>
                </a:solidFill>
              </a:defRPr>
            </a:pPr>
            <a:r>
              <a:rPr sz="2550" b="1">
                <a:solidFill>
                  <a:srgbClr val="536B91"/>
                </a:solidFill>
              </a:rPr>
              <a:t>Presentación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9C26D-46BC-4DED-8D9A-AC75D37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38550"/>
            <a:ext cx="53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72444-E992-4281-8ED9-DB391D23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61A35"/>
                </a:solidFill>
              </a:defRPr>
            </a:defPPr>
            <a:lvl1pPr>
              <a:defRPr sz="1650" b="0">
                <a:solidFill>
                  <a:srgbClr val="061A35"/>
                </a:solidFill>
              </a:defRPr>
            </a:lvl1pPr>
            <a:lvl2pPr>
              <a:defRPr sz="1650" b="0">
                <a:solidFill>
                  <a:srgbClr val="061A35"/>
                </a:solidFill>
              </a:defRPr>
            </a:lvl2pPr>
            <a:lvl3pPr>
              <a:defRPr sz="1650" b="0">
                <a:solidFill>
                  <a:srgbClr val="061A35"/>
                </a:solidFill>
              </a:defRPr>
            </a:lvl3pPr>
            <a:lvl4pPr>
              <a:defRPr sz="1650" b="0">
                <a:solidFill>
                  <a:srgbClr val="061A35"/>
                </a:solidFill>
              </a:defRPr>
            </a:lvl4pPr>
            <a:lvl5pPr>
              <a:defRPr sz="1650" b="0">
                <a:solidFill>
                  <a:srgbClr val="061A35"/>
                </a:solidFill>
              </a:defRPr>
            </a:lvl5pPr>
            <a:lvl6pPr>
              <a:defRPr sz="1650" b="0">
                <a:solidFill>
                  <a:srgbClr val="061A35"/>
                </a:solidFill>
              </a:defRPr>
            </a:lvl6pPr>
            <a:lvl7pPr>
              <a:defRPr sz="1650" b="0">
                <a:solidFill>
                  <a:srgbClr val="061A35"/>
                </a:solidFill>
              </a:defRPr>
            </a:lvl7pPr>
            <a:lvl8pPr>
              <a:defRPr sz="1650" b="0">
                <a:solidFill>
                  <a:srgbClr val="061A35"/>
                </a:solidFill>
              </a:defRPr>
            </a:lvl8pPr>
            <a:lvl9pPr>
              <a:defRPr sz="165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61A35"/>
                </a:solidFill>
              </a:defRPr>
            </a:pPr>
            <a:r>
              <a:rPr sz="1650" b="0">
                <a:solidFill>
                  <a:srgbClr val="061A35"/>
                </a:solidFill>
              </a:rPr>
              <a:t>App móvil multiplataforma desarrollada con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C4378-ED5C-42F3-A6B9-73795884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60FF"/>
                </a:solidFill>
              </a:defRPr>
            </a:defPPr>
            <a:lvl1pPr>
              <a:defRPr sz="1725" b="1">
                <a:solidFill>
                  <a:srgbClr val="0860FF"/>
                </a:solidFill>
              </a:defRPr>
            </a:lvl1pPr>
            <a:lvl2pPr>
              <a:defRPr sz="1725" b="1">
                <a:solidFill>
                  <a:srgbClr val="0860FF"/>
                </a:solidFill>
              </a:defRPr>
            </a:lvl2pPr>
            <a:lvl3pPr>
              <a:defRPr sz="1725" b="1">
                <a:solidFill>
                  <a:srgbClr val="0860FF"/>
                </a:solidFill>
              </a:defRPr>
            </a:lvl3pPr>
            <a:lvl4pPr>
              <a:defRPr sz="1725" b="1">
                <a:solidFill>
                  <a:srgbClr val="0860FF"/>
                </a:solidFill>
              </a:defRPr>
            </a:lvl4pPr>
            <a:lvl5pPr>
              <a:defRPr sz="1725" b="1">
                <a:solidFill>
                  <a:srgbClr val="0860FF"/>
                </a:solidFill>
              </a:defRPr>
            </a:lvl5pPr>
            <a:lvl6pPr>
              <a:defRPr sz="1725" b="1">
                <a:solidFill>
                  <a:srgbClr val="0860FF"/>
                </a:solidFill>
              </a:defRPr>
            </a:lvl6pPr>
            <a:lvl7pPr>
              <a:defRPr sz="1725" b="1">
                <a:solidFill>
                  <a:srgbClr val="0860FF"/>
                </a:solidFill>
              </a:defRPr>
            </a:lvl7pPr>
            <a:lvl8pPr>
              <a:defRPr sz="1725" b="1">
                <a:solidFill>
                  <a:srgbClr val="0860FF"/>
                </a:solidFill>
              </a:defRPr>
            </a:lvl8pPr>
            <a:lvl9pPr>
              <a:defRPr sz="172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60FF"/>
                </a:solidFill>
              </a:defRPr>
            </a:pPr>
            <a:r>
              <a:rPr sz="1725" b="1">
                <a:solidFill>
                  <a:srgbClr val="0860FF"/>
                </a:solidFill>
              </a:rPr>
              <a:t>React Native + Expo,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A42C4-E766-443E-8BE6-ACC11E78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33850"/>
            <a:ext cx="3952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B91"/>
                </a:solidFill>
              </a:defRPr>
            </a:defPPr>
            <a:lvl1pPr>
              <a:defRPr sz="1575" b="0">
                <a:solidFill>
                  <a:srgbClr val="536B91"/>
                </a:solidFill>
              </a:defRPr>
            </a:lvl1pPr>
            <a:lvl2pPr>
              <a:defRPr sz="1575" b="0">
                <a:solidFill>
                  <a:srgbClr val="536B91"/>
                </a:solidFill>
              </a:defRPr>
            </a:lvl2pPr>
            <a:lvl3pPr>
              <a:defRPr sz="1575" b="0">
                <a:solidFill>
                  <a:srgbClr val="536B91"/>
                </a:solidFill>
              </a:defRPr>
            </a:lvl3pPr>
            <a:lvl4pPr>
              <a:defRPr sz="1575" b="0">
                <a:solidFill>
                  <a:srgbClr val="536B91"/>
                </a:solidFill>
              </a:defRPr>
            </a:lvl4pPr>
            <a:lvl5pPr>
              <a:defRPr sz="1575" b="0">
                <a:solidFill>
                  <a:srgbClr val="536B91"/>
                </a:solidFill>
              </a:defRPr>
            </a:lvl5pPr>
            <a:lvl6pPr>
              <a:defRPr sz="1575" b="0">
                <a:solidFill>
                  <a:srgbClr val="536B91"/>
                </a:solidFill>
              </a:defRPr>
            </a:lvl6pPr>
            <a:lvl7pPr>
              <a:defRPr sz="1575" b="0">
                <a:solidFill>
                  <a:srgbClr val="536B91"/>
                </a:solidFill>
              </a:defRPr>
            </a:lvl7pPr>
            <a:lvl8pPr>
              <a:defRPr sz="1575" b="0">
                <a:solidFill>
                  <a:srgbClr val="536B91"/>
                </a:solidFill>
              </a:defRPr>
            </a:lvl8pPr>
            <a:lvl9pPr>
              <a:defRPr sz="157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B91"/>
                </a:solidFill>
              </a:defRPr>
            </a:pPr>
            <a:r>
              <a:rPr sz="1575" b="0">
                <a:solidFill>
                  <a:srgbClr val="536B91"/>
                </a:solidFill>
              </a:rPr>
              <a:t>compatible con dispositivos móviles.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DD0E2-14CE-493E-8124-DC9E9E84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B7193-FD95-4EEF-BB7C-D98287BE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61C57-7569-4D86-A007-DC6E5BE5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C4589-BDE2-410B-B441-8761A7B4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006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7E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BD959-0FA3-4447-9C4C-43E22C9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7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95526-7553-4DDC-A705-90D1209C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19650"/>
            <a:ext cx="171450" cy="27622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0860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28C17-3227-4D63-A972-F502DE7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3810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52CC5-8376-44D8-B620-5B929BED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86845-8E45-4EFB-A6A5-2D74B23F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19650"/>
            <a:ext cx="171450" cy="27622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0860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F23E4-F876-4977-9AEA-138018C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48250"/>
            <a:ext cx="3810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CB6C87-6422-4652-B0B6-791F4067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38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D64B7-F44D-4656-9AD4-4CE6E3C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29175"/>
            <a:ext cx="2667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21908">
            <a:solidFill>
              <a:srgbClr val="0860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77A1D-0455-41AD-BD22-3FFFDAFB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95850"/>
            <a:ext cx="2667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21908">
            <a:solidFill>
              <a:srgbClr val="0860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D7DBF-0A00-4D8C-B40B-6FDD0DF6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62525"/>
            <a:ext cx="2667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21908">
            <a:solidFill>
              <a:srgbClr val="0860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8711F-5671-4276-8C6F-FE8E4622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743450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100%</a:t>
            </a:r>
          </a:p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Móvil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8B502A-33F4-4B96-88BB-426E9137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61A35"/>
                </a:solidFill>
              </a:defRPr>
            </a:defPPr>
            <a:lvl1pPr>
              <a:defRPr sz="1425" b="1">
                <a:solidFill>
                  <a:srgbClr val="061A35"/>
                </a:solidFill>
              </a:defRPr>
            </a:lvl1pPr>
            <a:lvl2pPr>
              <a:defRPr sz="1425" b="1">
                <a:solidFill>
                  <a:srgbClr val="061A35"/>
                </a:solidFill>
              </a:defRPr>
            </a:lvl2pPr>
            <a:lvl3pPr>
              <a:defRPr sz="1425" b="1">
                <a:solidFill>
                  <a:srgbClr val="061A35"/>
                </a:solidFill>
              </a:defRPr>
            </a:lvl3pPr>
            <a:lvl4pPr>
              <a:defRPr sz="1425" b="1">
                <a:solidFill>
                  <a:srgbClr val="061A35"/>
                </a:solidFill>
              </a:defRPr>
            </a:lvl4pPr>
            <a:lvl5pPr>
              <a:defRPr sz="1425" b="1">
                <a:solidFill>
                  <a:srgbClr val="061A35"/>
                </a:solidFill>
              </a:defRPr>
            </a:lvl5pPr>
            <a:lvl6pPr>
              <a:defRPr sz="1425" b="1">
                <a:solidFill>
                  <a:srgbClr val="061A35"/>
                </a:solidFill>
              </a:defRPr>
            </a:lvl6pPr>
            <a:lvl7pPr>
              <a:defRPr sz="1425" b="1">
                <a:solidFill>
                  <a:srgbClr val="061A35"/>
                </a:solidFill>
              </a:defRPr>
            </a:lvl7pPr>
            <a:lvl8pPr>
              <a:defRPr sz="1425" b="1">
                <a:solidFill>
                  <a:srgbClr val="061A35"/>
                </a:solidFill>
              </a:defRPr>
            </a:lvl8pPr>
            <a:lvl9pPr>
              <a:defRPr sz="14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61A35"/>
                </a:solidFill>
              </a:defRPr>
            </a:pPr>
            <a:r>
              <a:rPr sz="1425" b="1">
                <a:solidFill>
                  <a:srgbClr val="061A35"/>
                </a:solidFill>
              </a:rPr>
              <a:t>React Native</a:t>
            </a:r>
          </a:p>
          <a:p xmlns:a="http://schemas.openxmlformats.org/drawingml/2006/main">
            <a:pPr>
              <a:defRPr sz="1425" b="1">
                <a:solidFill>
                  <a:srgbClr val="061A35"/>
                </a:solidFill>
              </a:defRPr>
            </a:pPr>
            <a:r>
              <a:rPr sz="1425" b="1">
                <a:solidFill>
                  <a:srgbClr val="061A35"/>
                </a:solidFill>
              </a:rPr>
              <a:t>+ Expo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ACFDC-6E2E-4126-A391-06A54F9B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43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Compatible</a:t>
            </a:r>
          </a:p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Android e iOS</a:t>
            </a:r>
          </a:p>
        </p:txBody>
      </p:sp>
      <p:sp>
        <p:nvSpPr>
          <p:cNvPr id="30" name="Logo UTN editable">
            <a:extLst xmlns:a="http://schemas.openxmlformats.org/drawingml/2006/main">
              <a:ext uri="{FF2B5EF4-FFF2-40B4-BE49-F238E27FC236}">
                <a16:creationId xmlns:a16="http://schemas.microsoft.com/office/drawing/2014/main" id="{E12A4118-4747-42D6-8AA6-35B5F4BD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905000" cy="500063"/>
          </a:xfrm>
          <a:custGeom xmlns:a="http://schemas.openxmlformats.org/drawingml/2006/main">
            <a:pathLst>
              <a:path w="2505075" h="657225">
                <a:moveTo>
                  <a:pt x="38100" y="9525"/>
                </a:moveTo>
                <a:lnTo>
                  <a:pt x="133350" y="9525"/>
                </a:lnTo>
                <a:lnTo>
                  <a:pt x="133350" y="19050"/>
                </a:lnTo>
                <a:lnTo>
                  <a:pt x="38100" y="19050"/>
                </a:lnTo>
                <a:close/>
                <a:moveTo>
                  <a:pt x="285750" y="9525"/>
                </a:moveTo>
                <a:lnTo>
                  <a:pt x="381000" y="9525"/>
                </a:lnTo>
                <a:lnTo>
                  <a:pt x="381000" y="19050"/>
                </a:lnTo>
                <a:lnTo>
                  <a:pt x="285750" y="19050"/>
                </a:lnTo>
                <a:close/>
                <a:moveTo>
                  <a:pt x="533400" y="9525"/>
                </a:moveTo>
                <a:lnTo>
                  <a:pt x="628650" y="9525"/>
                </a:lnTo>
                <a:lnTo>
                  <a:pt x="628650" y="19050"/>
                </a:lnTo>
                <a:lnTo>
                  <a:pt x="533400" y="19050"/>
                </a:lnTo>
                <a:close/>
                <a:moveTo>
                  <a:pt x="28575" y="19050"/>
                </a:moveTo>
                <a:lnTo>
                  <a:pt x="142875" y="19050"/>
                </a:lnTo>
                <a:lnTo>
                  <a:pt x="142875" y="28575"/>
                </a:lnTo>
                <a:lnTo>
                  <a:pt x="28575" y="28575"/>
                </a:lnTo>
                <a:close/>
                <a:moveTo>
                  <a:pt x="285750" y="19050"/>
                </a:moveTo>
                <a:lnTo>
                  <a:pt x="390525" y="19050"/>
                </a:lnTo>
                <a:lnTo>
                  <a:pt x="390525" y="28575"/>
                </a:lnTo>
                <a:lnTo>
                  <a:pt x="285750" y="28575"/>
                </a:lnTo>
                <a:close/>
                <a:moveTo>
                  <a:pt x="523875" y="19050"/>
                </a:moveTo>
                <a:lnTo>
                  <a:pt x="638175" y="19050"/>
                </a:lnTo>
                <a:lnTo>
                  <a:pt x="638175" y="28575"/>
                </a:lnTo>
                <a:lnTo>
                  <a:pt x="523875" y="28575"/>
                </a:lnTo>
                <a:close/>
                <a:moveTo>
                  <a:pt x="38100" y="28575"/>
                </a:moveTo>
                <a:lnTo>
                  <a:pt x="142875" y="28575"/>
                </a:lnTo>
                <a:lnTo>
                  <a:pt x="142875" y="38100"/>
                </a:lnTo>
                <a:lnTo>
                  <a:pt x="38100" y="38100"/>
                </a:lnTo>
                <a:close/>
                <a:moveTo>
                  <a:pt x="285750" y="28575"/>
                </a:moveTo>
                <a:lnTo>
                  <a:pt x="390525" y="28575"/>
                </a:lnTo>
                <a:lnTo>
                  <a:pt x="390525" y="38100"/>
                </a:lnTo>
                <a:lnTo>
                  <a:pt x="285750" y="38100"/>
                </a:lnTo>
                <a:close/>
                <a:moveTo>
                  <a:pt x="523875" y="28575"/>
                </a:moveTo>
                <a:lnTo>
                  <a:pt x="628650" y="28575"/>
                </a:lnTo>
                <a:lnTo>
                  <a:pt x="628650" y="38100"/>
                </a:lnTo>
                <a:lnTo>
                  <a:pt x="523875" y="38100"/>
                </a:lnTo>
                <a:close/>
                <a:moveTo>
                  <a:pt x="904875" y="28575"/>
                </a:moveTo>
                <a:lnTo>
                  <a:pt x="1047750" y="28575"/>
                </a:lnTo>
                <a:lnTo>
                  <a:pt x="1047750" y="38100"/>
                </a:lnTo>
                <a:lnTo>
                  <a:pt x="904875" y="38100"/>
                </a:lnTo>
                <a:close/>
                <a:moveTo>
                  <a:pt x="1266825" y="28575"/>
                </a:moveTo>
                <a:lnTo>
                  <a:pt x="1409700" y="28575"/>
                </a:lnTo>
                <a:lnTo>
                  <a:pt x="1409700" y="38100"/>
                </a:lnTo>
                <a:lnTo>
                  <a:pt x="1266825" y="38100"/>
                </a:lnTo>
                <a:close/>
                <a:moveTo>
                  <a:pt x="1447800" y="28575"/>
                </a:moveTo>
                <a:lnTo>
                  <a:pt x="1914525" y="28575"/>
                </a:lnTo>
                <a:lnTo>
                  <a:pt x="1914525" y="38100"/>
                </a:lnTo>
                <a:lnTo>
                  <a:pt x="1447800" y="38100"/>
                </a:lnTo>
                <a:close/>
                <a:moveTo>
                  <a:pt x="1952625" y="28575"/>
                </a:moveTo>
                <a:lnTo>
                  <a:pt x="2114550" y="28575"/>
                </a:lnTo>
                <a:lnTo>
                  <a:pt x="2114550" y="38100"/>
                </a:lnTo>
                <a:lnTo>
                  <a:pt x="1952625" y="38100"/>
                </a:lnTo>
                <a:close/>
                <a:moveTo>
                  <a:pt x="2324100" y="28575"/>
                </a:moveTo>
                <a:lnTo>
                  <a:pt x="2466975" y="28575"/>
                </a:lnTo>
                <a:lnTo>
                  <a:pt x="2466975" y="38100"/>
                </a:lnTo>
                <a:lnTo>
                  <a:pt x="2324100" y="38100"/>
                </a:lnTo>
                <a:close/>
                <a:moveTo>
                  <a:pt x="38100" y="38100"/>
                </a:moveTo>
                <a:lnTo>
                  <a:pt x="142875" y="38100"/>
                </a:lnTo>
                <a:lnTo>
                  <a:pt x="142875" y="47625"/>
                </a:lnTo>
                <a:lnTo>
                  <a:pt x="38100" y="47625"/>
                </a:lnTo>
                <a:close/>
                <a:moveTo>
                  <a:pt x="285750" y="38100"/>
                </a:moveTo>
                <a:lnTo>
                  <a:pt x="390525" y="38100"/>
                </a:lnTo>
                <a:lnTo>
                  <a:pt x="390525" y="47625"/>
                </a:lnTo>
                <a:lnTo>
                  <a:pt x="285750" y="47625"/>
                </a:lnTo>
                <a:close/>
                <a:moveTo>
                  <a:pt x="523875" y="38100"/>
                </a:moveTo>
                <a:lnTo>
                  <a:pt x="628650" y="38100"/>
                </a:lnTo>
                <a:lnTo>
                  <a:pt x="628650" y="47625"/>
                </a:lnTo>
                <a:lnTo>
                  <a:pt x="523875" y="47625"/>
                </a:lnTo>
                <a:close/>
                <a:moveTo>
                  <a:pt x="904875" y="38100"/>
                </a:moveTo>
                <a:lnTo>
                  <a:pt x="1047750" y="38100"/>
                </a:lnTo>
                <a:lnTo>
                  <a:pt x="1047750" y="47625"/>
                </a:lnTo>
                <a:lnTo>
                  <a:pt x="904875" y="47625"/>
                </a:lnTo>
                <a:close/>
                <a:moveTo>
                  <a:pt x="1266825" y="38100"/>
                </a:moveTo>
                <a:lnTo>
                  <a:pt x="1409700" y="38100"/>
                </a:lnTo>
                <a:lnTo>
                  <a:pt x="1409700" y="47625"/>
                </a:lnTo>
                <a:lnTo>
                  <a:pt x="1266825" y="47625"/>
                </a:lnTo>
                <a:close/>
                <a:moveTo>
                  <a:pt x="1447800" y="38100"/>
                </a:moveTo>
                <a:lnTo>
                  <a:pt x="1914525" y="38100"/>
                </a:lnTo>
                <a:lnTo>
                  <a:pt x="1914525" y="47625"/>
                </a:lnTo>
                <a:lnTo>
                  <a:pt x="1447800" y="47625"/>
                </a:lnTo>
                <a:close/>
                <a:moveTo>
                  <a:pt x="1952625" y="38100"/>
                </a:moveTo>
                <a:lnTo>
                  <a:pt x="2114550" y="38100"/>
                </a:lnTo>
                <a:lnTo>
                  <a:pt x="2114550" y="47625"/>
                </a:lnTo>
                <a:lnTo>
                  <a:pt x="1952625" y="47625"/>
                </a:lnTo>
                <a:close/>
                <a:moveTo>
                  <a:pt x="2324100" y="38100"/>
                </a:moveTo>
                <a:lnTo>
                  <a:pt x="2466975" y="38100"/>
                </a:lnTo>
                <a:lnTo>
                  <a:pt x="2466975" y="47625"/>
                </a:lnTo>
                <a:lnTo>
                  <a:pt x="2324100" y="47625"/>
                </a:lnTo>
                <a:close/>
                <a:moveTo>
                  <a:pt x="38100" y="47625"/>
                </a:moveTo>
                <a:lnTo>
                  <a:pt x="152400" y="47625"/>
                </a:lnTo>
                <a:lnTo>
                  <a:pt x="152400" y="57150"/>
                </a:lnTo>
                <a:lnTo>
                  <a:pt x="38100" y="57150"/>
                </a:lnTo>
                <a:close/>
                <a:moveTo>
                  <a:pt x="285750" y="47625"/>
                </a:moveTo>
                <a:lnTo>
                  <a:pt x="390525" y="47625"/>
                </a:lnTo>
                <a:lnTo>
                  <a:pt x="390525" y="57150"/>
                </a:lnTo>
                <a:lnTo>
                  <a:pt x="285750" y="57150"/>
                </a:lnTo>
                <a:close/>
                <a:moveTo>
                  <a:pt x="514350" y="47625"/>
                </a:moveTo>
                <a:lnTo>
                  <a:pt x="628650" y="47625"/>
                </a:lnTo>
                <a:lnTo>
                  <a:pt x="628650" y="57150"/>
                </a:lnTo>
                <a:lnTo>
                  <a:pt x="514350" y="57150"/>
                </a:lnTo>
                <a:close/>
                <a:moveTo>
                  <a:pt x="904875" y="47625"/>
                </a:moveTo>
                <a:lnTo>
                  <a:pt x="1047750" y="47625"/>
                </a:lnTo>
                <a:lnTo>
                  <a:pt x="1047750" y="57150"/>
                </a:lnTo>
                <a:lnTo>
                  <a:pt x="904875" y="57150"/>
                </a:lnTo>
                <a:close/>
                <a:moveTo>
                  <a:pt x="1266825" y="47625"/>
                </a:moveTo>
                <a:lnTo>
                  <a:pt x="1409700" y="47625"/>
                </a:lnTo>
                <a:lnTo>
                  <a:pt x="1409700" y="57150"/>
                </a:lnTo>
                <a:lnTo>
                  <a:pt x="1266825" y="57150"/>
                </a:lnTo>
                <a:close/>
                <a:moveTo>
                  <a:pt x="1447800" y="47625"/>
                </a:moveTo>
                <a:lnTo>
                  <a:pt x="1914525" y="47625"/>
                </a:lnTo>
                <a:lnTo>
                  <a:pt x="1914525" y="57150"/>
                </a:lnTo>
                <a:lnTo>
                  <a:pt x="1447800" y="57150"/>
                </a:lnTo>
                <a:close/>
                <a:moveTo>
                  <a:pt x="1952625" y="47625"/>
                </a:moveTo>
                <a:lnTo>
                  <a:pt x="2124075" y="47625"/>
                </a:lnTo>
                <a:lnTo>
                  <a:pt x="2124075" y="57150"/>
                </a:lnTo>
                <a:lnTo>
                  <a:pt x="1952625" y="57150"/>
                </a:lnTo>
                <a:close/>
                <a:moveTo>
                  <a:pt x="2324100" y="47625"/>
                </a:moveTo>
                <a:lnTo>
                  <a:pt x="2466975" y="47625"/>
                </a:lnTo>
                <a:lnTo>
                  <a:pt x="2466975" y="57150"/>
                </a:lnTo>
                <a:lnTo>
                  <a:pt x="2324100" y="57150"/>
                </a:lnTo>
                <a:close/>
                <a:moveTo>
                  <a:pt x="38100" y="57150"/>
                </a:moveTo>
                <a:lnTo>
                  <a:pt x="152400" y="57150"/>
                </a:lnTo>
                <a:lnTo>
                  <a:pt x="152400" y="66675"/>
                </a:lnTo>
                <a:lnTo>
                  <a:pt x="38100" y="66675"/>
                </a:lnTo>
                <a:close/>
                <a:moveTo>
                  <a:pt x="285750" y="57150"/>
                </a:moveTo>
                <a:lnTo>
                  <a:pt x="390525" y="57150"/>
                </a:lnTo>
                <a:lnTo>
                  <a:pt x="390525" y="66675"/>
                </a:lnTo>
                <a:lnTo>
                  <a:pt x="285750" y="66675"/>
                </a:lnTo>
                <a:close/>
                <a:moveTo>
                  <a:pt x="514350" y="57150"/>
                </a:moveTo>
                <a:lnTo>
                  <a:pt x="628650" y="57150"/>
                </a:lnTo>
                <a:lnTo>
                  <a:pt x="628650" y="66675"/>
                </a:lnTo>
                <a:lnTo>
                  <a:pt x="514350" y="66675"/>
                </a:lnTo>
                <a:close/>
                <a:moveTo>
                  <a:pt x="904875" y="57150"/>
                </a:moveTo>
                <a:lnTo>
                  <a:pt x="1047750" y="57150"/>
                </a:lnTo>
                <a:lnTo>
                  <a:pt x="1047750" y="66675"/>
                </a:lnTo>
                <a:lnTo>
                  <a:pt x="904875" y="66675"/>
                </a:lnTo>
                <a:close/>
                <a:moveTo>
                  <a:pt x="1266825" y="57150"/>
                </a:moveTo>
                <a:lnTo>
                  <a:pt x="1409700" y="57150"/>
                </a:lnTo>
                <a:lnTo>
                  <a:pt x="1409700" y="66675"/>
                </a:lnTo>
                <a:lnTo>
                  <a:pt x="1266825" y="66675"/>
                </a:lnTo>
                <a:close/>
                <a:moveTo>
                  <a:pt x="1447800" y="57150"/>
                </a:moveTo>
                <a:lnTo>
                  <a:pt x="1914525" y="57150"/>
                </a:lnTo>
                <a:lnTo>
                  <a:pt x="1914525" y="66675"/>
                </a:lnTo>
                <a:lnTo>
                  <a:pt x="1447800" y="66675"/>
                </a:lnTo>
                <a:close/>
                <a:moveTo>
                  <a:pt x="1952625" y="57150"/>
                </a:moveTo>
                <a:lnTo>
                  <a:pt x="2124075" y="57150"/>
                </a:lnTo>
                <a:lnTo>
                  <a:pt x="2124075" y="66675"/>
                </a:lnTo>
                <a:lnTo>
                  <a:pt x="1952625" y="66675"/>
                </a:lnTo>
                <a:close/>
                <a:moveTo>
                  <a:pt x="2324100" y="57150"/>
                </a:moveTo>
                <a:lnTo>
                  <a:pt x="2466975" y="57150"/>
                </a:lnTo>
                <a:lnTo>
                  <a:pt x="2466975" y="66675"/>
                </a:lnTo>
                <a:lnTo>
                  <a:pt x="2324100" y="66675"/>
                </a:lnTo>
                <a:close/>
                <a:moveTo>
                  <a:pt x="38100" y="66675"/>
                </a:moveTo>
                <a:lnTo>
                  <a:pt x="161925" y="66675"/>
                </a:lnTo>
                <a:lnTo>
                  <a:pt x="161925" y="76200"/>
                </a:lnTo>
                <a:lnTo>
                  <a:pt x="38100" y="76200"/>
                </a:lnTo>
                <a:close/>
                <a:moveTo>
                  <a:pt x="285750" y="66675"/>
                </a:moveTo>
                <a:lnTo>
                  <a:pt x="390525" y="66675"/>
                </a:lnTo>
                <a:lnTo>
                  <a:pt x="390525" y="76200"/>
                </a:lnTo>
                <a:lnTo>
                  <a:pt x="285750" y="76200"/>
                </a:lnTo>
                <a:close/>
                <a:moveTo>
                  <a:pt x="514350" y="66675"/>
                </a:moveTo>
                <a:lnTo>
                  <a:pt x="628650" y="66675"/>
                </a:lnTo>
                <a:lnTo>
                  <a:pt x="628650" y="76200"/>
                </a:lnTo>
                <a:lnTo>
                  <a:pt x="514350" y="76200"/>
                </a:lnTo>
                <a:close/>
                <a:moveTo>
                  <a:pt x="904875" y="66675"/>
                </a:moveTo>
                <a:lnTo>
                  <a:pt x="1047750" y="66675"/>
                </a:lnTo>
                <a:lnTo>
                  <a:pt x="1047750" y="76200"/>
                </a:lnTo>
                <a:lnTo>
                  <a:pt x="904875" y="76200"/>
                </a:lnTo>
                <a:close/>
                <a:moveTo>
                  <a:pt x="1266825" y="66675"/>
                </a:moveTo>
                <a:lnTo>
                  <a:pt x="1409700" y="66675"/>
                </a:lnTo>
                <a:lnTo>
                  <a:pt x="1409700" y="76200"/>
                </a:lnTo>
                <a:lnTo>
                  <a:pt x="1266825" y="76200"/>
                </a:lnTo>
                <a:close/>
                <a:moveTo>
                  <a:pt x="1447800" y="66675"/>
                </a:moveTo>
                <a:lnTo>
                  <a:pt x="1914525" y="66675"/>
                </a:lnTo>
                <a:lnTo>
                  <a:pt x="1914525" y="76200"/>
                </a:lnTo>
                <a:lnTo>
                  <a:pt x="1447800" y="76200"/>
                </a:lnTo>
                <a:close/>
                <a:moveTo>
                  <a:pt x="1952625" y="66675"/>
                </a:moveTo>
                <a:lnTo>
                  <a:pt x="2133600" y="66675"/>
                </a:lnTo>
                <a:lnTo>
                  <a:pt x="2133600" y="76200"/>
                </a:lnTo>
                <a:lnTo>
                  <a:pt x="1952625" y="76200"/>
                </a:lnTo>
                <a:close/>
                <a:moveTo>
                  <a:pt x="2324100" y="66675"/>
                </a:moveTo>
                <a:lnTo>
                  <a:pt x="2466975" y="66675"/>
                </a:lnTo>
                <a:lnTo>
                  <a:pt x="2466975" y="76200"/>
                </a:lnTo>
                <a:lnTo>
                  <a:pt x="2324100" y="76200"/>
                </a:lnTo>
                <a:close/>
                <a:moveTo>
                  <a:pt x="47625" y="76200"/>
                </a:moveTo>
                <a:lnTo>
                  <a:pt x="161925" y="76200"/>
                </a:lnTo>
                <a:lnTo>
                  <a:pt x="161925" y="85725"/>
                </a:lnTo>
                <a:lnTo>
                  <a:pt x="47625" y="85725"/>
                </a:lnTo>
                <a:close/>
                <a:moveTo>
                  <a:pt x="285750" y="76200"/>
                </a:moveTo>
                <a:lnTo>
                  <a:pt x="390525" y="76200"/>
                </a:lnTo>
                <a:lnTo>
                  <a:pt x="390525" y="85725"/>
                </a:lnTo>
                <a:lnTo>
                  <a:pt x="285750" y="85725"/>
                </a:lnTo>
                <a:close/>
                <a:moveTo>
                  <a:pt x="504825" y="76200"/>
                </a:moveTo>
                <a:lnTo>
                  <a:pt x="619125" y="76200"/>
                </a:lnTo>
                <a:lnTo>
                  <a:pt x="619125" y="85725"/>
                </a:lnTo>
                <a:lnTo>
                  <a:pt x="504825" y="85725"/>
                </a:lnTo>
                <a:close/>
                <a:moveTo>
                  <a:pt x="904875" y="76200"/>
                </a:moveTo>
                <a:lnTo>
                  <a:pt x="1047750" y="76200"/>
                </a:lnTo>
                <a:lnTo>
                  <a:pt x="1047750" y="85725"/>
                </a:lnTo>
                <a:lnTo>
                  <a:pt x="904875" y="85725"/>
                </a:lnTo>
                <a:close/>
                <a:moveTo>
                  <a:pt x="1266825" y="76200"/>
                </a:moveTo>
                <a:lnTo>
                  <a:pt x="1409700" y="76200"/>
                </a:lnTo>
                <a:lnTo>
                  <a:pt x="1409700" y="85725"/>
                </a:lnTo>
                <a:lnTo>
                  <a:pt x="1266825" y="85725"/>
                </a:lnTo>
                <a:close/>
                <a:moveTo>
                  <a:pt x="1447800" y="76200"/>
                </a:moveTo>
                <a:lnTo>
                  <a:pt x="1914525" y="76200"/>
                </a:lnTo>
                <a:lnTo>
                  <a:pt x="1914525" y="85725"/>
                </a:lnTo>
                <a:lnTo>
                  <a:pt x="1447800" y="85725"/>
                </a:lnTo>
                <a:close/>
                <a:moveTo>
                  <a:pt x="1952625" y="76200"/>
                </a:moveTo>
                <a:lnTo>
                  <a:pt x="2143125" y="76200"/>
                </a:lnTo>
                <a:lnTo>
                  <a:pt x="2143125" y="85725"/>
                </a:lnTo>
                <a:lnTo>
                  <a:pt x="1952625" y="85725"/>
                </a:lnTo>
                <a:close/>
                <a:moveTo>
                  <a:pt x="2324100" y="76200"/>
                </a:moveTo>
                <a:lnTo>
                  <a:pt x="2466975" y="76200"/>
                </a:lnTo>
                <a:lnTo>
                  <a:pt x="2466975" y="85725"/>
                </a:lnTo>
                <a:lnTo>
                  <a:pt x="2324100" y="85725"/>
                </a:lnTo>
                <a:close/>
                <a:moveTo>
                  <a:pt x="47625" y="85725"/>
                </a:moveTo>
                <a:lnTo>
                  <a:pt x="171450" y="85725"/>
                </a:lnTo>
                <a:lnTo>
                  <a:pt x="171450" y="95250"/>
                </a:lnTo>
                <a:lnTo>
                  <a:pt x="47625" y="95250"/>
                </a:lnTo>
                <a:close/>
                <a:moveTo>
                  <a:pt x="285750" y="85725"/>
                </a:moveTo>
                <a:lnTo>
                  <a:pt x="390525" y="85725"/>
                </a:lnTo>
                <a:lnTo>
                  <a:pt x="390525" y="95250"/>
                </a:lnTo>
                <a:lnTo>
                  <a:pt x="285750" y="95250"/>
                </a:lnTo>
                <a:close/>
                <a:moveTo>
                  <a:pt x="495300" y="85725"/>
                </a:moveTo>
                <a:lnTo>
                  <a:pt x="619125" y="85725"/>
                </a:lnTo>
                <a:lnTo>
                  <a:pt x="619125" y="95250"/>
                </a:lnTo>
                <a:lnTo>
                  <a:pt x="495300" y="95250"/>
                </a:lnTo>
                <a:close/>
                <a:moveTo>
                  <a:pt x="904875" y="85725"/>
                </a:moveTo>
                <a:lnTo>
                  <a:pt x="1047750" y="85725"/>
                </a:lnTo>
                <a:lnTo>
                  <a:pt x="1047750" y="95250"/>
                </a:lnTo>
                <a:lnTo>
                  <a:pt x="904875" y="95250"/>
                </a:lnTo>
                <a:close/>
                <a:moveTo>
                  <a:pt x="1266825" y="85725"/>
                </a:moveTo>
                <a:lnTo>
                  <a:pt x="1409700" y="85725"/>
                </a:lnTo>
                <a:lnTo>
                  <a:pt x="1409700" y="95250"/>
                </a:lnTo>
                <a:lnTo>
                  <a:pt x="1266825" y="95250"/>
                </a:lnTo>
                <a:close/>
                <a:moveTo>
                  <a:pt x="1447800" y="85725"/>
                </a:moveTo>
                <a:lnTo>
                  <a:pt x="1914525" y="85725"/>
                </a:lnTo>
                <a:lnTo>
                  <a:pt x="1914525" y="95250"/>
                </a:lnTo>
                <a:lnTo>
                  <a:pt x="1447800" y="95250"/>
                </a:lnTo>
                <a:close/>
                <a:moveTo>
                  <a:pt x="1952625" y="85725"/>
                </a:moveTo>
                <a:lnTo>
                  <a:pt x="2143125" y="85725"/>
                </a:lnTo>
                <a:lnTo>
                  <a:pt x="2143125" y="95250"/>
                </a:lnTo>
                <a:lnTo>
                  <a:pt x="1952625" y="95250"/>
                </a:lnTo>
                <a:close/>
                <a:moveTo>
                  <a:pt x="2324100" y="85725"/>
                </a:moveTo>
                <a:lnTo>
                  <a:pt x="2466975" y="85725"/>
                </a:lnTo>
                <a:lnTo>
                  <a:pt x="2466975" y="95250"/>
                </a:lnTo>
                <a:lnTo>
                  <a:pt x="2324100" y="95250"/>
                </a:lnTo>
                <a:close/>
                <a:moveTo>
                  <a:pt x="57150" y="95250"/>
                </a:moveTo>
                <a:lnTo>
                  <a:pt x="180975" y="95250"/>
                </a:lnTo>
                <a:lnTo>
                  <a:pt x="180975" y="104775"/>
                </a:lnTo>
                <a:lnTo>
                  <a:pt x="57150" y="104775"/>
                </a:lnTo>
                <a:close/>
                <a:moveTo>
                  <a:pt x="285750" y="95250"/>
                </a:moveTo>
                <a:lnTo>
                  <a:pt x="390525" y="95250"/>
                </a:lnTo>
                <a:lnTo>
                  <a:pt x="390525" y="104775"/>
                </a:lnTo>
                <a:lnTo>
                  <a:pt x="285750" y="104775"/>
                </a:lnTo>
                <a:close/>
                <a:moveTo>
                  <a:pt x="495300" y="95250"/>
                </a:moveTo>
                <a:lnTo>
                  <a:pt x="619125" y="95250"/>
                </a:lnTo>
                <a:lnTo>
                  <a:pt x="619125" y="104775"/>
                </a:lnTo>
                <a:lnTo>
                  <a:pt x="495300" y="104775"/>
                </a:lnTo>
                <a:close/>
                <a:moveTo>
                  <a:pt x="904875" y="95250"/>
                </a:moveTo>
                <a:lnTo>
                  <a:pt x="1047750" y="95250"/>
                </a:lnTo>
                <a:lnTo>
                  <a:pt x="1047750" y="104775"/>
                </a:lnTo>
                <a:lnTo>
                  <a:pt x="904875" y="104775"/>
                </a:lnTo>
                <a:close/>
                <a:moveTo>
                  <a:pt x="1266825" y="95250"/>
                </a:moveTo>
                <a:lnTo>
                  <a:pt x="1409700" y="95250"/>
                </a:lnTo>
                <a:lnTo>
                  <a:pt x="1409700" y="104775"/>
                </a:lnTo>
                <a:lnTo>
                  <a:pt x="1266825" y="104775"/>
                </a:lnTo>
                <a:close/>
                <a:moveTo>
                  <a:pt x="1447800" y="95250"/>
                </a:moveTo>
                <a:lnTo>
                  <a:pt x="1914525" y="95250"/>
                </a:lnTo>
                <a:lnTo>
                  <a:pt x="1914525" y="104775"/>
                </a:lnTo>
                <a:lnTo>
                  <a:pt x="1447800" y="104775"/>
                </a:lnTo>
                <a:close/>
                <a:moveTo>
                  <a:pt x="1952625" y="95250"/>
                </a:moveTo>
                <a:lnTo>
                  <a:pt x="2152650" y="95250"/>
                </a:lnTo>
                <a:lnTo>
                  <a:pt x="2152650" y="104775"/>
                </a:lnTo>
                <a:lnTo>
                  <a:pt x="1952625" y="104775"/>
                </a:lnTo>
                <a:close/>
                <a:moveTo>
                  <a:pt x="2324100" y="95250"/>
                </a:moveTo>
                <a:lnTo>
                  <a:pt x="2466975" y="95250"/>
                </a:lnTo>
                <a:lnTo>
                  <a:pt x="2466975" y="104775"/>
                </a:lnTo>
                <a:lnTo>
                  <a:pt x="2324100" y="104775"/>
                </a:lnTo>
                <a:close/>
                <a:moveTo>
                  <a:pt x="57150" y="104775"/>
                </a:moveTo>
                <a:lnTo>
                  <a:pt x="190500" y="104775"/>
                </a:lnTo>
                <a:lnTo>
                  <a:pt x="190500" y="114300"/>
                </a:lnTo>
                <a:lnTo>
                  <a:pt x="57150" y="114300"/>
                </a:lnTo>
                <a:close/>
                <a:moveTo>
                  <a:pt x="285750" y="104775"/>
                </a:moveTo>
                <a:lnTo>
                  <a:pt x="390525" y="104775"/>
                </a:lnTo>
                <a:lnTo>
                  <a:pt x="390525" y="114300"/>
                </a:lnTo>
                <a:lnTo>
                  <a:pt x="285750" y="114300"/>
                </a:lnTo>
                <a:close/>
                <a:moveTo>
                  <a:pt x="485775" y="104775"/>
                </a:moveTo>
                <a:lnTo>
                  <a:pt x="609600" y="104775"/>
                </a:lnTo>
                <a:lnTo>
                  <a:pt x="609600" y="114300"/>
                </a:lnTo>
                <a:lnTo>
                  <a:pt x="485775" y="114300"/>
                </a:lnTo>
                <a:close/>
                <a:moveTo>
                  <a:pt x="904875" y="104775"/>
                </a:moveTo>
                <a:lnTo>
                  <a:pt x="1047750" y="104775"/>
                </a:lnTo>
                <a:lnTo>
                  <a:pt x="1047750" y="114300"/>
                </a:lnTo>
                <a:lnTo>
                  <a:pt x="904875" y="114300"/>
                </a:lnTo>
                <a:close/>
                <a:moveTo>
                  <a:pt x="1266825" y="104775"/>
                </a:moveTo>
                <a:lnTo>
                  <a:pt x="1409700" y="104775"/>
                </a:lnTo>
                <a:lnTo>
                  <a:pt x="1409700" y="114300"/>
                </a:lnTo>
                <a:lnTo>
                  <a:pt x="1266825" y="114300"/>
                </a:lnTo>
                <a:close/>
                <a:moveTo>
                  <a:pt x="1447800" y="104775"/>
                </a:moveTo>
                <a:lnTo>
                  <a:pt x="1914525" y="104775"/>
                </a:lnTo>
                <a:lnTo>
                  <a:pt x="1914525" y="114300"/>
                </a:lnTo>
                <a:lnTo>
                  <a:pt x="1447800" y="114300"/>
                </a:lnTo>
                <a:close/>
                <a:moveTo>
                  <a:pt x="1952625" y="104775"/>
                </a:moveTo>
                <a:lnTo>
                  <a:pt x="2152650" y="104775"/>
                </a:lnTo>
                <a:lnTo>
                  <a:pt x="2152650" y="114300"/>
                </a:lnTo>
                <a:lnTo>
                  <a:pt x="1952625" y="114300"/>
                </a:lnTo>
                <a:close/>
                <a:moveTo>
                  <a:pt x="2324100" y="104775"/>
                </a:moveTo>
                <a:lnTo>
                  <a:pt x="2466975" y="104775"/>
                </a:lnTo>
                <a:lnTo>
                  <a:pt x="2466975" y="114300"/>
                </a:lnTo>
                <a:lnTo>
                  <a:pt x="2324100" y="114300"/>
                </a:lnTo>
                <a:close/>
                <a:moveTo>
                  <a:pt x="66675" y="114300"/>
                </a:moveTo>
                <a:lnTo>
                  <a:pt x="200025" y="114300"/>
                </a:lnTo>
                <a:lnTo>
                  <a:pt x="200025" y="123825"/>
                </a:lnTo>
                <a:lnTo>
                  <a:pt x="66675" y="123825"/>
                </a:lnTo>
                <a:close/>
                <a:moveTo>
                  <a:pt x="285750" y="114300"/>
                </a:moveTo>
                <a:lnTo>
                  <a:pt x="390525" y="114300"/>
                </a:lnTo>
                <a:lnTo>
                  <a:pt x="390525" y="123825"/>
                </a:lnTo>
                <a:lnTo>
                  <a:pt x="285750" y="123825"/>
                </a:lnTo>
                <a:close/>
                <a:moveTo>
                  <a:pt x="476250" y="114300"/>
                </a:moveTo>
                <a:lnTo>
                  <a:pt x="609600" y="114300"/>
                </a:lnTo>
                <a:lnTo>
                  <a:pt x="609600" y="123825"/>
                </a:lnTo>
                <a:lnTo>
                  <a:pt x="476250" y="123825"/>
                </a:lnTo>
                <a:close/>
                <a:moveTo>
                  <a:pt x="904875" y="114300"/>
                </a:moveTo>
                <a:lnTo>
                  <a:pt x="1047750" y="114300"/>
                </a:lnTo>
                <a:lnTo>
                  <a:pt x="1047750" y="123825"/>
                </a:lnTo>
                <a:lnTo>
                  <a:pt x="904875" y="123825"/>
                </a:lnTo>
                <a:close/>
                <a:moveTo>
                  <a:pt x="1266825" y="114300"/>
                </a:moveTo>
                <a:lnTo>
                  <a:pt x="1409700" y="114300"/>
                </a:lnTo>
                <a:lnTo>
                  <a:pt x="1409700" y="123825"/>
                </a:lnTo>
                <a:lnTo>
                  <a:pt x="1266825" y="123825"/>
                </a:lnTo>
                <a:close/>
                <a:moveTo>
                  <a:pt x="1447800" y="114300"/>
                </a:moveTo>
                <a:lnTo>
                  <a:pt x="1914525" y="114300"/>
                </a:lnTo>
                <a:lnTo>
                  <a:pt x="1914525" y="123825"/>
                </a:lnTo>
                <a:lnTo>
                  <a:pt x="1447800" y="123825"/>
                </a:lnTo>
                <a:close/>
                <a:moveTo>
                  <a:pt x="1952625" y="114300"/>
                </a:moveTo>
                <a:lnTo>
                  <a:pt x="2162175" y="114300"/>
                </a:lnTo>
                <a:lnTo>
                  <a:pt x="2162175" y="123825"/>
                </a:lnTo>
                <a:lnTo>
                  <a:pt x="1952625" y="123825"/>
                </a:lnTo>
                <a:close/>
                <a:moveTo>
                  <a:pt x="2324100" y="114300"/>
                </a:moveTo>
                <a:lnTo>
                  <a:pt x="2466975" y="114300"/>
                </a:lnTo>
                <a:lnTo>
                  <a:pt x="2466975" y="123825"/>
                </a:lnTo>
                <a:lnTo>
                  <a:pt x="2324100" y="123825"/>
                </a:lnTo>
                <a:close/>
                <a:moveTo>
                  <a:pt x="66675" y="123825"/>
                </a:moveTo>
                <a:lnTo>
                  <a:pt x="209550" y="123825"/>
                </a:lnTo>
                <a:lnTo>
                  <a:pt x="209550" y="133350"/>
                </a:lnTo>
                <a:lnTo>
                  <a:pt x="66675" y="133350"/>
                </a:lnTo>
                <a:close/>
                <a:moveTo>
                  <a:pt x="285750" y="123825"/>
                </a:moveTo>
                <a:lnTo>
                  <a:pt x="390525" y="123825"/>
                </a:lnTo>
                <a:lnTo>
                  <a:pt x="390525" y="133350"/>
                </a:lnTo>
                <a:lnTo>
                  <a:pt x="285750" y="133350"/>
                </a:lnTo>
                <a:close/>
                <a:moveTo>
                  <a:pt x="466725" y="123825"/>
                </a:moveTo>
                <a:lnTo>
                  <a:pt x="600075" y="123825"/>
                </a:lnTo>
                <a:lnTo>
                  <a:pt x="600075" y="133350"/>
                </a:lnTo>
                <a:lnTo>
                  <a:pt x="466725" y="133350"/>
                </a:lnTo>
                <a:close/>
                <a:moveTo>
                  <a:pt x="904875" y="123825"/>
                </a:moveTo>
                <a:lnTo>
                  <a:pt x="1047750" y="123825"/>
                </a:lnTo>
                <a:lnTo>
                  <a:pt x="1047750" y="133350"/>
                </a:lnTo>
                <a:lnTo>
                  <a:pt x="904875" y="133350"/>
                </a:lnTo>
                <a:close/>
                <a:moveTo>
                  <a:pt x="1266825" y="123825"/>
                </a:moveTo>
                <a:lnTo>
                  <a:pt x="1409700" y="123825"/>
                </a:lnTo>
                <a:lnTo>
                  <a:pt x="1409700" y="133350"/>
                </a:lnTo>
                <a:lnTo>
                  <a:pt x="1266825" y="133350"/>
                </a:lnTo>
                <a:close/>
                <a:moveTo>
                  <a:pt x="1447800" y="123825"/>
                </a:moveTo>
                <a:lnTo>
                  <a:pt x="1914525" y="123825"/>
                </a:lnTo>
                <a:lnTo>
                  <a:pt x="1914525" y="133350"/>
                </a:lnTo>
                <a:lnTo>
                  <a:pt x="1447800" y="133350"/>
                </a:lnTo>
                <a:close/>
                <a:moveTo>
                  <a:pt x="1952625" y="123825"/>
                </a:moveTo>
                <a:lnTo>
                  <a:pt x="2171700" y="123825"/>
                </a:lnTo>
                <a:lnTo>
                  <a:pt x="2171700" y="133350"/>
                </a:lnTo>
                <a:lnTo>
                  <a:pt x="1952625" y="133350"/>
                </a:lnTo>
                <a:close/>
                <a:moveTo>
                  <a:pt x="2324100" y="123825"/>
                </a:moveTo>
                <a:lnTo>
                  <a:pt x="2466975" y="123825"/>
                </a:lnTo>
                <a:lnTo>
                  <a:pt x="2466975" y="133350"/>
                </a:lnTo>
                <a:lnTo>
                  <a:pt x="2324100" y="133350"/>
                </a:lnTo>
                <a:close/>
                <a:moveTo>
                  <a:pt x="76200" y="133350"/>
                </a:moveTo>
                <a:lnTo>
                  <a:pt x="219075" y="133350"/>
                </a:lnTo>
                <a:lnTo>
                  <a:pt x="219075" y="142875"/>
                </a:lnTo>
                <a:lnTo>
                  <a:pt x="76200" y="142875"/>
                </a:lnTo>
                <a:close/>
                <a:moveTo>
                  <a:pt x="285750" y="133350"/>
                </a:moveTo>
                <a:lnTo>
                  <a:pt x="390525" y="133350"/>
                </a:lnTo>
                <a:lnTo>
                  <a:pt x="390525" y="142875"/>
                </a:lnTo>
                <a:lnTo>
                  <a:pt x="285750" y="142875"/>
                </a:lnTo>
                <a:close/>
                <a:moveTo>
                  <a:pt x="447675" y="133350"/>
                </a:moveTo>
                <a:lnTo>
                  <a:pt x="590550" y="133350"/>
                </a:lnTo>
                <a:lnTo>
                  <a:pt x="590550" y="142875"/>
                </a:lnTo>
                <a:lnTo>
                  <a:pt x="447675" y="142875"/>
                </a:lnTo>
                <a:close/>
                <a:moveTo>
                  <a:pt x="904875" y="133350"/>
                </a:moveTo>
                <a:lnTo>
                  <a:pt x="1047750" y="133350"/>
                </a:lnTo>
                <a:lnTo>
                  <a:pt x="1047750" y="142875"/>
                </a:lnTo>
                <a:lnTo>
                  <a:pt x="904875" y="142875"/>
                </a:lnTo>
                <a:close/>
                <a:moveTo>
                  <a:pt x="1266825" y="133350"/>
                </a:moveTo>
                <a:lnTo>
                  <a:pt x="1409700" y="133350"/>
                </a:lnTo>
                <a:lnTo>
                  <a:pt x="1409700" y="142875"/>
                </a:lnTo>
                <a:lnTo>
                  <a:pt x="1266825" y="142875"/>
                </a:lnTo>
                <a:close/>
                <a:moveTo>
                  <a:pt x="1447800" y="133350"/>
                </a:moveTo>
                <a:lnTo>
                  <a:pt x="1914525" y="133350"/>
                </a:lnTo>
                <a:lnTo>
                  <a:pt x="1914525" y="142875"/>
                </a:lnTo>
                <a:lnTo>
                  <a:pt x="1447800" y="142875"/>
                </a:lnTo>
                <a:close/>
                <a:moveTo>
                  <a:pt x="1952625" y="133350"/>
                </a:moveTo>
                <a:lnTo>
                  <a:pt x="2171700" y="133350"/>
                </a:lnTo>
                <a:lnTo>
                  <a:pt x="2171700" y="142875"/>
                </a:lnTo>
                <a:lnTo>
                  <a:pt x="1952625" y="142875"/>
                </a:lnTo>
                <a:close/>
                <a:moveTo>
                  <a:pt x="2324100" y="133350"/>
                </a:moveTo>
                <a:lnTo>
                  <a:pt x="2466975" y="133350"/>
                </a:lnTo>
                <a:lnTo>
                  <a:pt x="2466975" y="142875"/>
                </a:lnTo>
                <a:lnTo>
                  <a:pt x="2324100" y="142875"/>
                </a:lnTo>
                <a:close/>
                <a:moveTo>
                  <a:pt x="76200" y="142875"/>
                </a:moveTo>
                <a:lnTo>
                  <a:pt x="238125" y="142875"/>
                </a:lnTo>
                <a:lnTo>
                  <a:pt x="238125" y="152400"/>
                </a:lnTo>
                <a:lnTo>
                  <a:pt x="76200" y="152400"/>
                </a:lnTo>
                <a:close/>
                <a:moveTo>
                  <a:pt x="285750" y="142875"/>
                </a:moveTo>
                <a:lnTo>
                  <a:pt x="390525" y="142875"/>
                </a:lnTo>
                <a:lnTo>
                  <a:pt x="390525" y="152400"/>
                </a:lnTo>
                <a:lnTo>
                  <a:pt x="285750" y="152400"/>
                </a:lnTo>
                <a:close/>
                <a:moveTo>
                  <a:pt x="438150" y="142875"/>
                </a:moveTo>
                <a:lnTo>
                  <a:pt x="590550" y="142875"/>
                </a:lnTo>
                <a:lnTo>
                  <a:pt x="590550" y="152400"/>
                </a:lnTo>
                <a:lnTo>
                  <a:pt x="438150" y="152400"/>
                </a:lnTo>
                <a:close/>
                <a:moveTo>
                  <a:pt x="904875" y="142875"/>
                </a:moveTo>
                <a:lnTo>
                  <a:pt x="1047750" y="142875"/>
                </a:lnTo>
                <a:lnTo>
                  <a:pt x="1047750" y="152400"/>
                </a:lnTo>
                <a:lnTo>
                  <a:pt x="904875" y="152400"/>
                </a:lnTo>
                <a:close/>
                <a:moveTo>
                  <a:pt x="1266825" y="142875"/>
                </a:moveTo>
                <a:lnTo>
                  <a:pt x="1409700" y="142875"/>
                </a:lnTo>
                <a:lnTo>
                  <a:pt x="1409700" y="152400"/>
                </a:lnTo>
                <a:lnTo>
                  <a:pt x="1266825" y="152400"/>
                </a:lnTo>
                <a:close/>
                <a:moveTo>
                  <a:pt x="1447800" y="142875"/>
                </a:moveTo>
                <a:lnTo>
                  <a:pt x="1914525" y="142875"/>
                </a:lnTo>
                <a:lnTo>
                  <a:pt x="1914525" y="152400"/>
                </a:lnTo>
                <a:lnTo>
                  <a:pt x="1447800" y="152400"/>
                </a:lnTo>
                <a:close/>
                <a:moveTo>
                  <a:pt x="1952625" y="142875"/>
                </a:moveTo>
                <a:lnTo>
                  <a:pt x="2181225" y="142875"/>
                </a:lnTo>
                <a:lnTo>
                  <a:pt x="2181225" y="152400"/>
                </a:lnTo>
                <a:lnTo>
                  <a:pt x="1952625" y="152400"/>
                </a:lnTo>
                <a:close/>
                <a:moveTo>
                  <a:pt x="2324100" y="142875"/>
                </a:moveTo>
                <a:lnTo>
                  <a:pt x="2466975" y="142875"/>
                </a:lnTo>
                <a:lnTo>
                  <a:pt x="2466975" y="152400"/>
                </a:lnTo>
                <a:lnTo>
                  <a:pt x="2324100" y="152400"/>
                </a:lnTo>
                <a:close/>
                <a:moveTo>
                  <a:pt x="85725" y="152400"/>
                </a:moveTo>
                <a:lnTo>
                  <a:pt x="266700" y="152400"/>
                </a:lnTo>
                <a:lnTo>
                  <a:pt x="266700" y="161925"/>
                </a:lnTo>
                <a:lnTo>
                  <a:pt x="85725" y="161925"/>
                </a:lnTo>
                <a:close/>
                <a:moveTo>
                  <a:pt x="285750" y="152400"/>
                </a:moveTo>
                <a:lnTo>
                  <a:pt x="390525" y="152400"/>
                </a:lnTo>
                <a:lnTo>
                  <a:pt x="390525" y="161925"/>
                </a:lnTo>
                <a:lnTo>
                  <a:pt x="285750" y="161925"/>
                </a:lnTo>
                <a:close/>
                <a:moveTo>
                  <a:pt x="409575" y="152400"/>
                </a:moveTo>
                <a:lnTo>
                  <a:pt x="581025" y="152400"/>
                </a:lnTo>
                <a:lnTo>
                  <a:pt x="581025" y="161925"/>
                </a:lnTo>
                <a:lnTo>
                  <a:pt x="409575" y="161925"/>
                </a:lnTo>
                <a:close/>
                <a:moveTo>
                  <a:pt x="904875" y="152400"/>
                </a:moveTo>
                <a:lnTo>
                  <a:pt x="1047750" y="152400"/>
                </a:lnTo>
                <a:lnTo>
                  <a:pt x="1047750" y="161925"/>
                </a:lnTo>
                <a:lnTo>
                  <a:pt x="904875" y="161925"/>
                </a:lnTo>
                <a:close/>
                <a:moveTo>
                  <a:pt x="1266825" y="152400"/>
                </a:moveTo>
                <a:lnTo>
                  <a:pt x="1409700" y="152400"/>
                </a:lnTo>
                <a:lnTo>
                  <a:pt x="1409700" y="161925"/>
                </a:lnTo>
                <a:lnTo>
                  <a:pt x="1266825" y="161925"/>
                </a:lnTo>
                <a:close/>
                <a:moveTo>
                  <a:pt x="1447800" y="152400"/>
                </a:moveTo>
                <a:lnTo>
                  <a:pt x="1914525" y="152400"/>
                </a:lnTo>
                <a:lnTo>
                  <a:pt x="1914525" y="161925"/>
                </a:lnTo>
                <a:lnTo>
                  <a:pt x="1447800" y="161925"/>
                </a:lnTo>
                <a:close/>
                <a:moveTo>
                  <a:pt x="1952625" y="152400"/>
                </a:moveTo>
                <a:lnTo>
                  <a:pt x="2190750" y="152400"/>
                </a:lnTo>
                <a:lnTo>
                  <a:pt x="2190750" y="161925"/>
                </a:lnTo>
                <a:lnTo>
                  <a:pt x="1952625" y="161925"/>
                </a:lnTo>
                <a:close/>
                <a:moveTo>
                  <a:pt x="2324100" y="152400"/>
                </a:moveTo>
                <a:lnTo>
                  <a:pt x="2466975" y="152400"/>
                </a:lnTo>
                <a:lnTo>
                  <a:pt x="2466975" y="161925"/>
                </a:lnTo>
                <a:lnTo>
                  <a:pt x="2324100" y="161925"/>
                </a:lnTo>
                <a:close/>
                <a:moveTo>
                  <a:pt x="95250" y="161925"/>
                </a:moveTo>
                <a:lnTo>
                  <a:pt x="571500" y="161925"/>
                </a:lnTo>
                <a:lnTo>
                  <a:pt x="571500" y="171450"/>
                </a:lnTo>
                <a:lnTo>
                  <a:pt x="95250" y="171450"/>
                </a:lnTo>
                <a:close/>
                <a:moveTo>
                  <a:pt x="904875" y="161925"/>
                </a:moveTo>
                <a:lnTo>
                  <a:pt x="1047750" y="161925"/>
                </a:lnTo>
                <a:lnTo>
                  <a:pt x="1047750" y="171450"/>
                </a:lnTo>
                <a:lnTo>
                  <a:pt x="904875" y="171450"/>
                </a:lnTo>
                <a:close/>
                <a:moveTo>
                  <a:pt x="1266825" y="161925"/>
                </a:moveTo>
                <a:lnTo>
                  <a:pt x="1409700" y="161925"/>
                </a:lnTo>
                <a:lnTo>
                  <a:pt x="1409700" y="171450"/>
                </a:lnTo>
                <a:lnTo>
                  <a:pt x="1266825" y="171450"/>
                </a:lnTo>
                <a:close/>
                <a:moveTo>
                  <a:pt x="1609725" y="161925"/>
                </a:moveTo>
                <a:lnTo>
                  <a:pt x="1752600" y="161925"/>
                </a:lnTo>
                <a:lnTo>
                  <a:pt x="1752600" y="171450"/>
                </a:lnTo>
                <a:lnTo>
                  <a:pt x="1609725" y="171450"/>
                </a:lnTo>
                <a:close/>
                <a:moveTo>
                  <a:pt x="1952625" y="161925"/>
                </a:moveTo>
                <a:lnTo>
                  <a:pt x="2190750" y="161925"/>
                </a:lnTo>
                <a:lnTo>
                  <a:pt x="2190750" y="171450"/>
                </a:lnTo>
                <a:lnTo>
                  <a:pt x="1952625" y="171450"/>
                </a:lnTo>
                <a:close/>
                <a:moveTo>
                  <a:pt x="2324100" y="161925"/>
                </a:moveTo>
                <a:lnTo>
                  <a:pt x="2466975" y="161925"/>
                </a:lnTo>
                <a:lnTo>
                  <a:pt x="2466975" y="171450"/>
                </a:lnTo>
                <a:lnTo>
                  <a:pt x="2324100" y="171450"/>
                </a:lnTo>
                <a:close/>
                <a:moveTo>
                  <a:pt x="104775" y="171450"/>
                </a:moveTo>
                <a:lnTo>
                  <a:pt x="561975" y="171450"/>
                </a:lnTo>
                <a:lnTo>
                  <a:pt x="561975" y="180975"/>
                </a:lnTo>
                <a:lnTo>
                  <a:pt x="104775" y="180975"/>
                </a:lnTo>
                <a:close/>
                <a:moveTo>
                  <a:pt x="904875" y="171450"/>
                </a:moveTo>
                <a:lnTo>
                  <a:pt x="1047750" y="171450"/>
                </a:lnTo>
                <a:lnTo>
                  <a:pt x="1047750" y="180975"/>
                </a:lnTo>
                <a:lnTo>
                  <a:pt x="904875" y="180975"/>
                </a:lnTo>
                <a:close/>
                <a:moveTo>
                  <a:pt x="1266825" y="171450"/>
                </a:moveTo>
                <a:lnTo>
                  <a:pt x="1409700" y="171450"/>
                </a:lnTo>
                <a:lnTo>
                  <a:pt x="1409700" y="180975"/>
                </a:lnTo>
                <a:lnTo>
                  <a:pt x="1266825" y="180975"/>
                </a:lnTo>
                <a:close/>
                <a:moveTo>
                  <a:pt x="1609725" y="171450"/>
                </a:moveTo>
                <a:lnTo>
                  <a:pt x="1752600" y="171450"/>
                </a:lnTo>
                <a:lnTo>
                  <a:pt x="1752600" y="180975"/>
                </a:lnTo>
                <a:lnTo>
                  <a:pt x="1609725" y="180975"/>
                </a:lnTo>
                <a:close/>
                <a:moveTo>
                  <a:pt x="1952625" y="171450"/>
                </a:moveTo>
                <a:lnTo>
                  <a:pt x="2200275" y="171450"/>
                </a:lnTo>
                <a:lnTo>
                  <a:pt x="2200275" y="180975"/>
                </a:lnTo>
                <a:lnTo>
                  <a:pt x="1952625" y="180975"/>
                </a:lnTo>
                <a:close/>
                <a:moveTo>
                  <a:pt x="2324100" y="171450"/>
                </a:moveTo>
                <a:lnTo>
                  <a:pt x="2466975" y="171450"/>
                </a:lnTo>
                <a:lnTo>
                  <a:pt x="2466975" y="180975"/>
                </a:lnTo>
                <a:lnTo>
                  <a:pt x="2324100" y="180975"/>
                </a:lnTo>
                <a:close/>
                <a:moveTo>
                  <a:pt x="114300" y="180975"/>
                </a:moveTo>
                <a:lnTo>
                  <a:pt x="561975" y="180975"/>
                </a:lnTo>
                <a:lnTo>
                  <a:pt x="561975" y="190500"/>
                </a:lnTo>
                <a:lnTo>
                  <a:pt x="114300" y="190500"/>
                </a:lnTo>
                <a:close/>
                <a:moveTo>
                  <a:pt x="904875" y="180975"/>
                </a:moveTo>
                <a:lnTo>
                  <a:pt x="1047750" y="180975"/>
                </a:lnTo>
                <a:lnTo>
                  <a:pt x="1047750" y="190500"/>
                </a:lnTo>
                <a:lnTo>
                  <a:pt x="904875" y="190500"/>
                </a:lnTo>
                <a:close/>
                <a:moveTo>
                  <a:pt x="1266825" y="180975"/>
                </a:moveTo>
                <a:lnTo>
                  <a:pt x="1409700" y="180975"/>
                </a:lnTo>
                <a:lnTo>
                  <a:pt x="1409700" y="190500"/>
                </a:lnTo>
                <a:lnTo>
                  <a:pt x="1266825" y="190500"/>
                </a:lnTo>
                <a:close/>
                <a:moveTo>
                  <a:pt x="1609725" y="180975"/>
                </a:moveTo>
                <a:lnTo>
                  <a:pt x="1752600" y="180975"/>
                </a:lnTo>
                <a:lnTo>
                  <a:pt x="1752600" y="190500"/>
                </a:lnTo>
                <a:lnTo>
                  <a:pt x="1609725" y="190500"/>
                </a:lnTo>
                <a:close/>
                <a:moveTo>
                  <a:pt x="1952625" y="180975"/>
                </a:moveTo>
                <a:lnTo>
                  <a:pt x="2200275" y="180975"/>
                </a:lnTo>
                <a:lnTo>
                  <a:pt x="2200275" y="190500"/>
                </a:lnTo>
                <a:lnTo>
                  <a:pt x="1952625" y="190500"/>
                </a:lnTo>
                <a:close/>
                <a:moveTo>
                  <a:pt x="2324100" y="180975"/>
                </a:moveTo>
                <a:lnTo>
                  <a:pt x="2466975" y="180975"/>
                </a:lnTo>
                <a:lnTo>
                  <a:pt x="2466975" y="190500"/>
                </a:lnTo>
                <a:lnTo>
                  <a:pt x="2324100" y="190500"/>
                </a:lnTo>
                <a:close/>
                <a:moveTo>
                  <a:pt x="123825" y="190500"/>
                </a:moveTo>
                <a:lnTo>
                  <a:pt x="542925" y="190500"/>
                </a:lnTo>
                <a:lnTo>
                  <a:pt x="542925" y="200025"/>
                </a:lnTo>
                <a:lnTo>
                  <a:pt x="123825" y="200025"/>
                </a:lnTo>
                <a:close/>
                <a:moveTo>
                  <a:pt x="904875" y="190500"/>
                </a:moveTo>
                <a:lnTo>
                  <a:pt x="1047750" y="190500"/>
                </a:lnTo>
                <a:lnTo>
                  <a:pt x="1047750" y="200025"/>
                </a:lnTo>
                <a:lnTo>
                  <a:pt x="904875" y="200025"/>
                </a:lnTo>
                <a:close/>
                <a:moveTo>
                  <a:pt x="1266825" y="190500"/>
                </a:moveTo>
                <a:lnTo>
                  <a:pt x="1409700" y="190500"/>
                </a:lnTo>
                <a:lnTo>
                  <a:pt x="1409700" y="200025"/>
                </a:lnTo>
                <a:lnTo>
                  <a:pt x="1266825" y="200025"/>
                </a:lnTo>
                <a:close/>
                <a:moveTo>
                  <a:pt x="1609725" y="190500"/>
                </a:moveTo>
                <a:lnTo>
                  <a:pt x="1752600" y="190500"/>
                </a:lnTo>
                <a:lnTo>
                  <a:pt x="1752600" y="200025"/>
                </a:lnTo>
                <a:lnTo>
                  <a:pt x="1609725" y="200025"/>
                </a:lnTo>
                <a:close/>
                <a:moveTo>
                  <a:pt x="1952625" y="190500"/>
                </a:moveTo>
                <a:lnTo>
                  <a:pt x="2209800" y="190500"/>
                </a:lnTo>
                <a:lnTo>
                  <a:pt x="2209800" y="200025"/>
                </a:lnTo>
                <a:lnTo>
                  <a:pt x="1952625" y="200025"/>
                </a:lnTo>
                <a:close/>
                <a:moveTo>
                  <a:pt x="2324100" y="190500"/>
                </a:moveTo>
                <a:lnTo>
                  <a:pt x="2466975" y="190500"/>
                </a:lnTo>
                <a:lnTo>
                  <a:pt x="2466975" y="200025"/>
                </a:lnTo>
                <a:lnTo>
                  <a:pt x="2324100" y="200025"/>
                </a:lnTo>
                <a:close/>
                <a:moveTo>
                  <a:pt x="133350" y="200025"/>
                </a:moveTo>
                <a:lnTo>
                  <a:pt x="533400" y="200025"/>
                </a:lnTo>
                <a:lnTo>
                  <a:pt x="533400" y="209550"/>
                </a:lnTo>
                <a:lnTo>
                  <a:pt x="133350" y="209550"/>
                </a:lnTo>
                <a:close/>
                <a:moveTo>
                  <a:pt x="904875" y="200025"/>
                </a:moveTo>
                <a:lnTo>
                  <a:pt x="1047750" y="200025"/>
                </a:lnTo>
                <a:lnTo>
                  <a:pt x="1047750" y="209550"/>
                </a:lnTo>
                <a:lnTo>
                  <a:pt x="904875" y="209550"/>
                </a:lnTo>
                <a:close/>
                <a:moveTo>
                  <a:pt x="1266825" y="200025"/>
                </a:moveTo>
                <a:lnTo>
                  <a:pt x="1409700" y="200025"/>
                </a:lnTo>
                <a:lnTo>
                  <a:pt x="1409700" y="209550"/>
                </a:lnTo>
                <a:lnTo>
                  <a:pt x="1266825" y="209550"/>
                </a:lnTo>
                <a:close/>
                <a:moveTo>
                  <a:pt x="1609725" y="200025"/>
                </a:moveTo>
                <a:lnTo>
                  <a:pt x="1752600" y="200025"/>
                </a:lnTo>
                <a:lnTo>
                  <a:pt x="1752600" y="209550"/>
                </a:lnTo>
                <a:lnTo>
                  <a:pt x="1609725" y="209550"/>
                </a:lnTo>
                <a:close/>
                <a:moveTo>
                  <a:pt x="1952625" y="200025"/>
                </a:moveTo>
                <a:lnTo>
                  <a:pt x="2219325" y="200025"/>
                </a:lnTo>
                <a:lnTo>
                  <a:pt x="2219325" y="209550"/>
                </a:lnTo>
                <a:lnTo>
                  <a:pt x="1952625" y="209550"/>
                </a:lnTo>
                <a:close/>
                <a:moveTo>
                  <a:pt x="2324100" y="200025"/>
                </a:moveTo>
                <a:lnTo>
                  <a:pt x="2466975" y="200025"/>
                </a:lnTo>
                <a:lnTo>
                  <a:pt x="2466975" y="209550"/>
                </a:lnTo>
                <a:lnTo>
                  <a:pt x="2324100" y="209550"/>
                </a:lnTo>
                <a:close/>
                <a:moveTo>
                  <a:pt x="142875" y="209550"/>
                </a:moveTo>
                <a:lnTo>
                  <a:pt x="523875" y="209550"/>
                </a:lnTo>
                <a:lnTo>
                  <a:pt x="523875" y="219075"/>
                </a:lnTo>
                <a:lnTo>
                  <a:pt x="142875" y="219075"/>
                </a:lnTo>
                <a:close/>
                <a:moveTo>
                  <a:pt x="904875" y="209550"/>
                </a:moveTo>
                <a:lnTo>
                  <a:pt x="1047750" y="209550"/>
                </a:lnTo>
                <a:lnTo>
                  <a:pt x="1047750" y="219075"/>
                </a:lnTo>
                <a:lnTo>
                  <a:pt x="904875" y="219075"/>
                </a:lnTo>
                <a:close/>
                <a:moveTo>
                  <a:pt x="1266825" y="209550"/>
                </a:moveTo>
                <a:lnTo>
                  <a:pt x="1409700" y="209550"/>
                </a:lnTo>
                <a:lnTo>
                  <a:pt x="1409700" y="219075"/>
                </a:lnTo>
                <a:lnTo>
                  <a:pt x="1266825" y="219075"/>
                </a:lnTo>
                <a:close/>
                <a:moveTo>
                  <a:pt x="1609725" y="209550"/>
                </a:moveTo>
                <a:lnTo>
                  <a:pt x="1752600" y="209550"/>
                </a:lnTo>
                <a:lnTo>
                  <a:pt x="1752600" y="219075"/>
                </a:lnTo>
                <a:lnTo>
                  <a:pt x="1609725" y="219075"/>
                </a:lnTo>
                <a:close/>
                <a:moveTo>
                  <a:pt x="1952625" y="209550"/>
                </a:moveTo>
                <a:lnTo>
                  <a:pt x="2219325" y="209550"/>
                </a:lnTo>
                <a:lnTo>
                  <a:pt x="2219325" y="219075"/>
                </a:lnTo>
                <a:lnTo>
                  <a:pt x="1952625" y="219075"/>
                </a:lnTo>
                <a:close/>
                <a:moveTo>
                  <a:pt x="2324100" y="209550"/>
                </a:moveTo>
                <a:lnTo>
                  <a:pt x="2466975" y="209550"/>
                </a:lnTo>
                <a:lnTo>
                  <a:pt x="2466975" y="219075"/>
                </a:lnTo>
                <a:lnTo>
                  <a:pt x="2324100" y="219075"/>
                </a:lnTo>
                <a:close/>
                <a:moveTo>
                  <a:pt x="161925" y="219075"/>
                </a:moveTo>
                <a:lnTo>
                  <a:pt x="514350" y="219075"/>
                </a:lnTo>
                <a:lnTo>
                  <a:pt x="514350" y="228600"/>
                </a:lnTo>
                <a:lnTo>
                  <a:pt x="161925" y="228600"/>
                </a:lnTo>
                <a:close/>
                <a:moveTo>
                  <a:pt x="904875" y="219075"/>
                </a:moveTo>
                <a:lnTo>
                  <a:pt x="1047750" y="219075"/>
                </a:lnTo>
                <a:lnTo>
                  <a:pt x="1047750" y="228600"/>
                </a:lnTo>
                <a:lnTo>
                  <a:pt x="904875" y="228600"/>
                </a:lnTo>
                <a:close/>
                <a:moveTo>
                  <a:pt x="1266825" y="219075"/>
                </a:moveTo>
                <a:lnTo>
                  <a:pt x="1409700" y="219075"/>
                </a:lnTo>
                <a:lnTo>
                  <a:pt x="1409700" y="228600"/>
                </a:lnTo>
                <a:lnTo>
                  <a:pt x="1266825" y="228600"/>
                </a:lnTo>
                <a:close/>
                <a:moveTo>
                  <a:pt x="1609725" y="219075"/>
                </a:moveTo>
                <a:lnTo>
                  <a:pt x="1752600" y="219075"/>
                </a:lnTo>
                <a:lnTo>
                  <a:pt x="1752600" y="228600"/>
                </a:lnTo>
                <a:lnTo>
                  <a:pt x="1609725" y="228600"/>
                </a:lnTo>
                <a:close/>
                <a:moveTo>
                  <a:pt x="1952625" y="219075"/>
                </a:moveTo>
                <a:lnTo>
                  <a:pt x="2228850" y="219075"/>
                </a:lnTo>
                <a:lnTo>
                  <a:pt x="2228850" y="228600"/>
                </a:lnTo>
                <a:lnTo>
                  <a:pt x="1952625" y="228600"/>
                </a:lnTo>
                <a:close/>
                <a:moveTo>
                  <a:pt x="2324100" y="219075"/>
                </a:moveTo>
                <a:lnTo>
                  <a:pt x="2466975" y="219075"/>
                </a:lnTo>
                <a:lnTo>
                  <a:pt x="2466975" y="228600"/>
                </a:lnTo>
                <a:lnTo>
                  <a:pt x="2324100" y="228600"/>
                </a:lnTo>
                <a:close/>
                <a:moveTo>
                  <a:pt x="171450" y="228600"/>
                </a:moveTo>
                <a:lnTo>
                  <a:pt x="495300" y="228600"/>
                </a:lnTo>
                <a:lnTo>
                  <a:pt x="495300" y="238125"/>
                </a:lnTo>
                <a:lnTo>
                  <a:pt x="171450" y="238125"/>
                </a:lnTo>
                <a:close/>
                <a:moveTo>
                  <a:pt x="904875" y="228600"/>
                </a:moveTo>
                <a:lnTo>
                  <a:pt x="1047750" y="228600"/>
                </a:lnTo>
                <a:lnTo>
                  <a:pt x="1047750" y="238125"/>
                </a:lnTo>
                <a:lnTo>
                  <a:pt x="904875" y="238125"/>
                </a:lnTo>
                <a:close/>
                <a:moveTo>
                  <a:pt x="1266825" y="228600"/>
                </a:moveTo>
                <a:lnTo>
                  <a:pt x="1409700" y="228600"/>
                </a:lnTo>
                <a:lnTo>
                  <a:pt x="1409700" y="238125"/>
                </a:lnTo>
                <a:lnTo>
                  <a:pt x="1266825" y="238125"/>
                </a:lnTo>
                <a:close/>
                <a:moveTo>
                  <a:pt x="1609725" y="228600"/>
                </a:moveTo>
                <a:lnTo>
                  <a:pt x="1752600" y="228600"/>
                </a:lnTo>
                <a:lnTo>
                  <a:pt x="1752600" y="238125"/>
                </a:lnTo>
                <a:lnTo>
                  <a:pt x="1609725" y="238125"/>
                </a:lnTo>
                <a:close/>
                <a:moveTo>
                  <a:pt x="1952625" y="228600"/>
                </a:moveTo>
                <a:lnTo>
                  <a:pt x="2238375" y="228600"/>
                </a:lnTo>
                <a:lnTo>
                  <a:pt x="2238375" y="238125"/>
                </a:lnTo>
                <a:lnTo>
                  <a:pt x="1952625" y="238125"/>
                </a:lnTo>
                <a:close/>
                <a:moveTo>
                  <a:pt x="2324100" y="228600"/>
                </a:moveTo>
                <a:lnTo>
                  <a:pt x="2466975" y="228600"/>
                </a:lnTo>
                <a:lnTo>
                  <a:pt x="2466975" y="238125"/>
                </a:lnTo>
                <a:lnTo>
                  <a:pt x="2324100" y="238125"/>
                </a:lnTo>
                <a:close/>
                <a:moveTo>
                  <a:pt x="190500" y="238125"/>
                </a:moveTo>
                <a:lnTo>
                  <a:pt x="476250" y="238125"/>
                </a:lnTo>
                <a:lnTo>
                  <a:pt x="476250" y="247650"/>
                </a:lnTo>
                <a:lnTo>
                  <a:pt x="190500" y="247650"/>
                </a:lnTo>
                <a:close/>
                <a:moveTo>
                  <a:pt x="904875" y="238125"/>
                </a:moveTo>
                <a:lnTo>
                  <a:pt x="1047750" y="238125"/>
                </a:lnTo>
                <a:lnTo>
                  <a:pt x="1047750" y="247650"/>
                </a:lnTo>
                <a:lnTo>
                  <a:pt x="904875" y="247650"/>
                </a:lnTo>
                <a:close/>
                <a:moveTo>
                  <a:pt x="1266825" y="238125"/>
                </a:moveTo>
                <a:lnTo>
                  <a:pt x="1409700" y="238125"/>
                </a:lnTo>
                <a:lnTo>
                  <a:pt x="1409700" y="247650"/>
                </a:lnTo>
                <a:lnTo>
                  <a:pt x="1266825" y="247650"/>
                </a:lnTo>
                <a:close/>
                <a:moveTo>
                  <a:pt x="1609725" y="238125"/>
                </a:moveTo>
                <a:lnTo>
                  <a:pt x="1752600" y="238125"/>
                </a:lnTo>
                <a:lnTo>
                  <a:pt x="1752600" y="247650"/>
                </a:lnTo>
                <a:lnTo>
                  <a:pt x="1609725" y="247650"/>
                </a:lnTo>
                <a:close/>
                <a:moveTo>
                  <a:pt x="1952625" y="238125"/>
                </a:moveTo>
                <a:lnTo>
                  <a:pt x="2238375" y="238125"/>
                </a:lnTo>
                <a:lnTo>
                  <a:pt x="2238375" y="247650"/>
                </a:lnTo>
                <a:lnTo>
                  <a:pt x="1952625" y="247650"/>
                </a:lnTo>
                <a:close/>
                <a:moveTo>
                  <a:pt x="2324100" y="238125"/>
                </a:moveTo>
                <a:lnTo>
                  <a:pt x="2466975" y="238125"/>
                </a:lnTo>
                <a:lnTo>
                  <a:pt x="2466975" y="247650"/>
                </a:lnTo>
                <a:lnTo>
                  <a:pt x="2324100" y="247650"/>
                </a:lnTo>
                <a:close/>
                <a:moveTo>
                  <a:pt x="209550" y="247650"/>
                </a:moveTo>
                <a:lnTo>
                  <a:pt x="457200" y="247650"/>
                </a:lnTo>
                <a:lnTo>
                  <a:pt x="457200" y="257175"/>
                </a:lnTo>
                <a:lnTo>
                  <a:pt x="209550" y="257175"/>
                </a:lnTo>
                <a:close/>
                <a:moveTo>
                  <a:pt x="904875" y="247650"/>
                </a:moveTo>
                <a:lnTo>
                  <a:pt x="1047750" y="247650"/>
                </a:lnTo>
                <a:lnTo>
                  <a:pt x="1047750" y="257175"/>
                </a:lnTo>
                <a:lnTo>
                  <a:pt x="904875" y="257175"/>
                </a:lnTo>
                <a:close/>
                <a:moveTo>
                  <a:pt x="1266825" y="247650"/>
                </a:moveTo>
                <a:lnTo>
                  <a:pt x="1409700" y="247650"/>
                </a:lnTo>
                <a:lnTo>
                  <a:pt x="1409700" y="257175"/>
                </a:lnTo>
                <a:lnTo>
                  <a:pt x="1266825" y="257175"/>
                </a:lnTo>
                <a:close/>
                <a:moveTo>
                  <a:pt x="1609725" y="247650"/>
                </a:moveTo>
                <a:lnTo>
                  <a:pt x="1752600" y="247650"/>
                </a:lnTo>
                <a:lnTo>
                  <a:pt x="1752600" y="257175"/>
                </a:lnTo>
                <a:lnTo>
                  <a:pt x="1609725" y="257175"/>
                </a:lnTo>
                <a:close/>
                <a:moveTo>
                  <a:pt x="1952625" y="247650"/>
                </a:moveTo>
                <a:lnTo>
                  <a:pt x="2247900" y="247650"/>
                </a:lnTo>
                <a:lnTo>
                  <a:pt x="2247900" y="257175"/>
                </a:lnTo>
                <a:lnTo>
                  <a:pt x="1952625" y="257175"/>
                </a:lnTo>
                <a:close/>
                <a:moveTo>
                  <a:pt x="2324100" y="247650"/>
                </a:moveTo>
                <a:lnTo>
                  <a:pt x="2466975" y="247650"/>
                </a:lnTo>
                <a:lnTo>
                  <a:pt x="2466975" y="257175"/>
                </a:lnTo>
                <a:lnTo>
                  <a:pt x="2324100" y="257175"/>
                </a:lnTo>
                <a:close/>
                <a:moveTo>
                  <a:pt x="238125" y="257175"/>
                </a:moveTo>
                <a:lnTo>
                  <a:pt x="428625" y="257175"/>
                </a:lnTo>
                <a:lnTo>
                  <a:pt x="428625" y="266700"/>
                </a:lnTo>
                <a:lnTo>
                  <a:pt x="238125" y="266700"/>
                </a:lnTo>
                <a:close/>
                <a:moveTo>
                  <a:pt x="904875" y="257175"/>
                </a:moveTo>
                <a:lnTo>
                  <a:pt x="1047750" y="257175"/>
                </a:lnTo>
                <a:lnTo>
                  <a:pt x="1047750" y="266700"/>
                </a:lnTo>
                <a:lnTo>
                  <a:pt x="904875" y="266700"/>
                </a:lnTo>
                <a:close/>
                <a:moveTo>
                  <a:pt x="1266825" y="257175"/>
                </a:moveTo>
                <a:lnTo>
                  <a:pt x="1409700" y="257175"/>
                </a:lnTo>
                <a:lnTo>
                  <a:pt x="1409700" y="266700"/>
                </a:lnTo>
                <a:lnTo>
                  <a:pt x="1266825" y="266700"/>
                </a:lnTo>
                <a:close/>
                <a:moveTo>
                  <a:pt x="1609725" y="257175"/>
                </a:moveTo>
                <a:lnTo>
                  <a:pt x="1752600" y="257175"/>
                </a:lnTo>
                <a:lnTo>
                  <a:pt x="1752600" y="266700"/>
                </a:lnTo>
                <a:lnTo>
                  <a:pt x="1609725" y="266700"/>
                </a:lnTo>
                <a:close/>
                <a:moveTo>
                  <a:pt x="1952625" y="257175"/>
                </a:moveTo>
                <a:lnTo>
                  <a:pt x="2247900" y="257175"/>
                </a:lnTo>
                <a:lnTo>
                  <a:pt x="2247900" y="266700"/>
                </a:lnTo>
                <a:lnTo>
                  <a:pt x="1952625" y="266700"/>
                </a:lnTo>
                <a:close/>
                <a:moveTo>
                  <a:pt x="2324100" y="257175"/>
                </a:moveTo>
                <a:lnTo>
                  <a:pt x="2466975" y="257175"/>
                </a:lnTo>
                <a:lnTo>
                  <a:pt x="2466975" y="266700"/>
                </a:lnTo>
                <a:lnTo>
                  <a:pt x="2324100" y="266700"/>
                </a:lnTo>
                <a:close/>
                <a:moveTo>
                  <a:pt x="28575" y="266700"/>
                </a:moveTo>
                <a:lnTo>
                  <a:pt x="638175" y="266700"/>
                </a:lnTo>
                <a:lnTo>
                  <a:pt x="638175" y="276225"/>
                </a:lnTo>
                <a:lnTo>
                  <a:pt x="28575" y="276225"/>
                </a:lnTo>
                <a:close/>
                <a:moveTo>
                  <a:pt x="904875" y="266700"/>
                </a:moveTo>
                <a:lnTo>
                  <a:pt x="1047750" y="266700"/>
                </a:lnTo>
                <a:lnTo>
                  <a:pt x="1047750" y="276225"/>
                </a:lnTo>
                <a:lnTo>
                  <a:pt x="904875" y="276225"/>
                </a:lnTo>
                <a:close/>
                <a:moveTo>
                  <a:pt x="1266825" y="266700"/>
                </a:moveTo>
                <a:lnTo>
                  <a:pt x="1409700" y="266700"/>
                </a:lnTo>
                <a:lnTo>
                  <a:pt x="1409700" y="276225"/>
                </a:lnTo>
                <a:lnTo>
                  <a:pt x="1266825" y="276225"/>
                </a:lnTo>
                <a:close/>
                <a:moveTo>
                  <a:pt x="1609725" y="266700"/>
                </a:moveTo>
                <a:lnTo>
                  <a:pt x="1752600" y="266700"/>
                </a:lnTo>
                <a:lnTo>
                  <a:pt x="1752600" y="276225"/>
                </a:lnTo>
                <a:lnTo>
                  <a:pt x="1609725" y="276225"/>
                </a:lnTo>
                <a:close/>
                <a:moveTo>
                  <a:pt x="1952625" y="266700"/>
                </a:moveTo>
                <a:lnTo>
                  <a:pt x="2095500" y="266700"/>
                </a:lnTo>
                <a:lnTo>
                  <a:pt x="2095500" y="276225"/>
                </a:lnTo>
                <a:lnTo>
                  <a:pt x="1952625" y="276225"/>
                </a:lnTo>
                <a:close/>
                <a:moveTo>
                  <a:pt x="2105025" y="266700"/>
                </a:moveTo>
                <a:lnTo>
                  <a:pt x="2257425" y="266700"/>
                </a:lnTo>
                <a:lnTo>
                  <a:pt x="2257425" y="276225"/>
                </a:lnTo>
                <a:lnTo>
                  <a:pt x="2105025" y="276225"/>
                </a:lnTo>
                <a:close/>
                <a:moveTo>
                  <a:pt x="2324100" y="266700"/>
                </a:moveTo>
                <a:lnTo>
                  <a:pt x="2466975" y="266700"/>
                </a:lnTo>
                <a:lnTo>
                  <a:pt x="2466975" y="276225"/>
                </a:lnTo>
                <a:lnTo>
                  <a:pt x="2324100" y="276225"/>
                </a:lnTo>
                <a:close/>
                <a:moveTo>
                  <a:pt x="28575" y="276225"/>
                </a:moveTo>
                <a:lnTo>
                  <a:pt x="638175" y="276225"/>
                </a:lnTo>
                <a:lnTo>
                  <a:pt x="638175" y="285750"/>
                </a:lnTo>
                <a:lnTo>
                  <a:pt x="28575" y="285750"/>
                </a:lnTo>
                <a:close/>
                <a:moveTo>
                  <a:pt x="904875" y="276225"/>
                </a:moveTo>
                <a:lnTo>
                  <a:pt x="1047750" y="276225"/>
                </a:lnTo>
                <a:lnTo>
                  <a:pt x="1047750" y="285750"/>
                </a:lnTo>
                <a:lnTo>
                  <a:pt x="904875" y="285750"/>
                </a:lnTo>
                <a:close/>
                <a:moveTo>
                  <a:pt x="1266825" y="276225"/>
                </a:moveTo>
                <a:lnTo>
                  <a:pt x="1409700" y="276225"/>
                </a:lnTo>
                <a:lnTo>
                  <a:pt x="1409700" y="285750"/>
                </a:lnTo>
                <a:lnTo>
                  <a:pt x="1266825" y="285750"/>
                </a:lnTo>
                <a:close/>
                <a:moveTo>
                  <a:pt x="1609725" y="276225"/>
                </a:moveTo>
                <a:lnTo>
                  <a:pt x="1752600" y="276225"/>
                </a:lnTo>
                <a:lnTo>
                  <a:pt x="1752600" y="285750"/>
                </a:lnTo>
                <a:lnTo>
                  <a:pt x="1609725" y="285750"/>
                </a:lnTo>
                <a:close/>
                <a:moveTo>
                  <a:pt x="1952625" y="276225"/>
                </a:moveTo>
                <a:lnTo>
                  <a:pt x="2095500" y="276225"/>
                </a:lnTo>
                <a:lnTo>
                  <a:pt x="2095500" y="285750"/>
                </a:lnTo>
                <a:lnTo>
                  <a:pt x="1952625" y="285750"/>
                </a:lnTo>
                <a:close/>
                <a:moveTo>
                  <a:pt x="2114550" y="276225"/>
                </a:moveTo>
                <a:lnTo>
                  <a:pt x="2266950" y="276225"/>
                </a:lnTo>
                <a:lnTo>
                  <a:pt x="2266950" y="285750"/>
                </a:lnTo>
                <a:lnTo>
                  <a:pt x="2114550" y="285750"/>
                </a:lnTo>
                <a:close/>
                <a:moveTo>
                  <a:pt x="2324100" y="276225"/>
                </a:moveTo>
                <a:lnTo>
                  <a:pt x="2466975" y="276225"/>
                </a:lnTo>
                <a:lnTo>
                  <a:pt x="2466975" y="285750"/>
                </a:lnTo>
                <a:lnTo>
                  <a:pt x="2324100" y="285750"/>
                </a:lnTo>
                <a:close/>
                <a:moveTo>
                  <a:pt x="28575" y="285750"/>
                </a:moveTo>
                <a:lnTo>
                  <a:pt x="638175" y="285750"/>
                </a:lnTo>
                <a:lnTo>
                  <a:pt x="638175" y="295275"/>
                </a:lnTo>
                <a:lnTo>
                  <a:pt x="28575" y="295275"/>
                </a:lnTo>
                <a:close/>
                <a:moveTo>
                  <a:pt x="904875" y="285750"/>
                </a:moveTo>
                <a:lnTo>
                  <a:pt x="1047750" y="285750"/>
                </a:lnTo>
                <a:lnTo>
                  <a:pt x="1047750" y="295275"/>
                </a:lnTo>
                <a:lnTo>
                  <a:pt x="904875" y="295275"/>
                </a:lnTo>
                <a:close/>
                <a:moveTo>
                  <a:pt x="1266825" y="285750"/>
                </a:moveTo>
                <a:lnTo>
                  <a:pt x="1409700" y="285750"/>
                </a:lnTo>
                <a:lnTo>
                  <a:pt x="1409700" y="295275"/>
                </a:lnTo>
                <a:lnTo>
                  <a:pt x="1266825" y="295275"/>
                </a:lnTo>
                <a:close/>
                <a:moveTo>
                  <a:pt x="1609725" y="285750"/>
                </a:moveTo>
                <a:lnTo>
                  <a:pt x="1752600" y="285750"/>
                </a:lnTo>
                <a:lnTo>
                  <a:pt x="1752600" y="295275"/>
                </a:lnTo>
                <a:lnTo>
                  <a:pt x="1609725" y="295275"/>
                </a:lnTo>
                <a:close/>
                <a:moveTo>
                  <a:pt x="1952625" y="285750"/>
                </a:moveTo>
                <a:lnTo>
                  <a:pt x="2095500" y="285750"/>
                </a:lnTo>
                <a:lnTo>
                  <a:pt x="2095500" y="295275"/>
                </a:lnTo>
                <a:lnTo>
                  <a:pt x="1952625" y="295275"/>
                </a:lnTo>
                <a:close/>
                <a:moveTo>
                  <a:pt x="2114550" y="285750"/>
                </a:moveTo>
                <a:lnTo>
                  <a:pt x="2266950" y="285750"/>
                </a:lnTo>
                <a:lnTo>
                  <a:pt x="2266950" y="295275"/>
                </a:lnTo>
                <a:lnTo>
                  <a:pt x="2114550" y="295275"/>
                </a:lnTo>
                <a:close/>
                <a:moveTo>
                  <a:pt x="2324100" y="285750"/>
                </a:moveTo>
                <a:lnTo>
                  <a:pt x="2466975" y="285750"/>
                </a:lnTo>
                <a:lnTo>
                  <a:pt x="2466975" y="295275"/>
                </a:lnTo>
                <a:lnTo>
                  <a:pt x="2324100" y="295275"/>
                </a:lnTo>
                <a:close/>
                <a:moveTo>
                  <a:pt x="28575" y="295275"/>
                </a:moveTo>
                <a:lnTo>
                  <a:pt x="638175" y="295275"/>
                </a:lnTo>
                <a:lnTo>
                  <a:pt x="638175" y="304800"/>
                </a:lnTo>
                <a:lnTo>
                  <a:pt x="28575" y="304800"/>
                </a:lnTo>
                <a:close/>
                <a:moveTo>
                  <a:pt x="904875" y="295275"/>
                </a:moveTo>
                <a:lnTo>
                  <a:pt x="1047750" y="295275"/>
                </a:lnTo>
                <a:lnTo>
                  <a:pt x="1047750" y="304800"/>
                </a:lnTo>
                <a:lnTo>
                  <a:pt x="904875" y="304800"/>
                </a:lnTo>
                <a:close/>
                <a:moveTo>
                  <a:pt x="1266825" y="295275"/>
                </a:moveTo>
                <a:lnTo>
                  <a:pt x="1409700" y="295275"/>
                </a:lnTo>
                <a:lnTo>
                  <a:pt x="1409700" y="304800"/>
                </a:lnTo>
                <a:lnTo>
                  <a:pt x="1266825" y="304800"/>
                </a:lnTo>
                <a:close/>
                <a:moveTo>
                  <a:pt x="1609725" y="295275"/>
                </a:moveTo>
                <a:lnTo>
                  <a:pt x="1752600" y="295275"/>
                </a:lnTo>
                <a:lnTo>
                  <a:pt x="1752600" y="304800"/>
                </a:lnTo>
                <a:lnTo>
                  <a:pt x="1609725" y="304800"/>
                </a:lnTo>
                <a:close/>
                <a:moveTo>
                  <a:pt x="1952625" y="295275"/>
                </a:moveTo>
                <a:lnTo>
                  <a:pt x="2095500" y="295275"/>
                </a:lnTo>
                <a:lnTo>
                  <a:pt x="2095500" y="304800"/>
                </a:lnTo>
                <a:lnTo>
                  <a:pt x="1952625" y="304800"/>
                </a:lnTo>
                <a:close/>
                <a:moveTo>
                  <a:pt x="2124075" y="295275"/>
                </a:moveTo>
                <a:lnTo>
                  <a:pt x="2276475" y="295275"/>
                </a:lnTo>
                <a:lnTo>
                  <a:pt x="2276475" y="304800"/>
                </a:lnTo>
                <a:lnTo>
                  <a:pt x="2124075" y="304800"/>
                </a:lnTo>
                <a:close/>
                <a:moveTo>
                  <a:pt x="2324100" y="295275"/>
                </a:moveTo>
                <a:lnTo>
                  <a:pt x="2466975" y="295275"/>
                </a:lnTo>
                <a:lnTo>
                  <a:pt x="2466975" y="304800"/>
                </a:lnTo>
                <a:lnTo>
                  <a:pt x="2324100" y="304800"/>
                </a:lnTo>
                <a:close/>
                <a:moveTo>
                  <a:pt x="28575" y="304800"/>
                </a:moveTo>
                <a:lnTo>
                  <a:pt x="638175" y="304800"/>
                </a:lnTo>
                <a:lnTo>
                  <a:pt x="638175" y="314325"/>
                </a:lnTo>
                <a:lnTo>
                  <a:pt x="28575" y="314325"/>
                </a:lnTo>
                <a:close/>
                <a:moveTo>
                  <a:pt x="904875" y="304800"/>
                </a:moveTo>
                <a:lnTo>
                  <a:pt x="1047750" y="304800"/>
                </a:lnTo>
                <a:lnTo>
                  <a:pt x="1047750" y="314325"/>
                </a:lnTo>
                <a:lnTo>
                  <a:pt x="904875" y="314325"/>
                </a:lnTo>
                <a:close/>
                <a:moveTo>
                  <a:pt x="1266825" y="304800"/>
                </a:moveTo>
                <a:lnTo>
                  <a:pt x="1409700" y="304800"/>
                </a:lnTo>
                <a:lnTo>
                  <a:pt x="1409700" y="314325"/>
                </a:lnTo>
                <a:lnTo>
                  <a:pt x="1266825" y="314325"/>
                </a:lnTo>
                <a:close/>
                <a:moveTo>
                  <a:pt x="1609725" y="304800"/>
                </a:moveTo>
                <a:lnTo>
                  <a:pt x="1752600" y="304800"/>
                </a:lnTo>
                <a:lnTo>
                  <a:pt x="1752600" y="314325"/>
                </a:lnTo>
                <a:lnTo>
                  <a:pt x="1609725" y="314325"/>
                </a:lnTo>
                <a:close/>
                <a:moveTo>
                  <a:pt x="1952625" y="304800"/>
                </a:moveTo>
                <a:lnTo>
                  <a:pt x="2095500" y="304800"/>
                </a:lnTo>
                <a:lnTo>
                  <a:pt x="2095500" y="314325"/>
                </a:lnTo>
                <a:lnTo>
                  <a:pt x="1952625" y="314325"/>
                </a:lnTo>
                <a:close/>
                <a:moveTo>
                  <a:pt x="2124075" y="304800"/>
                </a:moveTo>
                <a:lnTo>
                  <a:pt x="2286000" y="304800"/>
                </a:lnTo>
                <a:lnTo>
                  <a:pt x="2286000" y="314325"/>
                </a:lnTo>
                <a:lnTo>
                  <a:pt x="2124075" y="314325"/>
                </a:lnTo>
                <a:close/>
                <a:moveTo>
                  <a:pt x="2324100" y="304800"/>
                </a:moveTo>
                <a:lnTo>
                  <a:pt x="2466975" y="304800"/>
                </a:lnTo>
                <a:lnTo>
                  <a:pt x="2466975" y="314325"/>
                </a:lnTo>
                <a:lnTo>
                  <a:pt x="2324100" y="314325"/>
                </a:lnTo>
                <a:close/>
                <a:moveTo>
                  <a:pt x="28575" y="314325"/>
                </a:moveTo>
                <a:lnTo>
                  <a:pt x="638175" y="314325"/>
                </a:lnTo>
                <a:lnTo>
                  <a:pt x="638175" y="323850"/>
                </a:lnTo>
                <a:lnTo>
                  <a:pt x="28575" y="323850"/>
                </a:lnTo>
                <a:close/>
                <a:moveTo>
                  <a:pt x="904875" y="314325"/>
                </a:moveTo>
                <a:lnTo>
                  <a:pt x="1047750" y="314325"/>
                </a:lnTo>
                <a:lnTo>
                  <a:pt x="1047750" y="323850"/>
                </a:lnTo>
                <a:lnTo>
                  <a:pt x="904875" y="323850"/>
                </a:lnTo>
                <a:close/>
                <a:moveTo>
                  <a:pt x="1266825" y="314325"/>
                </a:moveTo>
                <a:lnTo>
                  <a:pt x="1409700" y="314325"/>
                </a:lnTo>
                <a:lnTo>
                  <a:pt x="1409700" y="323850"/>
                </a:lnTo>
                <a:lnTo>
                  <a:pt x="1266825" y="323850"/>
                </a:lnTo>
                <a:close/>
                <a:moveTo>
                  <a:pt x="1609725" y="314325"/>
                </a:moveTo>
                <a:lnTo>
                  <a:pt x="1752600" y="314325"/>
                </a:lnTo>
                <a:lnTo>
                  <a:pt x="1752600" y="323850"/>
                </a:lnTo>
                <a:lnTo>
                  <a:pt x="1609725" y="323850"/>
                </a:lnTo>
                <a:close/>
                <a:moveTo>
                  <a:pt x="1952625" y="314325"/>
                </a:moveTo>
                <a:lnTo>
                  <a:pt x="2095500" y="314325"/>
                </a:lnTo>
                <a:lnTo>
                  <a:pt x="2095500" y="323850"/>
                </a:lnTo>
                <a:lnTo>
                  <a:pt x="1952625" y="323850"/>
                </a:lnTo>
                <a:close/>
                <a:moveTo>
                  <a:pt x="2133600" y="314325"/>
                </a:moveTo>
                <a:lnTo>
                  <a:pt x="2286000" y="314325"/>
                </a:lnTo>
                <a:lnTo>
                  <a:pt x="2286000" y="323850"/>
                </a:lnTo>
                <a:lnTo>
                  <a:pt x="2133600" y="323850"/>
                </a:lnTo>
                <a:close/>
                <a:moveTo>
                  <a:pt x="2324100" y="314325"/>
                </a:moveTo>
                <a:lnTo>
                  <a:pt x="2466975" y="314325"/>
                </a:lnTo>
                <a:lnTo>
                  <a:pt x="2466975" y="323850"/>
                </a:lnTo>
                <a:lnTo>
                  <a:pt x="2324100" y="323850"/>
                </a:lnTo>
                <a:close/>
                <a:moveTo>
                  <a:pt x="28575" y="323850"/>
                </a:moveTo>
                <a:lnTo>
                  <a:pt x="638175" y="323850"/>
                </a:lnTo>
                <a:lnTo>
                  <a:pt x="638175" y="333375"/>
                </a:lnTo>
                <a:lnTo>
                  <a:pt x="28575" y="333375"/>
                </a:lnTo>
                <a:close/>
                <a:moveTo>
                  <a:pt x="904875" y="323850"/>
                </a:moveTo>
                <a:lnTo>
                  <a:pt x="1047750" y="323850"/>
                </a:lnTo>
                <a:lnTo>
                  <a:pt x="1047750" y="333375"/>
                </a:lnTo>
                <a:lnTo>
                  <a:pt x="904875" y="333375"/>
                </a:lnTo>
                <a:close/>
                <a:moveTo>
                  <a:pt x="1266825" y="323850"/>
                </a:moveTo>
                <a:lnTo>
                  <a:pt x="1409700" y="323850"/>
                </a:lnTo>
                <a:lnTo>
                  <a:pt x="1409700" y="333375"/>
                </a:lnTo>
                <a:lnTo>
                  <a:pt x="1266825" y="333375"/>
                </a:lnTo>
                <a:close/>
                <a:moveTo>
                  <a:pt x="1609725" y="323850"/>
                </a:moveTo>
                <a:lnTo>
                  <a:pt x="1752600" y="323850"/>
                </a:lnTo>
                <a:lnTo>
                  <a:pt x="1752600" y="333375"/>
                </a:lnTo>
                <a:lnTo>
                  <a:pt x="1609725" y="333375"/>
                </a:lnTo>
                <a:close/>
                <a:moveTo>
                  <a:pt x="1952625" y="323850"/>
                </a:moveTo>
                <a:lnTo>
                  <a:pt x="2095500" y="323850"/>
                </a:lnTo>
                <a:lnTo>
                  <a:pt x="2095500" y="333375"/>
                </a:lnTo>
                <a:lnTo>
                  <a:pt x="1952625" y="333375"/>
                </a:lnTo>
                <a:close/>
                <a:moveTo>
                  <a:pt x="2143125" y="323850"/>
                </a:moveTo>
                <a:lnTo>
                  <a:pt x="2295525" y="323850"/>
                </a:lnTo>
                <a:lnTo>
                  <a:pt x="2295525" y="333375"/>
                </a:lnTo>
                <a:lnTo>
                  <a:pt x="2143125" y="333375"/>
                </a:lnTo>
                <a:close/>
                <a:moveTo>
                  <a:pt x="2324100" y="323850"/>
                </a:moveTo>
                <a:lnTo>
                  <a:pt x="2466975" y="323850"/>
                </a:lnTo>
                <a:lnTo>
                  <a:pt x="2466975" y="333375"/>
                </a:lnTo>
                <a:lnTo>
                  <a:pt x="2324100" y="333375"/>
                </a:lnTo>
                <a:close/>
                <a:moveTo>
                  <a:pt x="28575" y="333375"/>
                </a:moveTo>
                <a:lnTo>
                  <a:pt x="638175" y="333375"/>
                </a:lnTo>
                <a:lnTo>
                  <a:pt x="638175" y="342900"/>
                </a:lnTo>
                <a:lnTo>
                  <a:pt x="28575" y="342900"/>
                </a:lnTo>
                <a:close/>
                <a:moveTo>
                  <a:pt x="904875" y="333375"/>
                </a:moveTo>
                <a:lnTo>
                  <a:pt x="1047750" y="333375"/>
                </a:lnTo>
                <a:lnTo>
                  <a:pt x="1047750" y="342900"/>
                </a:lnTo>
                <a:lnTo>
                  <a:pt x="904875" y="342900"/>
                </a:lnTo>
                <a:close/>
                <a:moveTo>
                  <a:pt x="1266825" y="333375"/>
                </a:moveTo>
                <a:lnTo>
                  <a:pt x="1409700" y="333375"/>
                </a:lnTo>
                <a:lnTo>
                  <a:pt x="1409700" y="342900"/>
                </a:lnTo>
                <a:lnTo>
                  <a:pt x="1266825" y="342900"/>
                </a:lnTo>
                <a:close/>
                <a:moveTo>
                  <a:pt x="1609725" y="333375"/>
                </a:moveTo>
                <a:lnTo>
                  <a:pt x="1752600" y="333375"/>
                </a:lnTo>
                <a:lnTo>
                  <a:pt x="1752600" y="342900"/>
                </a:lnTo>
                <a:lnTo>
                  <a:pt x="1609725" y="342900"/>
                </a:lnTo>
                <a:close/>
                <a:moveTo>
                  <a:pt x="1952625" y="333375"/>
                </a:moveTo>
                <a:lnTo>
                  <a:pt x="2095500" y="333375"/>
                </a:lnTo>
                <a:lnTo>
                  <a:pt x="2095500" y="342900"/>
                </a:lnTo>
                <a:lnTo>
                  <a:pt x="1952625" y="342900"/>
                </a:lnTo>
                <a:close/>
                <a:moveTo>
                  <a:pt x="2143125" y="333375"/>
                </a:moveTo>
                <a:lnTo>
                  <a:pt x="2305050" y="333375"/>
                </a:lnTo>
                <a:lnTo>
                  <a:pt x="2305050" y="342900"/>
                </a:lnTo>
                <a:lnTo>
                  <a:pt x="2143125" y="342900"/>
                </a:lnTo>
                <a:close/>
                <a:moveTo>
                  <a:pt x="2324100" y="333375"/>
                </a:moveTo>
                <a:lnTo>
                  <a:pt x="2466975" y="333375"/>
                </a:lnTo>
                <a:lnTo>
                  <a:pt x="2466975" y="342900"/>
                </a:lnTo>
                <a:lnTo>
                  <a:pt x="2324100" y="342900"/>
                </a:lnTo>
                <a:close/>
                <a:moveTo>
                  <a:pt x="28575" y="342900"/>
                </a:moveTo>
                <a:lnTo>
                  <a:pt x="638175" y="342900"/>
                </a:lnTo>
                <a:lnTo>
                  <a:pt x="638175" y="352425"/>
                </a:lnTo>
                <a:lnTo>
                  <a:pt x="28575" y="352425"/>
                </a:lnTo>
                <a:close/>
                <a:moveTo>
                  <a:pt x="904875" y="342900"/>
                </a:moveTo>
                <a:lnTo>
                  <a:pt x="1047750" y="342900"/>
                </a:lnTo>
                <a:lnTo>
                  <a:pt x="1047750" y="352425"/>
                </a:lnTo>
                <a:lnTo>
                  <a:pt x="904875" y="352425"/>
                </a:lnTo>
                <a:close/>
                <a:moveTo>
                  <a:pt x="1266825" y="342900"/>
                </a:moveTo>
                <a:lnTo>
                  <a:pt x="1409700" y="342900"/>
                </a:lnTo>
                <a:lnTo>
                  <a:pt x="1409700" y="352425"/>
                </a:lnTo>
                <a:lnTo>
                  <a:pt x="1266825" y="352425"/>
                </a:lnTo>
                <a:close/>
                <a:moveTo>
                  <a:pt x="1609725" y="342900"/>
                </a:moveTo>
                <a:lnTo>
                  <a:pt x="1752600" y="342900"/>
                </a:lnTo>
                <a:lnTo>
                  <a:pt x="1752600" y="352425"/>
                </a:lnTo>
                <a:lnTo>
                  <a:pt x="1609725" y="352425"/>
                </a:lnTo>
                <a:close/>
                <a:moveTo>
                  <a:pt x="1952625" y="342900"/>
                </a:moveTo>
                <a:lnTo>
                  <a:pt x="2095500" y="342900"/>
                </a:lnTo>
                <a:lnTo>
                  <a:pt x="2095500" y="352425"/>
                </a:lnTo>
                <a:lnTo>
                  <a:pt x="1952625" y="352425"/>
                </a:lnTo>
                <a:close/>
                <a:moveTo>
                  <a:pt x="2152650" y="342900"/>
                </a:moveTo>
                <a:lnTo>
                  <a:pt x="2305050" y="342900"/>
                </a:lnTo>
                <a:lnTo>
                  <a:pt x="2305050" y="352425"/>
                </a:lnTo>
                <a:lnTo>
                  <a:pt x="2152650" y="352425"/>
                </a:lnTo>
                <a:close/>
                <a:moveTo>
                  <a:pt x="2324100" y="342900"/>
                </a:moveTo>
                <a:lnTo>
                  <a:pt x="2466975" y="342900"/>
                </a:lnTo>
                <a:lnTo>
                  <a:pt x="2466975" y="352425"/>
                </a:lnTo>
                <a:lnTo>
                  <a:pt x="2324100" y="352425"/>
                </a:lnTo>
                <a:close/>
                <a:moveTo>
                  <a:pt x="28575" y="352425"/>
                </a:moveTo>
                <a:lnTo>
                  <a:pt x="638175" y="352425"/>
                </a:lnTo>
                <a:lnTo>
                  <a:pt x="638175" y="361950"/>
                </a:lnTo>
                <a:lnTo>
                  <a:pt x="28575" y="361950"/>
                </a:lnTo>
                <a:close/>
                <a:moveTo>
                  <a:pt x="904875" y="352425"/>
                </a:moveTo>
                <a:lnTo>
                  <a:pt x="1047750" y="352425"/>
                </a:lnTo>
                <a:lnTo>
                  <a:pt x="1047750" y="361950"/>
                </a:lnTo>
                <a:lnTo>
                  <a:pt x="904875" y="361950"/>
                </a:lnTo>
                <a:close/>
                <a:moveTo>
                  <a:pt x="1266825" y="352425"/>
                </a:moveTo>
                <a:lnTo>
                  <a:pt x="1409700" y="352425"/>
                </a:lnTo>
                <a:lnTo>
                  <a:pt x="1409700" y="361950"/>
                </a:lnTo>
                <a:lnTo>
                  <a:pt x="1266825" y="361950"/>
                </a:lnTo>
                <a:close/>
                <a:moveTo>
                  <a:pt x="1609725" y="352425"/>
                </a:moveTo>
                <a:lnTo>
                  <a:pt x="1752600" y="352425"/>
                </a:lnTo>
                <a:lnTo>
                  <a:pt x="1752600" y="361950"/>
                </a:lnTo>
                <a:lnTo>
                  <a:pt x="1609725" y="361950"/>
                </a:lnTo>
                <a:close/>
                <a:moveTo>
                  <a:pt x="1952625" y="352425"/>
                </a:moveTo>
                <a:lnTo>
                  <a:pt x="2095500" y="352425"/>
                </a:lnTo>
                <a:lnTo>
                  <a:pt x="2095500" y="361950"/>
                </a:lnTo>
                <a:lnTo>
                  <a:pt x="1952625" y="361950"/>
                </a:lnTo>
                <a:close/>
                <a:moveTo>
                  <a:pt x="2162175" y="352425"/>
                </a:moveTo>
                <a:lnTo>
                  <a:pt x="2314575" y="352425"/>
                </a:lnTo>
                <a:lnTo>
                  <a:pt x="2314575" y="361950"/>
                </a:lnTo>
                <a:lnTo>
                  <a:pt x="2162175" y="361950"/>
                </a:lnTo>
                <a:close/>
                <a:moveTo>
                  <a:pt x="2324100" y="352425"/>
                </a:moveTo>
                <a:lnTo>
                  <a:pt x="2466975" y="352425"/>
                </a:lnTo>
                <a:lnTo>
                  <a:pt x="2466975" y="361950"/>
                </a:lnTo>
                <a:lnTo>
                  <a:pt x="2324100" y="361950"/>
                </a:lnTo>
                <a:close/>
                <a:moveTo>
                  <a:pt x="28575" y="361950"/>
                </a:moveTo>
                <a:lnTo>
                  <a:pt x="638175" y="361950"/>
                </a:lnTo>
                <a:lnTo>
                  <a:pt x="638175" y="371475"/>
                </a:lnTo>
                <a:lnTo>
                  <a:pt x="28575" y="371475"/>
                </a:lnTo>
                <a:close/>
                <a:moveTo>
                  <a:pt x="904875" y="361950"/>
                </a:moveTo>
                <a:lnTo>
                  <a:pt x="1047750" y="361950"/>
                </a:lnTo>
                <a:lnTo>
                  <a:pt x="1047750" y="371475"/>
                </a:lnTo>
                <a:lnTo>
                  <a:pt x="904875" y="371475"/>
                </a:lnTo>
                <a:close/>
                <a:moveTo>
                  <a:pt x="1266825" y="361950"/>
                </a:moveTo>
                <a:lnTo>
                  <a:pt x="1409700" y="361950"/>
                </a:lnTo>
                <a:lnTo>
                  <a:pt x="1409700" y="371475"/>
                </a:lnTo>
                <a:lnTo>
                  <a:pt x="1266825" y="371475"/>
                </a:lnTo>
                <a:close/>
                <a:moveTo>
                  <a:pt x="1609725" y="361950"/>
                </a:moveTo>
                <a:lnTo>
                  <a:pt x="1752600" y="361950"/>
                </a:lnTo>
                <a:lnTo>
                  <a:pt x="1752600" y="371475"/>
                </a:lnTo>
                <a:lnTo>
                  <a:pt x="1609725" y="371475"/>
                </a:lnTo>
                <a:close/>
                <a:moveTo>
                  <a:pt x="1952625" y="361950"/>
                </a:moveTo>
                <a:lnTo>
                  <a:pt x="2095500" y="361950"/>
                </a:lnTo>
                <a:lnTo>
                  <a:pt x="2095500" y="371475"/>
                </a:lnTo>
                <a:lnTo>
                  <a:pt x="1952625" y="371475"/>
                </a:lnTo>
                <a:close/>
                <a:moveTo>
                  <a:pt x="2162175" y="361950"/>
                </a:moveTo>
                <a:lnTo>
                  <a:pt x="2466975" y="361950"/>
                </a:lnTo>
                <a:lnTo>
                  <a:pt x="2466975" y="371475"/>
                </a:lnTo>
                <a:lnTo>
                  <a:pt x="2162175" y="371475"/>
                </a:lnTo>
                <a:close/>
                <a:moveTo>
                  <a:pt x="238125" y="371475"/>
                </a:moveTo>
                <a:lnTo>
                  <a:pt x="438150" y="371475"/>
                </a:lnTo>
                <a:lnTo>
                  <a:pt x="438150" y="381000"/>
                </a:lnTo>
                <a:lnTo>
                  <a:pt x="238125" y="381000"/>
                </a:lnTo>
                <a:close/>
                <a:moveTo>
                  <a:pt x="904875" y="371475"/>
                </a:moveTo>
                <a:lnTo>
                  <a:pt x="1047750" y="371475"/>
                </a:lnTo>
                <a:lnTo>
                  <a:pt x="1047750" y="381000"/>
                </a:lnTo>
                <a:lnTo>
                  <a:pt x="904875" y="381000"/>
                </a:lnTo>
                <a:close/>
                <a:moveTo>
                  <a:pt x="1266825" y="371475"/>
                </a:moveTo>
                <a:lnTo>
                  <a:pt x="1409700" y="371475"/>
                </a:lnTo>
                <a:lnTo>
                  <a:pt x="1409700" y="381000"/>
                </a:lnTo>
                <a:lnTo>
                  <a:pt x="1266825" y="381000"/>
                </a:lnTo>
                <a:close/>
                <a:moveTo>
                  <a:pt x="1609725" y="371475"/>
                </a:moveTo>
                <a:lnTo>
                  <a:pt x="1752600" y="371475"/>
                </a:lnTo>
                <a:lnTo>
                  <a:pt x="1752600" y="381000"/>
                </a:lnTo>
                <a:lnTo>
                  <a:pt x="1609725" y="381000"/>
                </a:lnTo>
                <a:close/>
                <a:moveTo>
                  <a:pt x="1952625" y="371475"/>
                </a:moveTo>
                <a:lnTo>
                  <a:pt x="2095500" y="371475"/>
                </a:lnTo>
                <a:lnTo>
                  <a:pt x="2095500" y="381000"/>
                </a:lnTo>
                <a:lnTo>
                  <a:pt x="1952625" y="381000"/>
                </a:lnTo>
                <a:close/>
                <a:moveTo>
                  <a:pt x="2171700" y="371475"/>
                </a:moveTo>
                <a:lnTo>
                  <a:pt x="2466975" y="371475"/>
                </a:lnTo>
                <a:lnTo>
                  <a:pt x="2466975" y="381000"/>
                </a:lnTo>
                <a:lnTo>
                  <a:pt x="2171700" y="381000"/>
                </a:lnTo>
                <a:close/>
                <a:moveTo>
                  <a:pt x="219075" y="381000"/>
                </a:moveTo>
                <a:lnTo>
                  <a:pt x="457200" y="381000"/>
                </a:lnTo>
                <a:lnTo>
                  <a:pt x="457200" y="390525"/>
                </a:lnTo>
                <a:lnTo>
                  <a:pt x="219075" y="390525"/>
                </a:lnTo>
                <a:close/>
                <a:moveTo>
                  <a:pt x="904875" y="381000"/>
                </a:moveTo>
                <a:lnTo>
                  <a:pt x="1047750" y="381000"/>
                </a:lnTo>
                <a:lnTo>
                  <a:pt x="1047750" y="390525"/>
                </a:lnTo>
                <a:lnTo>
                  <a:pt x="904875" y="390525"/>
                </a:lnTo>
                <a:close/>
                <a:moveTo>
                  <a:pt x="1266825" y="381000"/>
                </a:moveTo>
                <a:lnTo>
                  <a:pt x="1409700" y="381000"/>
                </a:lnTo>
                <a:lnTo>
                  <a:pt x="1409700" y="390525"/>
                </a:lnTo>
                <a:lnTo>
                  <a:pt x="1266825" y="390525"/>
                </a:lnTo>
                <a:close/>
                <a:moveTo>
                  <a:pt x="1609725" y="381000"/>
                </a:moveTo>
                <a:lnTo>
                  <a:pt x="1752600" y="381000"/>
                </a:lnTo>
                <a:lnTo>
                  <a:pt x="1752600" y="390525"/>
                </a:lnTo>
                <a:lnTo>
                  <a:pt x="1609725" y="390525"/>
                </a:lnTo>
                <a:close/>
                <a:moveTo>
                  <a:pt x="1952625" y="381000"/>
                </a:moveTo>
                <a:lnTo>
                  <a:pt x="2095500" y="381000"/>
                </a:lnTo>
                <a:lnTo>
                  <a:pt x="2095500" y="390525"/>
                </a:lnTo>
                <a:lnTo>
                  <a:pt x="1952625" y="390525"/>
                </a:lnTo>
                <a:close/>
                <a:moveTo>
                  <a:pt x="2171700" y="381000"/>
                </a:moveTo>
                <a:lnTo>
                  <a:pt x="2466975" y="381000"/>
                </a:lnTo>
                <a:lnTo>
                  <a:pt x="2466975" y="390525"/>
                </a:lnTo>
                <a:lnTo>
                  <a:pt x="2171700" y="390525"/>
                </a:lnTo>
                <a:close/>
                <a:moveTo>
                  <a:pt x="190500" y="390525"/>
                </a:moveTo>
                <a:lnTo>
                  <a:pt x="476250" y="390525"/>
                </a:lnTo>
                <a:lnTo>
                  <a:pt x="476250" y="400050"/>
                </a:lnTo>
                <a:lnTo>
                  <a:pt x="190500" y="400050"/>
                </a:lnTo>
                <a:close/>
                <a:moveTo>
                  <a:pt x="904875" y="390525"/>
                </a:moveTo>
                <a:lnTo>
                  <a:pt x="1047750" y="390525"/>
                </a:lnTo>
                <a:lnTo>
                  <a:pt x="1047750" y="400050"/>
                </a:lnTo>
                <a:lnTo>
                  <a:pt x="904875" y="400050"/>
                </a:lnTo>
                <a:close/>
                <a:moveTo>
                  <a:pt x="1266825" y="390525"/>
                </a:moveTo>
                <a:lnTo>
                  <a:pt x="1409700" y="390525"/>
                </a:lnTo>
                <a:lnTo>
                  <a:pt x="1409700" y="400050"/>
                </a:lnTo>
                <a:lnTo>
                  <a:pt x="1266825" y="400050"/>
                </a:lnTo>
                <a:close/>
                <a:moveTo>
                  <a:pt x="1609725" y="390525"/>
                </a:moveTo>
                <a:lnTo>
                  <a:pt x="1752600" y="390525"/>
                </a:lnTo>
                <a:lnTo>
                  <a:pt x="1752600" y="400050"/>
                </a:lnTo>
                <a:lnTo>
                  <a:pt x="1609725" y="400050"/>
                </a:lnTo>
                <a:close/>
                <a:moveTo>
                  <a:pt x="1952625" y="390525"/>
                </a:moveTo>
                <a:lnTo>
                  <a:pt x="2095500" y="390525"/>
                </a:lnTo>
                <a:lnTo>
                  <a:pt x="2095500" y="400050"/>
                </a:lnTo>
                <a:lnTo>
                  <a:pt x="1952625" y="400050"/>
                </a:lnTo>
                <a:close/>
                <a:moveTo>
                  <a:pt x="2181225" y="390525"/>
                </a:moveTo>
                <a:lnTo>
                  <a:pt x="2466975" y="390525"/>
                </a:lnTo>
                <a:lnTo>
                  <a:pt x="2466975" y="400050"/>
                </a:lnTo>
                <a:lnTo>
                  <a:pt x="2181225" y="400050"/>
                </a:lnTo>
                <a:close/>
                <a:moveTo>
                  <a:pt x="171450" y="400050"/>
                </a:moveTo>
                <a:lnTo>
                  <a:pt x="495300" y="400050"/>
                </a:lnTo>
                <a:lnTo>
                  <a:pt x="495300" y="409575"/>
                </a:lnTo>
                <a:lnTo>
                  <a:pt x="171450" y="409575"/>
                </a:lnTo>
                <a:close/>
                <a:moveTo>
                  <a:pt x="904875" y="400050"/>
                </a:moveTo>
                <a:lnTo>
                  <a:pt x="1047750" y="400050"/>
                </a:lnTo>
                <a:lnTo>
                  <a:pt x="1047750" y="409575"/>
                </a:lnTo>
                <a:lnTo>
                  <a:pt x="904875" y="409575"/>
                </a:lnTo>
                <a:close/>
                <a:moveTo>
                  <a:pt x="1257300" y="400050"/>
                </a:moveTo>
                <a:lnTo>
                  <a:pt x="1409700" y="400050"/>
                </a:lnTo>
                <a:lnTo>
                  <a:pt x="1409700" y="409575"/>
                </a:lnTo>
                <a:lnTo>
                  <a:pt x="1257300" y="409575"/>
                </a:lnTo>
                <a:close/>
                <a:moveTo>
                  <a:pt x="1609725" y="400050"/>
                </a:moveTo>
                <a:lnTo>
                  <a:pt x="1752600" y="400050"/>
                </a:lnTo>
                <a:lnTo>
                  <a:pt x="1752600" y="409575"/>
                </a:lnTo>
                <a:lnTo>
                  <a:pt x="1609725" y="409575"/>
                </a:lnTo>
                <a:close/>
                <a:moveTo>
                  <a:pt x="1952625" y="400050"/>
                </a:moveTo>
                <a:lnTo>
                  <a:pt x="2095500" y="400050"/>
                </a:lnTo>
                <a:lnTo>
                  <a:pt x="2095500" y="409575"/>
                </a:lnTo>
                <a:lnTo>
                  <a:pt x="1952625" y="409575"/>
                </a:lnTo>
                <a:close/>
                <a:moveTo>
                  <a:pt x="2190750" y="400050"/>
                </a:moveTo>
                <a:lnTo>
                  <a:pt x="2466975" y="400050"/>
                </a:lnTo>
                <a:lnTo>
                  <a:pt x="2466975" y="409575"/>
                </a:lnTo>
                <a:lnTo>
                  <a:pt x="2190750" y="409575"/>
                </a:lnTo>
                <a:close/>
                <a:moveTo>
                  <a:pt x="161925" y="409575"/>
                </a:moveTo>
                <a:lnTo>
                  <a:pt x="514350" y="409575"/>
                </a:lnTo>
                <a:lnTo>
                  <a:pt x="514350" y="419100"/>
                </a:lnTo>
                <a:lnTo>
                  <a:pt x="161925" y="419100"/>
                </a:lnTo>
                <a:close/>
                <a:moveTo>
                  <a:pt x="904875" y="409575"/>
                </a:moveTo>
                <a:lnTo>
                  <a:pt x="1057275" y="409575"/>
                </a:lnTo>
                <a:lnTo>
                  <a:pt x="1057275" y="419100"/>
                </a:lnTo>
                <a:lnTo>
                  <a:pt x="904875" y="419100"/>
                </a:lnTo>
                <a:close/>
                <a:moveTo>
                  <a:pt x="1257300" y="409575"/>
                </a:moveTo>
                <a:lnTo>
                  <a:pt x="1409700" y="409575"/>
                </a:lnTo>
                <a:lnTo>
                  <a:pt x="1409700" y="419100"/>
                </a:lnTo>
                <a:lnTo>
                  <a:pt x="1257300" y="419100"/>
                </a:lnTo>
                <a:close/>
                <a:moveTo>
                  <a:pt x="1609725" y="409575"/>
                </a:moveTo>
                <a:lnTo>
                  <a:pt x="1752600" y="409575"/>
                </a:lnTo>
                <a:lnTo>
                  <a:pt x="1752600" y="419100"/>
                </a:lnTo>
                <a:lnTo>
                  <a:pt x="1609725" y="419100"/>
                </a:lnTo>
                <a:close/>
                <a:moveTo>
                  <a:pt x="1952625" y="409575"/>
                </a:moveTo>
                <a:lnTo>
                  <a:pt x="2095500" y="409575"/>
                </a:lnTo>
                <a:lnTo>
                  <a:pt x="2095500" y="419100"/>
                </a:lnTo>
                <a:lnTo>
                  <a:pt x="1952625" y="419100"/>
                </a:lnTo>
                <a:close/>
                <a:moveTo>
                  <a:pt x="2190750" y="409575"/>
                </a:moveTo>
                <a:lnTo>
                  <a:pt x="2466975" y="409575"/>
                </a:lnTo>
                <a:lnTo>
                  <a:pt x="2466975" y="419100"/>
                </a:lnTo>
                <a:lnTo>
                  <a:pt x="2190750" y="419100"/>
                </a:lnTo>
                <a:close/>
                <a:moveTo>
                  <a:pt x="142875" y="419100"/>
                </a:moveTo>
                <a:lnTo>
                  <a:pt x="523875" y="419100"/>
                </a:lnTo>
                <a:lnTo>
                  <a:pt x="523875" y="428625"/>
                </a:lnTo>
                <a:lnTo>
                  <a:pt x="142875" y="428625"/>
                </a:lnTo>
                <a:close/>
                <a:moveTo>
                  <a:pt x="904875" y="419100"/>
                </a:moveTo>
                <a:lnTo>
                  <a:pt x="1057275" y="419100"/>
                </a:lnTo>
                <a:lnTo>
                  <a:pt x="1057275" y="428625"/>
                </a:lnTo>
                <a:lnTo>
                  <a:pt x="904875" y="428625"/>
                </a:lnTo>
                <a:close/>
                <a:moveTo>
                  <a:pt x="1257300" y="419100"/>
                </a:moveTo>
                <a:lnTo>
                  <a:pt x="1400175" y="419100"/>
                </a:lnTo>
                <a:lnTo>
                  <a:pt x="1400175" y="428625"/>
                </a:lnTo>
                <a:lnTo>
                  <a:pt x="1257300" y="428625"/>
                </a:lnTo>
                <a:close/>
                <a:moveTo>
                  <a:pt x="1609725" y="419100"/>
                </a:moveTo>
                <a:lnTo>
                  <a:pt x="1752600" y="419100"/>
                </a:lnTo>
                <a:lnTo>
                  <a:pt x="1752600" y="428625"/>
                </a:lnTo>
                <a:lnTo>
                  <a:pt x="1609725" y="428625"/>
                </a:lnTo>
                <a:close/>
                <a:moveTo>
                  <a:pt x="1952625" y="419100"/>
                </a:moveTo>
                <a:lnTo>
                  <a:pt x="2095500" y="419100"/>
                </a:lnTo>
                <a:lnTo>
                  <a:pt x="2095500" y="428625"/>
                </a:lnTo>
                <a:lnTo>
                  <a:pt x="1952625" y="428625"/>
                </a:lnTo>
                <a:close/>
                <a:moveTo>
                  <a:pt x="2200275" y="419100"/>
                </a:moveTo>
                <a:lnTo>
                  <a:pt x="2466975" y="419100"/>
                </a:lnTo>
                <a:lnTo>
                  <a:pt x="2466975" y="428625"/>
                </a:lnTo>
                <a:lnTo>
                  <a:pt x="2200275" y="428625"/>
                </a:lnTo>
                <a:close/>
                <a:moveTo>
                  <a:pt x="133350" y="428625"/>
                </a:moveTo>
                <a:lnTo>
                  <a:pt x="533400" y="428625"/>
                </a:lnTo>
                <a:lnTo>
                  <a:pt x="533400" y="438150"/>
                </a:lnTo>
                <a:lnTo>
                  <a:pt x="133350" y="438150"/>
                </a:lnTo>
                <a:close/>
                <a:moveTo>
                  <a:pt x="904875" y="428625"/>
                </a:moveTo>
                <a:lnTo>
                  <a:pt x="1057275" y="428625"/>
                </a:lnTo>
                <a:lnTo>
                  <a:pt x="1057275" y="438150"/>
                </a:lnTo>
                <a:lnTo>
                  <a:pt x="904875" y="438150"/>
                </a:lnTo>
                <a:close/>
                <a:moveTo>
                  <a:pt x="1247775" y="428625"/>
                </a:moveTo>
                <a:lnTo>
                  <a:pt x="1400175" y="428625"/>
                </a:lnTo>
                <a:lnTo>
                  <a:pt x="1400175" y="438150"/>
                </a:lnTo>
                <a:lnTo>
                  <a:pt x="1247775" y="438150"/>
                </a:lnTo>
                <a:close/>
                <a:moveTo>
                  <a:pt x="1609725" y="428625"/>
                </a:moveTo>
                <a:lnTo>
                  <a:pt x="1752600" y="428625"/>
                </a:lnTo>
                <a:lnTo>
                  <a:pt x="1752600" y="438150"/>
                </a:lnTo>
                <a:lnTo>
                  <a:pt x="1609725" y="438150"/>
                </a:lnTo>
                <a:close/>
                <a:moveTo>
                  <a:pt x="1952625" y="428625"/>
                </a:moveTo>
                <a:lnTo>
                  <a:pt x="2095500" y="428625"/>
                </a:lnTo>
                <a:lnTo>
                  <a:pt x="2095500" y="438150"/>
                </a:lnTo>
                <a:lnTo>
                  <a:pt x="1952625" y="438150"/>
                </a:lnTo>
                <a:close/>
                <a:moveTo>
                  <a:pt x="2209800" y="428625"/>
                </a:moveTo>
                <a:lnTo>
                  <a:pt x="2466975" y="428625"/>
                </a:lnTo>
                <a:lnTo>
                  <a:pt x="2466975" y="438150"/>
                </a:lnTo>
                <a:lnTo>
                  <a:pt x="2209800" y="438150"/>
                </a:lnTo>
                <a:close/>
                <a:moveTo>
                  <a:pt x="123825" y="438150"/>
                </a:moveTo>
                <a:lnTo>
                  <a:pt x="552450" y="438150"/>
                </a:lnTo>
                <a:lnTo>
                  <a:pt x="552450" y="447675"/>
                </a:lnTo>
                <a:lnTo>
                  <a:pt x="123825" y="447675"/>
                </a:lnTo>
                <a:close/>
                <a:moveTo>
                  <a:pt x="914400" y="438150"/>
                </a:moveTo>
                <a:lnTo>
                  <a:pt x="1066800" y="438150"/>
                </a:lnTo>
                <a:lnTo>
                  <a:pt x="1066800" y="447675"/>
                </a:lnTo>
                <a:lnTo>
                  <a:pt x="914400" y="447675"/>
                </a:lnTo>
                <a:close/>
                <a:moveTo>
                  <a:pt x="1247775" y="438150"/>
                </a:moveTo>
                <a:lnTo>
                  <a:pt x="1400175" y="438150"/>
                </a:lnTo>
                <a:lnTo>
                  <a:pt x="1400175" y="447675"/>
                </a:lnTo>
                <a:lnTo>
                  <a:pt x="1247775" y="447675"/>
                </a:lnTo>
                <a:close/>
                <a:moveTo>
                  <a:pt x="1609725" y="438150"/>
                </a:moveTo>
                <a:lnTo>
                  <a:pt x="1752600" y="438150"/>
                </a:lnTo>
                <a:lnTo>
                  <a:pt x="1752600" y="447675"/>
                </a:lnTo>
                <a:lnTo>
                  <a:pt x="1609725" y="447675"/>
                </a:lnTo>
                <a:close/>
                <a:moveTo>
                  <a:pt x="1952625" y="438150"/>
                </a:moveTo>
                <a:lnTo>
                  <a:pt x="2095500" y="438150"/>
                </a:lnTo>
                <a:lnTo>
                  <a:pt x="2095500" y="447675"/>
                </a:lnTo>
                <a:lnTo>
                  <a:pt x="1952625" y="447675"/>
                </a:lnTo>
                <a:close/>
                <a:moveTo>
                  <a:pt x="2209800" y="438150"/>
                </a:moveTo>
                <a:lnTo>
                  <a:pt x="2466975" y="438150"/>
                </a:lnTo>
                <a:lnTo>
                  <a:pt x="2466975" y="447675"/>
                </a:lnTo>
                <a:lnTo>
                  <a:pt x="2209800" y="447675"/>
                </a:lnTo>
                <a:close/>
                <a:moveTo>
                  <a:pt x="114300" y="447675"/>
                </a:moveTo>
                <a:lnTo>
                  <a:pt x="561975" y="447675"/>
                </a:lnTo>
                <a:lnTo>
                  <a:pt x="561975" y="457200"/>
                </a:lnTo>
                <a:lnTo>
                  <a:pt x="114300" y="457200"/>
                </a:lnTo>
                <a:close/>
                <a:moveTo>
                  <a:pt x="914400" y="447675"/>
                </a:moveTo>
                <a:lnTo>
                  <a:pt x="1076325" y="447675"/>
                </a:lnTo>
                <a:lnTo>
                  <a:pt x="1076325" y="457200"/>
                </a:lnTo>
                <a:lnTo>
                  <a:pt x="914400" y="457200"/>
                </a:lnTo>
                <a:close/>
                <a:moveTo>
                  <a:pt x="1238250" y="447675"/>
                </a:moveTo>
                <a:lnTo>
                  <a:pt x="1400175" y="447675"/>
                </a:lnTo>
                <a:lnTo>
                  <a:pt x="1400175" y="457200"/>
                </a:lnTo>
                <a:lnTo>
                  <a:pt x="1238250" y="457200"/>
                </a:lnTo>
                <a:close/>
                <a:moveTo>
                  <a:pt x="1609725" y="447675"/>
                </a:moveTo>
                <a:lnTo>
                  <a:pt x="1752600" y="447675"/>
                </a:lnTo>
                <a:lnTo>
                  <a:pt x="1752600" y="457200"/>
                </a:lnTo>
                <a:lnTo>
                  <a:pt x="1609725" y="457200"/>
                </a:lnTo>
                <a:close/>
                <a:moveTo>
                  <a:pt x="1952625" y="447675"/>
                </a:moveTo>
                <a:lnTo>
                  <a:pt x="2095500" y="447675"/>
                </a:lnTo>
                <a:lnTo>
                  <a:pt x="2095500" y="457200"/>
                </a:lnTo>
                <a:lnTo>
                  <a:pt x="1952625" y="457200"/>
                </a:lnTo>
                <a:close/>
                <a:moveTo>
                  <a:pt x="2219325" y="447675"/>
                </a:moveTo>
                <a:lnTo>
                  <a:pt x="2466975" y="447675"/>
                </a:lnTo>
                <a:lnTo>
                  <a:pt x="2466975" y="457200"/>
                </a:lnTo>
                <a:lnTo>
                  <a:pt x="2219325" y="457200"/>
                </a:lnTo>
                <a:close/>
                <a:moveTo>
                  <a:pt x="104775" y="457200"/>
                </a:moveTo>
                <a:lnTo>
                  <a:pt x="571500" y="457200"/>
                </a:lnTo>
                <a:lnTo>
                  <a:pt x="571500" y="466725"/>
                </a:lnTo>
                <a:lnTo>
                  <a:pt x="104775" y="466725"/>
                </a:lnTo>
                <a:close/>
                <a:moveTo>
                  <a:pt x="914400" y="457200"/>
                </a:moveTo>
                <a:lnTo>
                  <a:pt x="1085850" y="457200"/>
                </a:lnTo>
                <a:lnTo>
                  <a:pt x="1085850" y="466725"/>
                </a:lnTo>
                <a:lnTo>
                  <a:pt x="914400" y="466725"/>
                </a:lnTo>
                <a:close/>
                <a:moveTo>
                  <a:pt x="1228725" y="457200"/>
                </a:moveTo>
                <a:lnTo>
                  <a:pt x="1390650" y="457200"/>
                </a:lnTo>
                <a:lnTo>
                  <a:pt x="1390650" y="466725"/>
                </a:lnTo>
                <a:lnTo>
                  <a:pt x="1228725" y="466725"/>
                </a:lnTo>
                <a:close/>
                <a:moveTo>
                  <a:pt x="1609725" y="457200"/>
                </a:moveTo>
                <a:lnTo>
                  <a:pt x="1752600" y="457200"/>
                </a:lnTo>
                <a:lnTo>
                  <a:pt x="1752600" y="466725"/>
                </a:lnTo>
                <a:lnTo>
                  <a:pt x="1609725" y="466725"/>
                </a:lnTo>
                <a:close/>
                <a:moveTo>
                  <a:pt x="1952625" y="457200"/>
                </a:moveTo>
                <a:lnTo>
                  <a:pt x="2095500" y="457200"/>
                </a:lnTo>
                <a:lnTo>
                  <a:pt x="2095500" y="466725"/>
                </a:lnTo>
                <a:lnTo>
                  <a:pt x="1952625" y="466725"/>
                </a:lnTo>
                <a:close/>
                <a:moveTo>
                  <a:pt x="2219325" y="457200"/>
                </a:moveTo>
                <a:lnTo>
                  <a:pt x="2466975" y="457200"/>
                </a:lnTo>
                <a:lnTo>
                  <a:pt x="2466975" y="466725"/>
                </a:lnTo>
                <a:lnTo>
                  <a:pt x="2219325" y="466725"/>
                </a:lnTo>
                <a:close/>
                <a:moveTo>
                  <a:pt x="95250" y="466725"/>
                </a:moveTo>
                <a:lnTo>
                  <a:pt x="581025" y="466725"/>
                </a:lnTo>
                <a:lnTo>
                  <a:pt x="581025" y="476250"/>
                </a:lnTo>
                <a:lnTo>
                  <a:pt x="95250" y="476250"/>
                </a:lnTo>
                <a:close/>
                <a:moveTo>
                  <a:pt x="923925" y="466725"/>
                </a:moveTo>
                <a:lnTo>
                  <a:pt x="1095375" y="466725"/>
                </a:lnTo>
                <a:lnTo>
                  <a:pt x="1095375" y="476250"/>
                </a:lnTo>
                <a:lnTo>
                  <a:pt x="923925" y="476250"/>
                </a:lnTo>
                <a:close/>
                <a:moveTo>
                  <a:pt x="1209675" y="466725"/>
                </a:moveTo>
                <a:lnTo>
                  <a:pt x="1390650" y="466725"/>
                </a:lnTo>
                <a:lnTo>
                  <a:pt x="1390650" y="476250"/>
                </a:lnTo>
                <a:lnTo>
                  <a:pt x="1209675" y="476250"/>
                </a:lnTo>
                <a:close/>
                <a:moveTo>
                  <a:pt x="1609725" y="466725"/>
                </a:moveTo>
                <a:lnTo>
                  <a:pt x="1752600" y="466725"/>
                </a:lnTo>
                <a:lnTo>
                  <a:pt x="1752600" y="476250"/>
                </a:lnTo>
                <a:lnTo>
                  <a:pt x="1609725" y="476250"/>
                </a:lnTo>
                <a:close/>
                <a:moveTo>
                  <a:pt x="1952625" y="466725"/>
                </a:moveTo>
                <a:lnTo>
                  <a:pt x="2095500" y="466725"/>
                </a:lnTo>
                <a:lnTo>
                  <a:pt x="2095500" y="476250"/>
                </a:lnTo>
                <a:lnTo>
                  <a:pt x="1952625" y="476250"/>
                </a:lnTo>
                <a:close/>
                <a:moveTo>
                  <a:pt x="2228850" y="466725"/>
                </a:moveTo>
                <a:lnTo>
                  <a:pt x="2466975" y="466725"/>
                </a:lnTo>
                <a:lnTo>
                  <a:pt x="2466975" y="476250"/>
                </a:lnTo>
                <a:lnTo>
                  <a:pt x="2228850" y="476250"/>
                </a:lnTo>
                <a:close/>
                <a:moveTo>
                  <a:pt x="85725" y="476250"/>
                </a:moveTo>
                <a:lnTo>
                  <a:pt x="257175" y="476250"/>
                </a:lnTo>
                <a:lnTo>
                  <a:pt x="257175" y="485775"/>
                </a:lnTo>
                <a:lnTo>
                  <a:pt x="85725" y="485775"/>
                </a:lnTo>
                <a:close/>
                <a:moveTo>
                  <a:pt x="285750" y="476250"/>
                </a:moveTo>
                <a:lnTo>
                  <a:pt x="390525" y="476250"/>
                </a:lnTo>
                <a:lnTo>
                  <a:pt x="390525" y="485775"/>
                </a:lnTo>
                <a:lnTo>
                  <a:pt x="285750" y="485775"/>
                </a:lnTo>
                <a:close/>
                <a:moveTo>
                  <a:pt x="409575" y="476250"/>
                </a:moveTo>
                <a:lnTo>
                  <a:pt x="581025" y="476250"/>
                </a:lnTo>
                <a:lnTo>
                  <a:pt x="581025" y="485775"/>
                </a:lnTo>
                <a:lnTo>
                  <a:pt x="409575" y="485775"/>
                </a:lnTo>
                <a:close/>
                <a:moveTo>
                  <a:pt x="923925" y="476250"/>
                </a:moveTo>
                <a:lnTo>
                  <a:pt x="1123950" y="476250"/>
                </a:lnTo>
                <a:lnTo>
                  <a:pt x="1123950" y="485775"/>
                </a:lnTo>
                <a:lnTo>
                  <a:pt x="923925" y="485775"/>
                </a:lnTo>
                <a:close/>
                <a:moveTo>
                  <a:pt x="1190625" y="476250"/>
                </a:moveTo>
                <a:lnTo>
                  <a:pt x="1390650" y="476250"/>
                </a:lnTo>
                <a:lnTo>
                  <a:pt x="1390650" y="485775"/>
                </a:lnTo>
                <a:lnTo>
                  <a:pt x="1190625" y="485775"/>
                </a:lnTo>
                <a:close/>
                <a:moveTo>
                  <a:pt x="1609725" y="476250"/>
                </a:moveTo>
                <a:lnTo>
                  <a:pt x="1752600" y="476250"/>
                </a:lnTo>
                <a:lnTo>
                  <a:pt x="1752600" y="485775"/>
                </a:lnTo>
                <a:lnTo>
                  <a:pt x="1609725" y="485775"/>
                </a:lnTo>
                <a:close/>
                <a:moveTo>
                  <a:pt x="1952625" y="476250"/>
                </a:moveTo>
                <a:lnTo>
                  <a:pt x="2095500" y="476250"/>
                </a:lnTo>
                <a:lnTo>
                  <a:pt x="2095500" y="485775"/>
                </a:lnTo>
                <a:lnTo>
                  <a:pt x="1952625" y="485775"/>
                </a:lnTo>
                <a:close/>
                <a:moveTo>
                  <a:pt x="2238375" y="476250"/>
                </a:moveTo>
                <a:lnTo>
                  <a:pt x="2466975" y="476250"/>
                </a:lnTo>
                <a:lnTo>
                  <a:pt x="2466975" y="485775"/>
                </a:lnTo>
                <a:lnTo>
                  <a:pt x="2238375" y="485775"/>
                </a:lnTo>
                <a:close/>
                <a:moveTo>
                  <a:pt x="76200" y="485775"/>
                </a:moveTo>
                <a:lnTo>
                  <a:pt x="238125" y="485775"/>
                </a:lnTo>
                <a:lnTo>
                  <a:pt x="238125" y="495300"/>
                </a:lnTo>
                <a:lnTo>
                  <a:pt x="76200" y="495300"/>
                </a:lnTo>
                <a:close/>
                <a:moveTo>
                  <a:pt x="285750" y="485775"/>
                </a:moveTo>
                <a:lnTo>
                  <a:pt x="390525" y="485775"/>
                </a:lnTo>
                <a:lnTo>
                  <a:pt x="390525" y="495300"/>
                </a:lnTo>
                <a:lnTo>
                  <a:pt x="285750" y="495300"/>
                </a:lnTo>
                <a:close/>
                <a:moveTo>
                  <a:pt x="438150" y="485775"/>
                </a:moveTo>
                <a:lnTo>
                  <a:pt x="590550" y="485775"/>
                </a:lnTo>
                <a:lnTo>
                  <a:pt x="590550" y="495300"/>
                </a:lnTo>
                <a:lnTo>
                  <a:pt x="438150" y="495300"/>
                </a:lnTo>
                <a:close/>
                <a:moveTo>
                  <a:pt x="923925" y="485775"/>
                </a:moveTo>
                <a:lnTo>
                  <a:pt x="1381125" y="485775"/>
                </a:lnTo>
                <a:lnTo>
                  <a:pt x="1381125" y="495300"/>
                </a:lnTo>
                <a:lnTo>
                  <a:pt x="923925" y="495300"/>
                </a:lnTo>
                <a:close/>
                <a:moveTo>
                  <a:pt x="1609725" y="485775"/>
                </a:moveTo>
                <a:lnTo>
                  <a:pt x="1752600" y="485775"/>
                </a:lnTo>
                <a:lnTo>
                  <a:pt x="1752600" y="495300"/>
                </a:lnTo>
                <a:lnTo>
                  <a:pt x="1609725" y="495300"/>
                </a:lnTo>
                <a:close/>
                <a:moveTo>
                  <a:pt x="1952625" y="485775"/>
                </a:moveTo>
                <a:lnTo>
                  <a:pt x="2095500" y="485775"/>
                </a:lnTo>
                <a:lnTo>
                  <a:pt x="2095500" y="495300"/>
                </a:lnTo>
                <a:lnTo>
                  <a:pt x="1952625" y="495300"/>
                </a:lnTo>
                <a:close/>
                <a:moveTo>
                  <a:pt x="2238375" y="485775"/>
                </a:moveTo>
                <a:lnTo>
                  <a:pt x="2466975" y="485775"/>
                </a:lnTo>
                <a:lnTo>
                  <a:pt x="2466975" y="495300"/>
                </a:lnTo>
                <a:lnTo>
                  <a:pt x="2238375" y="495300"/>
                </a:lnTo>
                <a:close/>
                <a:moveTo>
                  <a:pt x="76200" y="495300"/>
                </a:moveTo>
                <a:lnTo>
                  <a:pt x="219075" y="495300"/>
                </a:lnTo>
                <a:lnTo>
                  <a:pt x="219075" y="504825"/>
                </a:lnTo>
                <a:lnTo>
                  <a:pt x="76200" y="504825"/>
                </a:lnTo>
                <a:close/>
                <a:moveTo>
                  <a:pt x="285750" y="495300"/>
                </a:moveTo>
                <a:lnTo>
                  <a:pt x="390525" y="495300"/>
                </a:lnTo>
                <a:lnTo>
                  <a:pt x="390525" y="504825"/>
                </a:lnTo>
                <a:lnTo>
                  <a:pt x="285750" y="504825"/>
                </a:lnTo>
                <a:close/>
                <a:moveTo>
                  <a:pt x="447675" y="495300"/>
                </a:moveTo>
                <a:lnTo>
                  <a:pt x="600075" y="495300"/>
                </a:lnTo>
                <a:lnTo>
                  <a:pt x="600075" y="504825"/>
                </a:lnTo>
                <a:lnTo>
                  <a:pt x="447675" y="504825"/>
                </a:lnTo>
                <a:close/>
                <a:moveTo>
                  <a:pt x="933450" y="495300"/>
                </a:moveTo>
                <a:lnTo>
                  <a:pt x="1381125" y="495300"/>
                </a:lnTo>
                <a:lnTo>
                  <a:pt x="1381125" y="504825"/>
                </a:lnTo>
                <a:lnTo>
                  <a:pt x="933450" y="504825"/>
                </a:lnTo>
                <a:close/>
                <a:moveTo>
                  <a:pt x="1609725" y="495300"/>
                </a:moveTo>
                <a:lnTo>
                  <a:pt x="1752600" y="495300"/>
                </a:lnTo>
                <a:lnTo>
                  <a:pt x="1752600" y="504825"/>
                </a:lnTo>
                <a:lnTo>
                  <a:pt x="1609725" y="504825"/>
                </a:lnTo>
                <a:close/>
                <a:moveTo>
                  <a:pt x="1952625" y="495300"/>
                </a:moveTo>
                <a:lnTo>
                  <a:pt x="2095500" y="495300"/>
                </a:lnTo>
                <a:lnTo>
                  <a:pt x="2095500" y="504825"/>
                </a:lnTo>
                <a:lnTo>
                  <a:pt x="1952625" y="504825"/>
                </a:lnTo>
                <a:close/>
                <a:moveTo>
                  <a:pt x="2247900" y="495300"/>
                </a:moveTo>
                <a:lnTo>
                  <a:pt x="2466975" y="495300"/>
                </a:lnTo>
                <a:lnTo>
                  <a:pt x="2466975" y="504825"/>
                </a:lnTo>
                <a:lnTo>
                  <a:pt x="2247900" y="504825"/>
                </a:lnTo>
                <a:close/>
                <a:moveTo>
                  <a:pt x="66675" y="504825"/>
                </a:moveTo>
                <a:lnTo>
                  <a:pt x="209550" y="504825"/>
                </a:lnTo>
                <a:lnTo>
                  <a:pt x="209550" y="514350"/>
                </a:lnTo>
                <a:lnTo>
                  <a:pt x="66675" y="514350"/>
                </a:lnTo>
                <a:close/>
                <a:moveTo>
                  <a:pt x="285750" y="504825"/>
                </a:moveTo>
                <a:lnTo>
                  <a:pt x="390525" y="504825"/>
                </a:lnTo>
                <a:lnTo>
                  <a:pt x="390525" y="514350"/>
                </a:lnTo>
                <a:lnTo>
                  <a:pt x="285750" y="514350"/>
                </a:lnTo>
                <a:close/>
                <a:moveTo>
                  <a:pt x="466725" y="504825"/>
                </a:moveTo>
                <a:lnTo>
                  <a:pt x="600075" y="504825"/>
                </a:lnTo>
                <a:lnTo>
                  <a:pt x="600075" y="514350"/>
                </a:lnTo>
                <a:lnTo>
                  <a:pt x="466725" y="514350"/>
                </a:lnTo>
                <a:close/>
                <a:moveTo>
                  <a:pt x="933450" y="504825"/>
                </a:moveTo>
                <a:lnTo>
                  <a:pt x="1371600" y="504825"/>
                </a:lnTo>
                <a:lnTo>
                  <a:pt x="1371600" y="514350"/>
                </a:lnTo>
                <a:lnTo>
                  <a:pt x="933450" y="514350"/>
                </a:lnTo>
                <a:close/>
                <a:moveTo>
                  <a:pt x="1609725" y="504825"/>
                </a:moveTo>
                <a:lnTo>
                  <a:pt x="1752600" y="504825"/>
                </a:lnTo>
                <a:lnTo>
                  <a:pt x="1752600" y="514350"/>
                </a:lnTo>
                <a:lnTo>
                  <a:pt x="1609725" y="514350"/>
                </a:lnTo>
                <a:close/>
                <a:moveTo>
                  <a:pt x="1952625" y="504825"/>
                </a:moveTo>
                <a:lnTo>
                  <a:pt x="2095500" y="504825"/>
                </a:lnTo>
                <a:lnTo>
                  <a:pt x="2095500" y="514350"/>
                </a:lnTo>
                <a:lnTo>
                  <a:pt x="1952625" y="514350"/>
                </a:lnTo>
                <a:close/>
                <a:moveTo>
                  <a:pt x="2257425" y="504825"/>
                </a:moveTo>
                <a:lnTo>
                  <a:pt x="2466975" y="504825"/>
                </a:lnTo>
                <a:lnTo>
                  <a:pt x="2466975" y="514350"/>
                </a:lnTo>
                <a:lnTo>
                  <a:pt x="2257425" y="514350"/>
                </a:lnTo>
                <a:close/>
                <a:moveTo>
                  <a:pt x="66675" y="514350"/>
                </a:moveTo>
                <a:lnTo>
                  <a:pt x="190500" y="514350"/>
                </a:lnTo>
                <a:lnTo>
                  <a:pt x="190500" y="523875"/>
                </a:lnTo>
                <a:lnTo>
                  <a:pt x="66675" y="523875"/>
                </a:lnTo>
                <a:close/>
                <a:moveTo>
                  <a:pt x="285750" y="514350"/>
                </a:moveTo>
                <a:lnTo>
                  <a:pt x="390525" y="514350"/>
                </a:lnTo>
                <a:lnTo>
                  <a:pt x="390525" y="523875"/>
                </a:lnTo>
                <a:lnTo>
                  <a:pt x="285750" y="523875"/>
                </a:lnTo>
                <a:close/>
                <a:moveTo>
                  <a:pt x="476250" y="514350"/>
                </a:moveTo>
                <a:lnTo>
                  <a:pt x="609600" y="514350"/>
                </a:lnTo>
                <a:lnTo>
                  <a:pt x="609600" y="523875"/>
                </a:lnTo>
                <a:lnTo>
                  <a:pt x="476250" y="523875"/>
                </a:lnTo>
                <a:close/>
                <a:moveTo>
                  <a:pt x="942975" y="514350"/>
                </a:moveTo>
                <a:lnTo>
                  <a:pt x="1371600" y="514350"/>
                </a:lnTo>
                <a:lnTo>
                  <a:pt x="1371600" y="523875"/>
                </a:lnTo>
                <a:lnTo>
                  <a:pt x="942975" y="523875"/>
                </a:lnTo>
                <a:close/>
                <a:moveTo>
                  <a:pt x="1609725" y="514350"/>
                </a:moveTo>
                <a:lnTo>
                  <a:pt x="1752600" y="514350"/>
                </a:lnTo>
                <a:lnTo>
                  <a:pt x="1752600" y="523875"/>
                </a:lnTo>
                <a:lnTo>
                  <a:pt x="1609725" y="523875"/>
                </a:lnTo>
                <a:close/>
                <a:moveTo>
                  <a:pt x="1952625" y="514350"/>
                </a:moveTo>
                <a:lnTo>
                  <a:pt x="2095500" y="514350"/>
                </a:lnTo>
                <a:lnTo>
                  <a:pt x="2095500" y="523875"/>
                </a:lnTo>
                <a:lnTo>
                  <a:pt x="1952625" y="523875"/>
                </a:lnTo>
                <a:close/>
                <a:moveTo>
                  <a:pt x="2257425" y="514350"/>
                </a:moveTo>
                <a:lnTo>
                  <a:pt x="2466975" y="514350"/>
                </a:lnTo>
                <a:lnTo>
                  <a:pt x="2466975" y="523875"/>
                </a:lnTo>
                <a:lnTo>
                  <a:pt x="2257425" y="523875"/>
                </a:lnTo>
                <a:close/>
                <a:moveTo>
                  <a:pt x="57150" y="523875"/>
                </a:moveTo>
                <a:lnTo>
                  <a:pt x="180975" y="523875"/>
                </a:lnTo>
                <a:lnTo>
                  <a:pt x="180975" y="533400"/>
                </a:lnTo>
                <a:lnTo>
                  <a:pt x="57150" y="533400"/>
                </a:lnTo>
                <a:close/>
                <a:moveTo>
                  <a:pt x="285750" y="523875"/>
                </a:moveTo>
                <a:lnTo>
                  <a:pt x="390525" y="523875"/>
                </a:lnTo>
                <a:lnTo>
                  <a:pt x="390525" y="533400"/>
                </a:lnTo>
                <a:lnTo>
                  <a:pt x="285750" y="533400"/>
                </a:lnTo>
                <a:close/>
                <a:moveTo>
                  <a:pt x="485775" y="523875"/>
                </a:moveTo>
                <a:lnTo>
                  <a:pt x="609600" y="523875"/>
                </a:lnTo>
                <a:lnTo>
                  <a:pt x="609600" y="533400"/>
                </a:lnTo>
                <a:lnTo>
                  <a:pt x="485775" y="533400"/>
                </a:lnTo>
                <a:close/>
                <a:moveTo>
                  <a:pt x="952500" y="523875"/>
                </a:moveTo>
                <a:lnTo>
                  <a:pt x="1362075" y="523875"/>
                </a:lnTo>
                <a:lnTo>
                  <a:pt x="1362075" y="533400"/>
                </a:lnTo>
                <a:lnTo>
                  <a:pt x="952500" y="533400"/>
                </a:lnTo>
                <a:close/>
                <a:moveTo>
                  <a:pt x="1609725" y="523875"/>
                </a:moveTo>
                <a:lnTo>
                  <a:pt x="1752600" y="523875"/>
                </a:lnTo>
                <a:lnTo>
                  <a:pt x="1752600" y="533400"/>
                </a:lnTo>
                <a:lnTo>
                  <a:pt x="1609725" y="533400"/>
                </a:lnTo>
                <a:close/>
                <a:moveTo>
                  <a:pt x="1952625" y="523875"/>
                </a:moveTo>
                <a:lnTo>
                  <a:pt x="2095500" y="523875"/>
                </a:lnTo>
                <a:lnTo>
                  <a:pt x="2095500" y="533400"/>
                </a:lnTo>
                <a:lnTo>
                  <a:pt x="1952625" y="533400"/>
                </a:lnTo>
                <a:close/>
                <a:moveTo>
                  <a:pt x="2266950" y="523875"/>
                </a:moveTo>
                <a:lnTo>
                  <a:pt x="2466975" y="523875"/>
                </a:lnTo>
                <a:lnTo>
                  <a:pt x="2466975" y="533400"/>
                </a:lnTo>
                <a:lnTo>
                  <a:pt x="2266950" y="533400"/>
                </a:lnTo>
                <a:close/>
                <a:moveTo>
                  <a:pt x="57150" y="533400"/>
                </a:moveTo>
                <a:lnTo>
                  <a:pt x="171450" y="533400"/>
                </a:lnTo>
                <a:lnTo>
                  <a:pt x="171450" y="542925"/>
                </a:lnTo>
                <a:lnTo>
                  <a:pt x="57150" y="542925"/>
                </a:lnTo>
                <a:close/>
                <a:moveTo>
                  <a:pt x="285750" y="533400"/>
                </a:moveTo>
                <a:lnTo>
                  <a:pt x="390525" y="533400"/>
                </a:lnTo>
                <a:lnTo>
                  <a:pt x="390525" y="542925"/>
                </a:lnTo>
                <a:lnTo>
                  <a:pt x="285750" y="542925"/>
                </a:lnTo>
                <a:close/>
                <a:moveTo>
                  <a:pt x="495300" y="533400"/>
                </a:moveTo>
                <a:lnTo>
                  <a:pt x="619125" y="533400"/>
                </a:lnTo>
                <a:lnTo>
                  <a:pt x="619125" y="542925"/>
                </a:lnTo>
                <a:lnTo>
                  <a:pt x="495300" y="542925"/>
                </a:lnTo>
                <a:close/>
                <a:moveTo>
                  <a:pt x="962025" y="533400"/>
                </a:moveTo>
                <a:lnTo>
                  <a:pt x="1352550" y="533400"/>
                </a:lnTo>
                <a:lnTo>
                  <a:pt x="1352550" y="542925"/>
                </a:lnTo>
                <a:lnTo>
                  <a:pt x="962025" y="542925"/>
                </a:lnTo>
                <a:close/>
                <a:moveTo>
                  <a:pt x="1609725" y="533400"/>
                </a:moveTo>
                <a:lnTo>
                  <a:pt x="1752600" y="533400"/>
                </a:lnTo>
                <a:lnTo>
                  <a:pt x="1752600" y="542925"/>
                </a:lnTo>
                <a:lnTo>
                  <a:pt x="1609725" y="542925"/>
                </a:lnTo>
                <a:close/>
                <a:moveTo>
                  <a:pt x="1952625" y="533400"/>
                </a:moveTo>
                <a:lnTo>
                  <a:pt x="2095500" y="533400"/>
                </a:lnTo>
                <a:lnTo>
                  <a:pt x="2095500" y="542925"/>
                </a:lnTo>
                <a:lnTo>
                  <a:pt x="1952625" y="542925"/>
                </a:lnTo>
                <a:close/>
                <a:moveTo>
                  <a:pt x="2276475" y="533400"/>
                </a:moveTo>
                <a:lnTo>
                  <a:pt x="2466975" y="533400"/>
                </a:lnTo>
                <a:lnTo>
                  <a:pt x="2466975" y="542925"/>
                </a:lnTo>
                <a:lnTo>
                  <a:pt x="2276475" y="542925"/>
                </a:lnTo>
                <a:close/>
                <a:moveTo>
                  <a:pt x="47625" y="542925"/>
                </a:moveTo>
                <a:lnTo>
                  <a:pt x="171450" y="542925"/>
                </a:lnTo>
                <a:lnTo>
                  <a:pt x="171450" y="552450"/>
                </a:lnTo>
                <a:lnTo>
                  <a:pt x="47625" y="552450"/>
                </a:lnTo>
                <a:close/>
                <a:moveTo>
                  <a:pt x="285750" y="542925"/>
                </a:moveTo>
                <a:lnTo>
                  <a:pt x="390525" y="542925"/>
                </a:lnTo>
                <a:lnTo>
                  <a:pt x="390525" y="552450"/>
                </a:lnTo>
                <a:lnTo>
                  <a:pt x="285750" y="552450"/>
                </a:lnTo>
                <a:close/>
                <a:moveTo>
                  <a:pt x="495300" y="542925"/>
                </a:moveTo>
                <a:lnTo>
                  <a:pt x="619125" y="542925"/>
                </a:lnTo>
                <a:lnTo>
                  <a:pt x="619125" y="552450"/>
                </a:lnTo>
                <a:lnTo>
                  <a:pt x="495300" y="552450"/>
                </a:lnTo>
                <a:close/>
                <a:moveTo>
                  <a:pt x="962025" y="542925"/>
                </a:moveTo>
                <a:lnTo>
                  <a:pt x="1343025" y="542925"/>
                </a:lnTo>
                <a:lnTo>
                  <a:pt x="1343025" y="552450"/>
                </a:lnTo>
                <a:lnTo>
                  <a:pt x="962025" y="552450"/>
                </a:lnTo>
                <a:close/>
                <a:moveTo>
                  <a:pt x="1609725" y="542925"/>
                </a:moveTo>
                <a:lnTo>
                  <a:pt x="1752600" y="542925"/>
                </a:lnTo>
                <a:lnTo>
                  <a:pt x="1752600" y="552450"/>
                </a:lnTo>
                <a:lnTo>
                  <a:pt x="1609725" y="552450"/>
                </a:lnTo>
                <a:close/>
                <a:moveTo>
                  <a:pt x="1952625" y="542925"/>
                </a:moveTo>
                <a:lnTo>
                  <a:pt x="2095500" y="542925"/>
                </a:lnTo>
                <a:lnTo>
                  <a:pt x="2095500" y="552450"/>
                </a:lnTo>
                <a:lnTo>
                  <a:pt x="1952625" y="552450"/>
                </a:lnTo>
                <a:close/>
                <a:moveTo>
                  <a:pt x="2276475" y="542925"/>
                </a:moveTo>
                <a:lnTo>
                  <a:pt x="2466975" y="542925"/>
                </a:lnTo>
                <a:lnTo>
                  <a:pt x="2466975" y="552450"/>
                </a:lnTo>
                <a:lnTo>
                  <a:pt x="2276475" y="552450"/>
                </a:lnTo>
                <a:close/>
                <a:moveTo>
                  <a:pt x="47625" y="552450"/>
                </a:moveTo>
                <a:lnTo>
                  <a:pt x="161925" y="552450"/>
                </a:lnTo>
                <a:lnTo>
                  <a:pt x="161925" y="561975"/>
                </a:lnTo>
                <a:lnTo>
                  <a:pt x="47625" y="561975"/>
                </a:lnTo>
                <a:close/>
                <a:moveTo>
                  <a:pt x="285750" y="552450"/>
                </a:moveTo>
                <a:lnTo>
                  <a:pt x="390525" y="552450"/>
                </a:lnTo>
                <a:lnTo>
                  <a:pt x="390525" y="561975"/>
                </a:lnTo>
                <a:lnTo>
                  <a:pt x="285750" y="561975"/>
                </a:lnTo>
                <a:close/>
                <a:moveTo>
                  <a:pt x="504825" y="552450"/>
                </a:moveTo>
                <a:lnTo>
                  <a:pt x="619125" y="552450"/>
                </a:lnTo>
                <a:lnTo>
                  <a:pt x="619125" y="561975"/>
                </a:lnTo>
                <a:lnTo>
                  <a:pt x="504825" y="561975"/>
                </a:lnTo>
                <a:close/>
                <a:moveTo>
                  <a:pt x="981075" y="552450"/>
                </a:moveTo>
                <a:lnTo>
                  <a:pt x="1333500" y="552450"/>
                </a:lnTo>
                <a:lnTo>
                  <a:pt x="1333500" y="561975"/>
                </a:lnTo>
                <a:lnTo>
                  <a:pt x="981075" y="561975"/>
                </a:lnTo>
                <a:close/>
                <a:moveTo>
                  <a:pt x="1609725" y="552450"/>
                </a:moveTo>
                <a:lnTo>
                  <a:pt x="1752600" y="552450"/>
                </a:lnTo>
                <a:lnTo>
                  <a:pt x="1752600" y="561975"/>
                </a:lnTo>
                <a:lnTo>
                  <a:pt x="1609725" y="561975"/>
                </a:lnTo>
                <a:close/>
                <a:moveTo>
                  <a:pt x="1952625" y="552450"/>
                </a:moveTo>
                <a:lnTo>
                  <a:pt x="2095500" y="552450"/>
                </a:lnTo>
                <a:lnTo>
                  <a:pt x="2095500" y="561975"/>
                </a:lnTo>
                <a:lnTo>
                  <a:pt x="1952625" y="561975"/>
                </a:lnTo>
                <a:close/>
                <a:moveTo>
                  <a:pt x="2286000" y="552450"/>
                </a:moveTo>
                <a:lnTo>
                  <a:pt x="2466975" y="552450"/>
                </a:lnTo>
                <a:lnTo>
                  <a:pt x="2466975" y="561975"/>
                </a:lnTo>
                <a:lnTo>
                  <a:pt x="2286000" y="561975"/>
                </a:lnTo>
                <a:close/>
                <a:moveTo>
                  <a:pt x="38100" y="561975"/>
                </a:moveTo>
                <a:lnTo>
                  <a:pt x="161925" y="561975"/>
                </a:lnTo>
                <a:lnTo>
                  <a:pt x="161925" y="571500"/>
                </a:lnTo>
                <a:lnTo>
                  <a:pt x="38100" y="571500"/>
                </a:lnTo>
                <a:close/>
                <a:moveTo>
                  <a:pt x="285750" y="561975"/>
                </a:moveTo>
                <a:lnTo>
                  <a:pt x="390525" y="561975"/>
                </a:lnTo>
                <a:lnTo>
                  <a:pt x="390525" y="571500"/>
                </a:lnTo>
                <a:lnTo>
                  <a:pt x="285750" y="571500"/>
                </a:lnTo>
                <a:close/>
                <a:moveTo>
                  <a:pt x="514350" y="561975"/>
                </a:moveTo>
                <a:lnTo>
                  <a:pt x="628650" y="561975"/>
                </a:lnTo>
                <a:lnTo>
                  <a:pt x="628650" y="571500"/>
                </a:lnTo>
                <a:lnTo>
                  <a:pt x="514350" y="571500"/>
                </a:lnTo>
                <a:close/>
                <a:moveTo>
                  <a:pt x="990600" y="561975"/>
                </a:moveTo>
                <a:lnTo>
                  <a:pt x="1323975" y="561975"/>
                </a:lnTo>
                <a:lnTo>
                  <a:pt x="1323975" y="571500"/>
                </a:lnTo>
                <a:lnTo>
                  <a:pt x="990600" y="571500"/>
                </a:lnTo>
                <a:close/>
                <a:moveTo>
                  <a:pt x="1609725" y="561975"/>
                </a:moveTo>
                <a:lnTo>
                  <a:pt x="1752600" y="561975"/>
                </a:lnTo>
                <a:lnTo>
                  <a:pt x="1752600" y="571500"/>
                </a:lnTo>
                <a:lnTo>
                  <a:pt x="1609725" y="571500"/>
                </a:lnTo>
                <a:close/>
                <a:moveTo>
                  <a:pt x="1952625" y="561975"/>
                </a:moveTo>
                <a:lnTo>
                  <a:pt x="2095500" y="561975"/>
                </a:lnTo>
                <a:lnTo>
                  <a:pt x="2095500" y="571500"/>
                </a:lnTo>
                <a:lnTo>
                  <a:pt x="1952625" y="571500"/>
                </a:lnTo>
                <a:close/>
                <a:moveTo>
                  <a:pt x="2286000" y="561975"/>
                </a:moveTo>
                <a:lnTo>
                  <a:pt x="2466975" y="561975"/>
                </a:lnTo>
                <a:lnTo>
                  <a:pt x="2466975" y="571500"/>
                </a:lnTo>
                <a:lnTo>
                  <a:pt x="2286000" y="571500"/>
                </a:lnTo>
                <a:close/>
                <a:moveTo>
                  <a:pt x="38100" y="571500"/>
                </a:moveTo>
                <a:lnTo>
                  <a:pt x="152400" y="571500"/>
                </a:lnTo>
                <a:lnTo>
                  <a:pt x="152400" y="581025"/>
                </a:lnTo>
                <a:lnTo>
                  <a:pt x="38100" y="581025"/>
                </a:lnTo>
                <a:close/>
                <a:moveTo>
                  <a:pt x="285750" y="571500"/>
                </a:moveTo>
                <a:lnTo>
                  <a:pt x="390525" y="571500"/>
                </a:lnTo>
                <a:lnTo>
                  <a:pt x="390525" y="581025"/>
                </a:lnTo>
                <a:lnTo>
                  <a:pt x="285750" y="581025"/>
                </a:lnTo>
                <a:close/>
                <a:moveTo>
                  <a:pt x="514350" y="571500"/>
                </a:moveTo>
                <a:lnTo>
                  <a:pt x="628650" y="571500"/>
                </a:lnTo>
                <a:lnTo>
                  <a:pt x="628650" y="581025"/>
                </a:lnTo>
                <a:lnTo>
                  <a:pt x="514350" y="581025"/>
                </a:lnTo>
                <a:close/>
                <a:moveTo>
                  <a:pt x="1000125" y="571500"/>
                </a:moveTo>
                <a:lnTo>
                  <a:pt x="1304925" y="571500"/>
                </a:lnTo>
                <a:lnTo>
                  <a:pt x="1304925" y="581025"/>
                </a:lnTo>
                <a:lnTo>
                  <a:pt x="1000125" y="581025"/>
                </a:lnTo>
                <a:close/>
                <a:moveTo>
                  <a:pt x="1609725" y="571500"/>
                </a:moveTo>
                <a:lnTo>
                  <a:pt x="1752600" y="571500"/>
                </a:lnTo>
                <a:lnTo>
                  <a:pt x="1752600" y="581025"/>
                </a:lnTo>
                <a:lnTo>
                  <a:pt x="1609725" y="581025"/>
                </a:lnTo>
                <a:close/>
                <a:moveTo>
                  <a:pt x="1952625" y="571500"/>
                </a:moveTo>
                <a:lnTo>
                  <a:pt x="2095500" y="571500"/>
                </a:lnTo>
                <a:lnTo>
                  <a:pt x="2095500" y="581025"/>
                </a:lnTo>
                <a:lnTo>
                  <a:pt x="1952625" y="581025"/>
                </a:lnTo>
                <a:close/>
                <a:moveTo>
                  <a:pt x="2295525" y="571500"/>
                </a:moveTo>
                <a:lnTo>
                  <a:pt x="2466975" y="571500"/>
                </a:lnTo>
                <a:lnTo>
                  <a:pt x="2466975" y="581025"/>
                </a:lnTo>
                <a:lnTo>
                  <a:pt x="2295525" y="581025"/>
                </a:lnTo>
                <a:close/>
                <a:moveTo>
                  <a:pt x="38100" y="581025"/>
                </a:moveTo>
                <a:lnTo>
                  <a:pt x="152400" y="581025"/>
                </a:lnTo>
                <a:lnTo>
                  <a:pt x="152400" y="590550"/>
                </a:lnTo>
                <a:lnTo>
                  <a:pt x="38100" y="590550"/>
                </a:lnTo>
                <a:close/>
                <a:moveTo>
                  <a:pt x="285750" y="581025"/>
                </a:moveTo>
                <a:lnTo>
                  <a:pt x="390525" y="581025"/>
                </a:lnTo>
                <a:lnTo>
                  <a:pt x="390525" y="590550"/>
                </a:lnTo>
                <a:lnTo>
                  <a:pt x="285750" y="590550"/>
                </a:lnTo>
                <a:close/>
                <a:moveTo>
                  <a:pt x="514350" y="581025"/>
                </a:moveTo>
                <a:lnTo>
                  <a:pt x="628650" y="581025"/>
                </a:lnTo>
                <a:lnTo>
                  <a:pt x="628650" y="590550"/>
                </a:lnTo>
                <a:lnTo>
                  <a:pt x="514350" y="590550"/>
                </a:lnTo>
                <a:close/>
                <a:moveTo>
                  <a:pt x="1019175" y="581025"/>
                </a:moveTo>
                <a:lnTo>
                  <a:pt x="1295400" y="581025"/>
                </a:lnTo>
                <a:lnTo>
                  <a:pt x="1295400" y="590550"/>
                </a:lnTo>
                <a:lnTo>
                  <a:pt x="1019175" y="590550"/>
                </a:lnTo>
                <a:close/>
                <a:moveTo>
                  <a:pt x="1609725" y="581025"/>
                </a:moveTo>
                <a:lnTo>
                  <a:pt x="1752600" y="581025"/>
                </a:lnTo>
                <a:lnTo>
                  <a:pt x="1752600" y="590550"/>
                </a:lnTo>
                <a:lnTo>
                  <a:pt x="1609725" y="590550"/>
                </a:lnTo>
                <a:close/>
                <a:moveTo>
                  <a:pt x="1952625" y="581025"/>
                </a:moveTo>
                <a:lnTo>
                  <a:pt x="2095500" y="581025"/>
                </a:lnTo>
                <a:lnTo>
                  <a:pt x="2095500" y="590550"/>
                </a:lnTo>
                <a:lnTo>
                  <a:pt x="1952625" y="590550"/>
                </a:lnTo>
                <a:close/>
                <a:moveTo>
                  <a:pt x="2305050" y="581025"/>
                </a:moveTo>
                <a:lnTo>
                  <a:pt x="2466975" y="581025"/>
                </a:lnTo>
                <a:lnTo>
                  <a:pt x="2466975" y="590550"/>
                </a:lnTo>
                <a:lnTo>
                  <a:pt x="2305050" y="590550"/>
                </a:lnTo>
                <a:close/>
                <a:moveTo>
                  <a:pt x="38100" y="590550"/>
                </a:moveTo>
                <a:lnTo>
                  <a:pt x="142875" y="590550"/>
                </a:lnTo>
                <a:lnTo>
                  <a:pt x="142875" y="600075"/>
                </a:lnTo>
                <a:lnTo>
                  <a:pt x="38100" y="600075"/>
                </a:lnTo>
                <a:close/>
                <a:moveTo>
                  <a:pt x="285750" y="590550"/>
                </a:moveTo>
                <a:lnTo>
                  <a:pt x="390525" y="590550"/>
                </a:lnTo>
                <a:lnTo>
                  <a:pt x="390525" y="600075"/>
                </a:lnTo>
                <a:lnTo>
                  <a:pt x="285750" y="600075"/>
                </a:lnTo>
                <a:close/>
                <a:moveTo>
                  <a:pt x="523875" y="590550"/>
                </a:moveTo>
                <a:lnTo>
                  <a:pt x="628650" y="590550"/>
                </a:lnTo>
                <a:lnTo>
                  <a:pt x="628650" y="600075"/>
                </a:lnTo>
                <a:lnTo>
                  <a:pt x="523875" y="600075"/>
                </a:lnTo>
                <a:close/>
                <a:moveTo>
                  <a:pt x="1038225" y="590550"/>
                </a:moveTo>
                <a:lnTo>
                  <a:pt x="1276350" y="590550"/>
                </a:lnTo>
                <a:lnTo>
                  <a:pt x="1276350" y="600075"/>
                </a:lnTo>
                <a:lnTo>
                  <a:pt x="1038225" y="600075"/>
                </a:lnTo>
                <a:close/>
                <a:moveTo>
                  <a:pt x="1609725" y="590550"/>
                </a:moveTo>
                <a:lnTo>
                  <a:pt x="1752600" y="590550"/>
                </a:lnTo>
                <a:lnTo>
                  <a:pt x="1752600" y="600075"/>
                </a:lnTo>
                <a:lnTo>
                  <a:pt x="1609725" y="600075"/>
                </a:lnTo>
                <a:close/>
                <a:moveTo>
                  <a:pt x="1952625" y="590550"/>
                </a:moveTo>
                <a:lnTo>
                  <a:pt x="2095500" y="590550"/>
                </a:lnTo>
                <a:lnTo>
                  <a:pt x="2095500" y="600075"/>
                </a:lnTo>
                <a:lnTo>
                  <a:pt x="1952625" y="600075"/>
                </a:lnTo>
                <a:close/>
                <a:moveTo>
                  <a:pt x="2305050" y="590550"/>
                </a:moveTo>
                <a:lnTo>
                  <a:pt x="2466975" y="590550"/>
                </a:lnTo>
                <a:lnTo>
                  <a:pt x="2466975" y="600075"/>
                </a:lnTo>
                <a:lnTo>
                  <a:pt x="2305050" y="600075"/>
                </a:lnTo>
                <a:close/>
                <a:moveTo>
                  <a:pt x="38100" y="600075"/>
                </a:moveTo>
                <a:lnTo>
                  <a:pt x="142875" y="600075"/>
                </a:lnTo>
                <a:lnTo>
                  <a:pt x="142875" y="609600"/>
                </a:lnTo>
                <a:lnTo>
                  <a:pt x="38100" y="609600"/>
                </a:lnTo>
                <a:close/>
                <a:moveTo>
                  <a:pt x="285750" y="600075"/>
                </a:moveTo>
                <a:lnTo>
                  <a:pt x="390525" y="600075"/>
                </a:lnTo>
                <a:lnTo>
                  <a:pt x="390525" y="609600"/>
                </a:lnTo>
                <a:lnTo>
                  <a:pt x="285750" y="609600"/>
                </a:lnTo>
                <a:close/>
                <a:moveTo>
                  <a:pt x="523875" y="600075"/>
                </a:moveTo>
                <a:lnTo>
                  <a:pt x="638175" y="600075"/>
                </a:lnTo>
                <a:lnTo>
                  <a:pt x="638175" y="609600"/>
                </a:lnTo>
                <a:lnTo>
                  <a:pt x="523875" y="609600"/>
                </a:lnTo>
                <a:close/>
                <a:moveTo>
                  <a:pt x="1066800" y="600075"/>
                </a:moveTo>
                <a:lnTo>
                  <a:pt x="1247775" y="600075"/>
                </a:lnTo>
                <a:lnTo>
                  <a:pt x="1247775" y="609600"/>
                </a:lnTo>
                <a:lnTo>
                  <a:pt x="1066800" y="609600"/>
                </a:lnTo>
                <a:close/>
                <a:moveTo>
                  <a:pt x="1609725" y="600075"/>
                </a:moveTo>
                <a:lnTo>
                  <a:pt x="1743075" y="600075"/>
                </a:lnTo>
                <a:lnTo>
                  <a:pt x="1743075" y="609600"/>
                </a:lnTo>
                <a:lnTo>
                  <a:pt x="1609725" y="609600"/>
                </a:lnTo>
                <a:close/>
                <a:moveTo>
                  <a:pt x="1952625" y="600075"/>
                </a:moveTo>
                <a:lnTo>
                  <a:pt x="2095500" y="600075"/>
                </a:lnTo>
                <a:lnTo>
                  <a:pt x="2095500" y="609600"/>
                </a:lnTo>
                <a:lnTo>
                  <a:pt x="1952625" y="609600"/>
                </a:lnTo>
                <a:close/>
                <a:moveTo>
                  <a:pt x="2314575" y="600075"/>
                </a:moveTo>
                <a:lnTo>
                  <a:pt x="2466975" y="600075"/>
                </a:lnTo>
                <a:lnTo>
                  <a:pt x="2466975" y="609600"/>
                </a:lnTo>
                <a:lnTo>
                  <a:pt x="2314575" y="609600"/>
                </a:lnTo>
                <a:close/>
                <a:moveTo>
                  <a:pt x="28575" y="609600"/>
                </a:moveTo>
                <a:lnTo>
                  <a:pt x="142875" y="609600"/>
                </a:lnTo>
                <a:lnTo>
                  <a:pt x="142875" y="619125"/>
                </a:lnTo>
                <a:lnTo>
                  <a:pt x="28575" y="619125"/>
                </a:lnTo>
                <a:close/>
                <a:moveTo>
                  <a:pt x="285750" y="609600"/>
                </a:moveTo>
                <a:lnTo>
                  <a:pt x="390525" y="609600"/>
                </a:lnTo>
                <a:lnTo>
                  <a:pt x="390525" y="619125"/>
                </a:lnTo>
                <a:lnTo>
                  <a:pt x="285750" y="619125"/>
                </a:lnTo>
                <a:close/>
                <a:moveTo>
                  <a:pt x="523875" y="609600"/>
                </a:moveTo>
                <a:lnTo>
                  <a:pt x="638175" y="609600"/>
                </a:lnTo>
                <a:lnTo>
                  <a:pt x="638175" y="619125"/>
                </a:lnTo>
                <a:lnTo>
                  <a:pt x="523875" y="619125"/>
                </a:lnTo>
                <a:close/>
                <a:moveTo>
                  <a:pt x="1104900" y="609600"/>
                </a:moveTo>
                <a:lnTo>
                  <a:pt x="1209675" y="609600"/>
                </a:lnTo>
                <a:lnTo>
                  <a:pt x="1209675" y="619125"/>
                </a:lnTo>
                <a:lnTo>
                  <a:pt x="1104900" y="619125"/>
                </a:lnTo>
                <a:close/>
                <a:moveTo>
                  <a:pt x="38100" y="619125"/>
                </a:moveTo>
                <a:lnTo>
                  <a:pt x="142875" y="619125"/>
                </a:lnTo>
                <a:lnTo>
                  <a:pt x="142875" y="628650"/>
                </a:lnTo>
                <a:lnTo>
                  <a:pt x="38100" y="628650"/>
                </a:lnTo>
                <a:close/>
                <a:moveTo>
                  <a:pt x="285750" y="619125"/>
                </a:moveTo>
                <a:lnTo>
                  <a:pt x="390525" y="619125"/>
                </a:lnTo>
                <a:lnTo>
                  <a:pt x="390525" y="628650"/>
                </a:lnTo>
                <a:lnTo>
                  <a:pt x="285750" y="628650"/>
                </a:lnTo>
                <a:close/>
                <a:moveTo>
                  <a:pt x="533400" y="619125"/>
                </a:moveTo>
                <a:lnTo>
                  <a:pt x="628650" y="619125"/>
                </a:lnTo>
                <a:lnTo>
                  <a:pt x="628650" y="628650"/>
                </a:lnTo>
                <a:lnTo>
                  <a:pt x="533400" y="628650"/>
                </a:lnTo>
                <a:close/>
              </a:path>
            </a:pathLst>
          </a:custGeom>
          <a:solidFill xmlns:a="http://schemas.openxmlformats.org/drawingml/2006/main">
            <a:srgbClr val="061A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A95D6B-F51B-44D2-BC12-32242C86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057900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7A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A6673-AB4F-4B53-9883-FE3EC339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0769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B91"/>
                </a:solidFill>
              </a:defRPr>
            </a:defPPr>
            <a:lvl1pPr>
              <a:defRPr sz="1425" b="0">
                <a:solidFill>
                  <a:srgbClr val="536B91"/>
                </a:solidFill>
              </a:defRPr>
            </a:lvl1pPr>
            <a:lvl2pPr>
              <a:defRPr sz="1425" b="0">
                <a:solidFill>
                  <a:srgbClr val="536B91"/>
                </a:solidFill>
              </a:defRPr>
            </a:lvl2pPr>
            <a:lvl3pPr>
              <a:defRPr sz="1425" b="0">
                <a:solidFill>
                  <a:srgbClr val="536B91"/>
                </a:solidFill>
              </a:defRPr>
            </a:lvl3pPr>
            <a:lvl4pPr>
              <a:defRPr sz="1425" b="0">
                <a:solidFill>
                  <a:srgbClr val="536B91"/>
                </a:solidFill>
              </a:defRPr>
            </a:lvl4pPr>
            <a:lvl5pPr>
              <a:defRPr sz="1425" b="0">
                <a:solidFill>
                  <a:srgbClr val="536B91"/>
                </a:solidFill>
              </a:defRPr>
            </a:lvl5pPr>
            <a:lvl6pPr>
              <a:defRPr sz="1425" b="0">
                <a:solidFill>
                  <a:srgbClr val="536B91"/>
                </a:solidFill>
              </a:defRPr>
            </a:lvl6pPr>
            <a:lvl7pPr>
              <a:defRPr sz="1425" b="0">
                <a:solidFill>
                  <a:srgbClr val="536B91"/>
                </a:solidFill>
              </a:defRPr>
            </a:lvl7pPr>
            <a:lvl8pPr>
              <a:defRPr sz="1425" b="0">
                <a:solidFill>
                  <a:srgbClr val="536B91"/>
                </a:solidFill>
              </a:defRPr>
            </a:lvl8pPr>
            <a:lvl9pPr>
              <a:defRPr sz="142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B91"/>
                </a:solidFill>
              </a:defRPr>
            </a:pPr>
            <a:r>
              <a:rPr sz="1425" b="0">
                <a:solidFill>
                  <a:srgbClr val="536B91"/>
                </a:solidFill>
              </a:rPr>
              <a:t>TECNICATURA UNIVERSITARIA</a:t>
            </a:r>
          </a:p>
          <a:p xmlns:a="http://schemas.openxmlformats.org/drawingml/2006/main">
            <a:pPr>
              <a:defRPr sz="1425" b="0">
                <a:solidFill>
                  <a:srgbClr val="536B91"/>
                </a:solidFill>
              </a:defRPr>
            </a:pPr>
            <a:r>
              <a:rPr sz="1425" b="0">
                <a:solidFill>
                  <a:srgbClr val="536B91"/>
                </a:solidFill>
              </a:rPr>
              <a:t>EN PROGRAMACIÓN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9D68A2-A0F9-41F1-84C1-736ED8D3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162675"/>
            <a:ext cx="31623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5E7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FD7C49-6E2C-4DED-B6FA-3346A52F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579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860FF"/>
                </a:solidFill>
              </a:defRPr>
            </a:defPPr>
            <a:lvl1pPr>
              <a:defRPr sz="1275" b="0">
                <a:solidFill>
                  <a:srgbClr val="0860FF"/>
                </a:solidFill>
              </a:defRPr>
            </a:lvl1pPr>
            <a:lvl2pPr>
              <a:defRPr sz="1275" b="0">
                <a:solidFill>
                  <a:srgbClr val="0860FF"/>
                </a:solidFill>
              </a:defRPr>
            </a:lvl2pPr>
            <a:lvl3pPr>
              <a:defRPr sz="1275" b="0">
                <a:solidFill>
                  <a:srgbClr val="0860FF"/>
                </a:solidFill>
              </a:defRPr>
            </a:lvl3pPr>
            <a:lvl4pPr>
              <a:defRPr sz="1275" b="0">
                <a:solidFill>
                  <a:srgbClr val="0860FF"/>
                </a:solidFill>
              </a:defRPr>
            </a:lvl4pPr>
            <a:lvl5pPr>
              <a:defRPr sz="1275" b="0">
                <a:solidFill>
                  <a:srgbClr val="0860FF"/>
                </a:solidFill>
              </a:defRPr>
            </a:lvl5pPr>
            <a:lvl6pPr>
              <a:defRPr sz="1275" b="0">
                <a:solidFill>
                  <a:srgbClr val="0860FF"/>
                </a:solidFill>
              </a:defRPr>
            </a:lvl6pPr>
            <a:lvl7pPr>
              <a:defRPr sz="1275" b="0">
                <a:solidFill>
                  <a:srgbClr val="0860FF"/>
                </a:solidFill>
              </a:defRPr>
            </a:lvl7pPr>
            <a:lvl8pPr>
              <a:defRPr sz="1275" b="0">
                <a:solidFill>
                  <a:srgbClr val="0860FF"/>
                </a:solidFill>
              </a:defRPr>
            </a:lvl8pPr>
            <a:lvl9pPr>
              <a:defRPr sz="1275" b="0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860FF"/>
                </a:solidFill>
              </a:defRPr>
            </a:pPr>
            <a:r>
              <a:rPr sz="1275" b="0">
                <a:solidFill>
                  <a:srgbClr val="0860FF"/>
                </a:solidFill>
              </a:rPr>
              <a:t>Gestión simple para pequeños comercios.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2D5866-6260-4684-BDF8-303B3B9799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70f9c5e204a05"/>
          <a:stretch xmlns:a="http://schemas.openxmlformats.org/drawingml/2006/main"/>
        </p:blipFill>
        <p:spPr>
          <a:xfrm xmlns:a="http://schemas.openxmlformats.org/drawingml/2006/main" rot="420000">
            <a:off x="9258300" y="729652"/>
            <a:ext cx="2762250" cy="5065321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522CD1-0EE6-4100-BFFF-96C71D1A9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bb461eaf74c62"/>
          <a:stretch xmlns:a="http://schemas.openxmlformats.org/drawingml/2006/main"/>
        </p:blipFill>
        <p:spPr>
          <a:xfrm xmlns:a="http://schemas.openxmlformats.org/drawingml/2006/main" rot="-300000">
            <a:off x="6772275" y="476575"/>
            <a:ext cx="3095625" cy="53524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21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82094-118C-403A-A895-41BE722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¿Qué pasó mientras Juan no estaba?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B7C41-ECEA-49B9-A3E4-D52432E3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89AEC-2926-45BE-8898-3A73AC12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36B91"/>
                </a:solidFill>
              </a:defRPr>
            </a:defPPr>
            <a:lvl1pPr>
              <a:defRPr sz="1350" b="1">
                <a:solidFill>
                  <a:srgbClr val="536B91"/>
                </a:solidFill>
              </a:defRPr>
            </a:lvl1pPr>
            <a:lvl2pPr>
              <a:defRPr sz="1350" b="1">
                <a:solidFill>
                  <a:srgbClr val="536B91"/>
                </a:solidFill>
              </a:defRPr>
            </a:lvl2pPr>
            <a:lvl3pPr>
              <a:defRPr sz="1350" b="1">
                <a:solidFill>
                  <a:srgbClr val="536B91"/>
                </a:solidFill>
              </a:defRPr>
            </a:lvl3pPr>
            <a:lvl4pPr>
              <a:defRPr sz="1350" b="1">
                <a:solidFill>
                  <a:srgbClr val="536B91"/>
                </a:solidFill>
              </a:defRPr>
            </a:lvl4pPr>
            <a:lvl5pPr>
              <a:defRPr sz="1350" b="1">
                <a:solidFill>
                  <a:srgbClr val="536B91"/>
                </a:solidFill>
              </a:defRPr>
            </a:lvl5pPr>
            <a:lvl6pPr>
              <a:defRPr sz="1350" b="1">
                <a:solidFill>
                  <a:srgbClr val="536B91"/>
                </a:solidFill>
              </a:defRPr>
            </a:lvl6pPr>
            <a:lvl7pPr>
              <a:defRPr sz="1350" b="1">
                <a:solidFill>
                  <a:srgbClr val="536B91"/>
                </a:solidFill>
              </a:defRPr>
            </a:lvl7pPr>
            <a:lvl8pPr>
              <a:defRPr sz="1350" b="1">
                <a:solidFill>
                  <a:srgbClr val="536B91"/>
                </a:solidFill>
              </a:defRPr>
            </a:lvl8pPr>
            <a:lvl9pPr>
              <a:defRPr sz="1350" b="1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B91"/>
                </a:solidFill>
              </a:defRPr>
            </a:pPr>
            <a:r>
              <a:rPr sz="1350" b="1">
                <a:solidFill>
                  <a:srgbClr val="536B91"/>
                </a:solidFill>
              </a:rPr>
              <a:t>UN COMERCIO, DOS TURNOS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B78DC-7151-4938-8613-934CC2369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a14d60ee645f7"/>
          <a:stretch xmlns:a="http://schemas.openxmlformats.org/drawingml/2006/main"/>
        </p:blipFill>
        <p:spPr>
          <a:xfrm xmlns:a="http://schemas.openxmlformats.org/drawingml/2006/main">
            <a:off x="1004888" y="1771650"/>
            <a:ext cx="614362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0DBD3-962B-4B8D-90FC-E47573C9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60FF"/>
                </a:solidFill>
              </a:defRPr>
            </a:defPPr>
            <a:lvl1pPr>
              <a:defRPr sz="1800" b="1">
                <a:solidFill>
                  <a:srgbClr val="0860FF"/>
                </a:solidFill>
              </a:defRPr>
            </a:lvl1pPr>
            <a:lvl2pPr>
              <a:defRPr sz="1800" b="1">
                <a:solidFill>
                  <a:srgbClr val="0860FF"/>
                </a:solidFill>
              </a:defRPr>
            </a:lvl2pPr>
            <a:lvl3pPr>
              <a:defRPr sz="1800" b="1">
                <a:solidFill>
                  <a:srgbClr val="0860FF"/>
                </a:solidFill>
              </a:defRPr>
            </a:lvl3pPr>
            <a:lvl4pPr>
              <a:defRPr sz="1800" b="1">
                <a:solidFill>
                  <a:srgbClr val="0860FF"/>
                </a:solidFill>
              </a:defRPr>
            </a:lvl4pPr>
            <a:lvl5pPr>
              <a:defRPr sz="1800" b="1">
                <a:solidFill>
                  <a:srgbClr val="0860FF"/>
                </a:solidFill>
              </a:defRPr>
            </a:lvl5pPr>
            <a:lvl6pPr>
              <a:defRPr sz="1800" b="1">
                <a:solidFill>
                  <a:srgbClr val="0860FF"/>
                </a:solidFill>
              </a:defRPr>
            </a:lvl6pPr>
            <a:lvl7pPr>
              <a:defRPr sz="1800" b="1">
                <a:solidFill>
                  <a:srgbClr val="0860FF"/>
                </a:solidFill>
              </a:defRPr>
            </a:lvl7pPr>
            <a:lvl8pPr>
              <a:defRPr sz="1800" b="1">
                <a:solidFill>
                  <a:srgbClr val="0860FF"/>
                </a:solidFill>
              </a:defRPr>
            </a:lvl8pPr>
            <a:lvl9pPr>
              <a:defRPr sz="180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60FF"/>
                </a:solidFill>
              </a:defRPr>
            </a:pPr>
            <a:r>
              <a:rPr sz="1800" b="1">
                <a:solidFill>
                  <a:srgbClr val="0860FF"/>
                </a:solidFill>
              </a:rPr>
              <a:t>Empleado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B73D8-F878-4F82-A60F-1D6D8B75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5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60FF"/>
                </a:solidFill>
              </a:defRPr>
            </a:defPPr>
            <a:lvl1pPr>
              <a:defRPr sz="1800" b="1">
                <a:solidFill>
                  <a:srgbClr val="0860FF"/>
                </a:solidFill>
              </a:defRPr>
            </a:lvl1pPr>
            <a:lvl2pPr>
              <a:defRPr sz="1800" b="1">
                <a:solidFill>
                  <a:srgbClr val="0860FF"/>
                </a:solidFill>
              </a:defRPr>
            </a:lvl2pPr>
            <a:lvl3pPr>
              <a:defRPr sz="1800" b="1">
                <a:solidFill>
                  <a:srgbClr val="0860FF"/>
                </a:solidFill>
              </a:defRPr>
            </a:lvl3pPr>
            <a:lvl4pPr>
              <a:defRPr sz="1800" b="1">
                <a:solidFill>
                  <a:srgbClr val="0860FF"/>
                </a:solidFill>
              </a:defRPr>
            </a:lvl4pPr>
            <a:lvl5pPr>
              <a:defRPr sz="1800" b="1">
                <a:solidFill>
                  <a:srgbClr val="0860FF"/>
                </a:solidFill>
              </a:defRPr>
            </a:lvl5pPr>
            <a:lvl6pPr>
              <a:defRPr sz="1800" b="1">
                <a:solidFill>
                  <a:srgbClr val="0860FF"/>
                </a:solidFill>
              </a:defRPr>
            </a:lvl6pPr>
            <a:lvl7pPr>
              <a:defRPr sz="1800" b="1">
                <a:solidFill>
                  <a:srgbClr val="0860FF"/>
                </a:solidFill>
              </a:defRPr>
            </a:lvl7pPr>
            <a:lvl8pPr>
              <a:defRPr sz="1800" b="1">
                <a:solidFill>
                  <a:srgbClr val="0860FF"/>
                </a:solidFill>
              </a:defRPr>
            </a:lvl8pPr>
            <a:lvl9pPr>
              <a:defRPr sz="180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60FF"/>
                </a:solidFill>
              </a:defRPr>
            </a:pPr>
            <a:r>
              <a:rPr sz="1800" b="1">
                <a:solidFill>
                  <a:srgbClr val="0860FF"/>
                </a:solidFill>
              </a:rPr>
              <a:t>Juan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7502-8172-4357-9975-469FDFEF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857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F7FB5-8F35-4ADB-B7C7-AA458013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192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60FF"/>
                </a:solidFill>
              </a:defRPr>
            </a:defPPr>
            <a:lvl1pPr>
              <a:defRPr sz="2400" b="1">
                <a:solidFill>
                  <a:srgbClr val="0860FF"/>
                </a:solidFill>
              </a:defRPr>
            </a:lvl1pPr>
            <a:lvl2pPr>
              <a:defRPr sz="2400" b="1">
                <a:solidFill>
                  <a:srgbClr val="0860FF"/>
                </a:solidFill>
              </a:defRPr>
            </a:lvl2pPr>
            <a:lvl3pPr>
              <a:defRPr sz="2400" b="1">
                <a:solidFill>
                  <a:srgbClr val="0860FF"/>
                </a:solidFill>
              </a:defRPr>
            </a:lvl3pPr>
            <a:lvl4pPr>
              <a:defRPr sz="2400" b="1">
                <a:solidFill>
                  <a:srgbClr val="0860FF"/>
                </a:solidFill>
              </a:defRPr>
            </a:lvl4pPr>
            <a:lvl5pPr>
              <a:defRPr sz="2400" b="1">
                <a:solidFill>
                  <a:srgbClr val="0860FF"/>
                </a:solidFill>
              </a:defRPr>
            </a:lvl5pPr>
            <a:lvl6pPr>
              <a:defRPr sz="2400" b="1">
                <a:solidFill>
                  <a:srgbClr val="0860FF"/>
                </a:solidFill>
              </a:defRPr>
            </a:lvl6pPr>
            <a:lvl7pPr>
              <a:defRPr sz="2400" b="1">
                <a:solidFill>
                  <a:srgbClr val="0860FF"/>
                </a:solidFill>
              </a:defRPr>
            </a:lvl7pPr>
            <a:lvl8pPr>
              <a:defRPr sz="2400" b="1">
                <a:solidFill>
                  <a:srgbClr val="0860FF"/>
                </a:solidFill>
              </a:defRPr>
            </a:lvl8pPr>
            <a:lvl9pPr>
              <a:defRPr sz="240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60FF"/>
                </a:solidFill>
              </a:defRPr>
            </a:pPr>
            <a:r>
              <a:rPr sz="2400" b="1">
                <a:solidFill>
                  <a:srgbClr val="0860FF"/>
                </a:solidFill>
              </a:rPr>
              <a:t>La información queda</a:t>
            </a:r>
          </a:p>
          <a:p xmlns:a="http://schemas.openxmlformats.org/drawingml/2006/main">
            <a:pPr>
              <a:defRPr sz="2400" b="1">
                <a:solidFill>
                  <a:srgbClr val="0860FF"/>
                </a:solidFill>
              </a:defRPr>
            </a:pPr>
            <a:r>
              <a:rPr sz="2400" b="1">
                <a:solidFill>
                  <a:srgbClr val="0860FF"/>
                </a:solidFill>
              </a:rPr>
              <a:t>entre papeles y mensajes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F68FF-3A38-4A45-8E97-A6FA4A6F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309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61A35"/>
                </a:solidFill>
              </a:defRPr>
            </a:defPPr>
            <a:lvl1pPr>
              <a:defRPr sz="1800" b="0">
                <a:solidFill>
                  <a:srgbClr val="061A35"/>
                </a:solidFill>
              </a:defRPr>
            </a:lvl1pPr>
            <a:lvl2pPr>
              <a:defRPr sz="1800" b="0">
                <a:solidFill>
                  <a:srgbClr val="061A35"/>
                </a:solidFill>
              </a:defRPr>
            </a:lvl2pPr>
            <a:lvl3pPr>
              <a:defRPr sz="1800" b="0">
                <a:solidFill>
                  <a:srgbClr val="061A35"/>
                </a:solidFill>
              </a:defRPr>
            </a:lvl3pPr>
            <a:lvl4pPr>
              <a:defRPr sz="1800" b="0">
                <a:solidFill>
                  <a:srgbClr val="061A35"/>
                </a:solidFill>
              </a:defRPr>
            </a:lvl4pPr>
            <a:lvl5pPr>
              <a:defRPr sz="1800" b="0">
                <a:solidFill>
                  <a:srgbClr val="061A35"/>
                </a:solidFill>
              </a:defRPr>
            </a:lvl5pPr>
            <a:lvl6pPr>
              <a:defRPr sz="1800" b="0">
                <a:solidFill>
                  <a:srgbClr val="061A35"/>
                </a:solidFill>
              </a:defRPr>
            </a:lvl6pPr>
            <a:lvl7pPr>
              <a:defRPr sz="1800" b="0">
                <a:solidFill>
                  <a:srgbClr val="061A35"/>
                </a:solidFill>
              </a:defRPr>
            </a:lvl7pPr>
            <a:lvl8pPr>
              <a:defRPr sz="1800" b="0">
                <a:solidFill>
                  <a:srgbClr val="061A35"/>
                </a:solidFill>
              </a:defRPr>
            </a:lvl8pPr>
            <a:lvl9pPr>
              <a:defRPr sz="180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61A35"/>
                </a:solidFill>
              </a:defRPr>
            </a:pPr>
            <a:r>
              <a:rPr sz="1800" b="0">
                <a:solidFill>
                  <a:srgbClr val="061A35"/>
                </a:solidFill>
              </a:rPr>
              <a:t>Anotaciones dispersas</a:t>
            </a:r>
          </a:p>
          <a:p xmlns:a="http://schemas.openxmlformats.org/drawingml/2006/main">
            <a:pPr>
              <a:defRPr sz="1800" b="0">
                <a:solidFill>
                  <a:srgbClr val="061A35"/>
                </a:solidFill>
              </a:defRPr>
            </a:pPr>
            <a:r>
              <a:rPr sz="1800" b="0">
                <a:solidFill>
                  <a:srgbClr val="061A35"/>
                </a:solidFill>
              </a:rPr>
              <a:t>Novedades sin comunicar</a:t>
            </a:r>
          </a:p>
          <a:p xmlns:a="http://schemas.openxmlformats.org/drawingml/2006/main">
            <a:pPr>
              <a:defRPr sz="1800" b="0">
                <a:solidFill>
                  <a:srgbClr val="061A35"/>
                </a:solidFill>
              </a:defRPr>
            </a:pPr>
            <a:r>
              <a:rPr sz="1800" b="0">
                <a:solidFill>
                  <a:srgbClr val="061A35"/>
                </a:solidFill>
              </a:rPr>
              <a:t>Dudas sobre la mercadería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B0A1F-57C9-46A8-BD82-373FBCA4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B91"/>
                </a:solidFill>
              </a:defRPr>
            </a:defPPr>
            <a:lvl1pPr>
              <a:defRPr sz="1875" b="0">
                <a:solidFill>
                  <a:srgbClr val="536B91"/>
                </a:solidFill>
              </a:defRPr>
            </a:lvl1pPr>
            <a:lvl2pPr>
              <a:defRPr sz="1875" b="0">
                <a:solidFill>
                  <a:srgbClr val="536B91"/>
                </a:solidFill>
              </a:defRPr>
            </a:lvl2pPr>
            <a:lvl3pPr>
              <a:defRPr sz="1875" b="0">
                <a:solidFill>
                  <a:srgbClr val="536B91"/>
                </a:solidFill>
              </a:defRPr>
            </a:lvl3pPr>
            <a:lvl4pPr>
              <a:defRPr sz="1875" b="0">
                <a:solidFill>
                  <a:srgbClr val="536B91"/>
                </a:solidFill>
              </a:defRPr>
            </a:lvl4pPr>
            <a:lvl5pPr>
              <a:defRPr sz="1875" b="0">
                <a:solidFill>
                  <a:srgbClr val="536B91"/>
                </a:solidFill>
              </a:defRPr>
            </a:lvl5pPr>
            <a:lvl6pPr>
              <a:defRPr sz="1875" b="0">
                <a:solidFill>
                  <a:srgbClr val="536B91"/>
                </a:solidFill>
              </a:defRPr>
            </a:lvl6pPr>
            <a:lvl7pPr>
              <a:defRPr sz="1875" b="0">
                <a:solidFill>
                  <a:srgbClr val="536B91"/>
                </a:solidFill>
              </a:defRPr>
            </a:lvl7pPr>
            <a:lvl8pPr>
              <a:defRPr sz="1875" b="0">
                <a:solidFill>
                  <a:srgbClr val="536B91"/>
                </a:solidFill>
              </a:defRPr>
            </a:lvl8pPr>
            <a:lvl9pPr>
              <a:defRPr sz="187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B91"/>
                </a:solidFill>
              </a:defRPr>
            </a:pPr>
            <a:r>
              <a:rPr sz="1875" b="0">
                <a:solidFill>
                  <a:srgbClr val="536B91"/>
                </a:solidFill>
              </a:rPr>
              <a:t>Volver a contar. Reconstruir lo ocurrido. Detectar faltantes tarde.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59D49-6482-4432-A4E2-4D9BD3CD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72125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61A35"/>
                </a:solidFill>
              </a:defRPr>
            </a:defPPr>
            <a:lvl1pPr>
              <a:defRPr sz="2250" b="1">
                <a:solidFill>
                  <a:srgbClr val="061A35"/>
                </a:solidFill>
              </a:defRPr>
            </a:lvl1pPr>
            <a:lvl2pPr>
              <a:defRPr sz="2250" b="1">
                <a:solidFill>
                  <a:srgbClr val="061A35"/>
                </a:solidFill>
              </a:defRPr>
            </a:lvl2pPr>
            <a:lvl3pPr>
              <a:defRPr sz="2250" b="1">
                <a:solidFill>
                  <a:srgbClr val="061A35"/>
                </a:solidFill>
              </a:defRPr>
            </a:lvl3pPr>
            <a:lvl4pPr>
              <a:defRPr sz="2250" b="1">
                <a:solidFill>
                  <a:srgbClr val="061A35"/>
                </a:solidFill>
              </a:defRPr>
            </a:lvl4pPr>
            <a:lvl5pPr>
              <a:defRPr sz="2250" b="1">
                <a:solidFill>
                  <a:srgbClr val="061A35"/>
                </a:solidFill>
              </a:defRPr>
            </a:lvl5pPr>
            <a:lvl6pPr>
              <a:defRPr sz="2250" b="1">
                <a:solidFill>
                  <a:srgbClr val="061A35"/>
                </a:solidFill>
              </a:defRPr>
            </a:lvl6pPr>
            <a:lvl7pPr>
              <a:defRPr sz="2250" b="1">
                <a:solidFill>
                  <a:srgbClr val="061A35"/>
                </a:solidFill>
              </a:defRPr>
            </a:lvl7pPr>
            <a:lvl8pPr>
              <a:defRPr sz="2250" b="1">
                <a:solidFill>
                  <a:srgbClr val="061A35"/>
                </a:solidFill>
              </a:defRPr>
            </a:lvl8pPr>
            <a:lvl9pPr>
              <a:defRPr sz="225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61A35"/>
                </a:solidFill>
              </a:defRPr>
            </a:pPr>
            <a:r>
              <a:rPr sz="2250" b="1">
                <a:solidFill>
                  <a:srgbClr val="061A35"/>
                </a:solidFill>
              </a:rPr>
              <a:t>¿Qué se vendió?</a:t>
            </a:r>
          </a:p>
          <a:p xmlns:a="http://schemas.openxmlformats.org/drawingml/2006/main">
            <a:pPr>
              <a:defRPr sz="2250" b="1">
                <a:solidFill>
                  <a:srgbClr val="061A35"/>
                </a:solidFill>
              </a:defRPr>
            </a:pPr>
            <a:r>
              <a:rPr sz="2250" b="1">
                <a:solidFill>
                  <a:srgbClr val="061A35"/>
                </a:solidFill>
              </a:rPr>
              <a:t>¿Cuánto queda?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16C7C-CD8A-4F9D-B64E-D02ECAE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Caso ficticio. Una persona atiende en cada turno.</a:t>
            </a:r>
          </a:p>
        </p:txBody>
      </p:sp>
    </p:spTree>
    <p:extLst>
      <p:ext uri="{BB962C8B-B14F-4D97-AF65-F5344CB8AC3E}">
        <p14:creationId xmlns:p14="http://schemas.microsoft.com/office/powerpoint/2010/main" val="908071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0A2C-F8F0-4963-BF45-059E989A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Una gestión compartida desde el celular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58FDD-EAC6-411F-AEBD-FC3110FB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6CCE9"/>
                </a:solidFill>
              </a:defRPr>
            </a:defPPr>
            <a:lvl1pPr>
              <a:defRPr sz="1350" b="0">
                <a:solidFill>
                  <a:srgbClr val="B6CCE9"/>
                </a:solidFill>
              </a:defRPr>
            </a:lvl1pPr>
            <a:lvl2pPr>
              <a:defRPr sz="1350" b="0">
                <a:solidFill>
                  <a:srgbClr val="B6CCE9"/>
                </a:solidFill>
              </a:defRPr>
            </a:lvl2pPr>
            <a:lvl3pPr>
              <a:defRPr sz="1350" b="0">
                <a:solidFill>
                  <a:srgbClr val="B6CCE9"/>
                </a:solidFill>
              </a:defRPr>
            </a:lvl3pPr>
            <a:lvl4pPr>
              <a:defRPr sz="1350" b="0">
                <a:solidFill>
                  <a:srgbClr val="B6CCE9"/>
                </a:solidFill>
              </a:defRPr>
            </a:lvl4pPr>
            <a:lvl5pPr>
              <a:defRPr sz="1350" b="0">
                <a:solidFill>
                  <a:srgbClr val="B6CCE9"/>
                </a:solidFill>
              </a:defRPr>
            </a:lvl5pPr>
            <a:lvl6pPr>
              <a:defRPr sz="1350" b="0">
                <a:solidFill>
                  <a:srgbClr val="B6CCE9"/>
                </a:solidFill>
              </a:defRPr>
            </a:lvl6pPr>
            <a:lvl7pPr>
              <a:defRPr sz="1350" b="0">
                <a:solidFill>
                  <a:srgbClr val="B6CCE9"/>
                </a:solidFill>
              </a:defRPr>
            </a:lvl7pPr>
            <a:lvl8pPr>
              <a:defRPr sz="1350" b="0">
                <a:solidFill>
                  <a:srgbClr val="B6CCE9"/>
                </a:solidFill>
              </a:defRPr>
            </a:lvl8pPr>
            <a:lvl9pPr>
              <a:defRPr sz="1350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6CCE9"/>
                </a:solidFill>
              </a:defRPr>
            </a:pPr>
            <a:r>
              <a:rPr sz="1350" b="0">
                <a:solidFill>
                  <a:srgbClr val="B6CCE9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53303-1993-4ED6-ABC2-72BEA99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CCE9"/>
                </a:solidFill>
              </a:defRPr>
            </a:defPPr>
            <a:lvl1pPr>
              <a:defRPr sz="1875" b="0">
                <a:solidFill>
                  <a:srgbClr val="B6CCE9"/>
                </a:solidFill>
              </a:defRPr>
            </a:lvl1pPr>
            <a:lvl2pPr>
              <a:defRPr sz="1875" b="0">
                <a:solidFill>
                  <a:srgbClr val="B6CCE9"/>
                </a:solidFill>
              </a:defRPr>
            </a:lvl2pPr>
            <a:lvl3pPr>
              <a:defRPr sz="1875" b="0">
                <a:solidFill>
                  <a:srgbClr val="B6CCE9"/>
                </a:solidFill>
              </a:defRPr>
            </a:lvl3pPr>
            <a:lvl4pPr>
              <a:defRPr sz="1875" b="0">
                <a:solidFill>
                  <a:srgbClr val="B6CCE9"/>
                </a:solidFill>
              </a:defRPr>
            </a:lvl4pPr>
            <a:lvl5pPr>
              <a:defRPr sz="1875" b="0">
                <a:solidFill>
                  <a:srgbClr val="B6CCE9"/>
                </a:solidFill>
              </a:defRPr>
            </a:lvl5pPr>
            <a:lvl6pPr>
              <a:defRPr sz="1875" b="0">
                <a:solidFill>
                  <a:srgbClr val="B6CCE9"/>
                </a:solidFill>
              </a:defRPr>
            </a:lvl6pPr>
            <a:lvl7pPr>
              <a:defRPr sz="1875" b="0">
                <a:solidFill>
                  <a:srgbClr val="B6CCE9"/>
                </a:solidFill>
              </a:defRPr>
            </a:lvl7pPr>
            <a:lvl8pPr>
              <a:defRPr sz="1875" b="0">
                <a:solidFill>
                  <a:srgbClr val="B6CCE9"/>
                </a:solidFill>
              </a:defRPr>
            </a:lvl8pPr>
            <a:lvl9pPr>
              <a:defRPr sz="1875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6CCE9"/>
                </a:solidFill>
              </a:defRPr>
            </a:pPr>
            <a:r>
              <a:rPr sz="1875" b="0">
                <a:solidFill>
                  <a:srgbClr val="B6CCE9"/>
                </a:solidFill>
              </a:rPr>
              <a:t>Anotaciones dispersas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BB3DD-9CCE-4DE0-9953-843893C4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525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CCE9"/>
                </a:solidFill>
              </a:defRPr>
            </a:defPPr>
            <a:lvl1pPr>
              <a:defRPr sz="1875" b="0">
                <a:solidFill>
                  <a:srgbClr val="B6CCE9"/>
                </a:solidFill>
              </a:defRPr>
            </a:lvl1pPr>
            <a:lvl2pPr>
              <a:defRPr sz="1875" b="0">
                <a:solidFill>
                  <a:srgbClr val="B6CCE9"/>
                </a:solidFill>
              </a:defRPr>
            </a:lvl2pPr>
            <a:lvl3pPr>
              <a:defRPr sz="1875" b="0">
                <a:solidFill>
                  <a:srgbClr val="B6CCE9"/>
                </a:solidFill>
              </a:defRPr>
            </a:lvl3pPr>
            <a:lvl4pPr>
              <a:defRPr sz="1875" b="0">
                <a:solidFill>
                  <a:srgbClr val="B6CCE9"/>
                </a:solidFill>
              </a:defRPr>
            </a:lvl4pPr>
            <a:lvl5pPr>
              <a:defRPr sz="1875" b="0">
                <a:solidFill>
                  <a:srgbClr val="B6CCE9"/>
                </a:solidFill>
              </a:defRPr>
            </a:lvl5pPr>
            <a:lvl6pPr>
              <a:defRPr sz="1875" b="0">
                <a:solidFill>
                  <a:srgbClr val="B6CCE9"/>
                </a:solidFill>
              </a:defRPr>
            </a:lvl6pPr>
            <a:lvl7pPr>
              <a:defRPr sz="1875" b="0">
                <a:solidFill>
                  <a:srgbClr val="B6CCE9"/>
                </a:solidFill>
              </a:defRPr>
            </a:lvl7pPr>
            <a:lvl8pPr>
              <a:defRPr sz="1875" b="0">
                <a:solidFill>
                  <a:srgbClr val="B6CCE9"/>
                </a:solidFill>
              </a:defRPr>
            </a:lvl8pPr>
            <a:lvl9pPr>
              <a:defRPr sz="1875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6CCE9"/>
                </a:solidFill>
              </a:defRPr>
            </a:pPr>
            <a:r>
              <a:rPr sz="1875" b="0">
                <a:solidFill>
                  <a:srgbClr val="B6CCE9"/>
                </a:solidFill>
              </a:rPr>
              <a:t>Dudas sobre cuánto queda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83694-E9EA-41CB-9647-9612879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525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CCE9"/>
                </a:solidFill>
              </a:defRPr>
            </a:defPPr>
            <a:lvl1pPr>
              <a:defRPr sz="1875" b="0">
                <a:solidFill>
                  <a:srgbClr val="B6CCE9"/>
                </a:solidFill>
              </a:defRPr>
            </a:lvl1pPr>
            <a:lvl2pPr>
              <a:defRPr sz="1875" b="0">
                <a:solidFill>
                  <a:srgbClr val="B6CCE9"/>
                </a:solidFill>
              </a:defRPr>
            </a:lvl2pPr>
            <a:lvl3pPr>
              <a:defRPr sz="1875" b="0">
                <a:solidFill>
                  <a:srgbClr val="B6CCE9"/>
                </a:solidFill>
              </a:defRPr>
            </a:lvl3pPr>
            <a:lvl4pPr>
              <a:defRPr sz="1875" b="0">
                <a:solidFill>
                  <a:srgbClr val="B6CCE9"/>
                </a:solidFill>
              </a:defRPr>
            </a:lvl4pPr>
            <a:lvl5pPr>
              <a:defRPr sz="1875" b="0">
                <a:solidFill>
                  <a:srgbClr val="B6CCE9"/>
                </a:solidFill>
              </a:defRPr>
            </a:lvl5pPr>
            <a:lvl6pPr>
              <a:defRPr sz="1875" b="0">
                <a:solidFill>
                  <a:srgbClr val="B6CCE9"/>
                </a:solidFill>
              </a:defRPr>
            </a:lvl6pPr>
            <a:lvl7pPr>
              <a:defRPr sz="1875" b="0">
                <a:solidFill>
                  <a:srgbClr val="B6CCE9"/>
                </a:solidFill>
              </a:defRPr>
            </a:lvl7pPr>
            <a:lvl8pPr>
              <a:defRPr sz="1875" b="0">
                <a:solidFill>
                  <a:srgbClr val="B6CCE9"/>
                </a:solidFill>
              </a:defRPr>
            </a:lvl8pPr>
            <a:lvl9pPr>
              <a:defRPr sz="1875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6CCE9"/>
                </a:solidFill>
              </a:defRPr>
            </a:pPr>
            <a:r>
              <a:rPr sz="1875" b="0">
                <a:solidFill>
                  <a:srgbClr val="B6CCE9"/>
                </a:solidFill>
              </a:rPr>
              <a:t>Horarios de palabra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6E796-2C81-4581-AAD0-141DAD7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B9FF"/>
                </a:solidFill>
              </a:defRPr>
            </a:defPPr>
            <a:lvl1pPr>
              <a:defRPr sz="2250" b="1">
                <a:solidFill>
                  <a:srgbClr val="67B9FF"/>
                </a:solidFill>
              </a:defRPr>
            </a:lvl1pPr>
            <a:lvl2pPr>
              <a:defRPr sz="2250" b="1">
                <a:solidFill>
                  <a:srgbClr val="67B9FF"/>
                </a:solidFill>
              </a:defRPr>
            </a:lvl2pPr>
            <a:lvl3pPr>
              <a:defRPr sz="2250" b="1">
                <a:solidFill>
                  <a:srgbClr val="67B9FF"/>
                </a:solidFill>
              </a:defRPr>
            </a:lvl3pPr>
            <a:lvl4pPr>
              <a:defRPr sz="2250" b="1">
                <a:solidFill>
                  <a:srgbClr val="67B9FF"/>
                </a:solidFill>
              </a:defRPr>
            </a:lvl4pPr>
            <a:lvl5pPr>
              <a:defRPr sz="2250" b="1">
                <a:solidFill>
                  <a:srgbClr val="67B9FF"/>
                </a:solidFill>
              </a:defRPr>
            </a:lvl5pPr>
            <a:lvl6pPr>
              <a:defRPr sz="2250" b="1">
                <a:solidFill>
                  <a:srgbClr val="67B9FF"/>
                </a:solidFill>
              </a:defRPr>
            </a:lvl6pPr>
            <a:lvl7pPr>
              <a:defRPr sz="2250" b="1">
                <a:solidFill>
                  <a:srgbClr val="67B9FF"/>
                </a:solidFill>
              </a:defRPr>
            </a:lvl7pPr>
            <a:lvl8pPr>
              <a:defRPr sz="2250" b="1">
                <a:solidFill>
                  <a:srgbClr val="67B9FF"/>
                </a:solidFill>
              </a:defRPr>
            </a:lvl8pPr>
            <a:lvl9pPr>
              <a:defRPr sz="225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Registro e historial</a:t>
            </a:r>
          </a:p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de ventas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3EA24-FD2D-4C5E-8E66-051D102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B9FF"/>
                </a:solidFill>
              </a:defRPr>
            </a:defPPr>
            <a:lvl1pPr>
              <a:defRPr sz="2250" b="1">
                <a:solidFill>
                  <a:srgbClr val="67B9FF"/>
                </a:solidFill>
              </a:defRPr>
            </a:lvl1pPr>
            <a:lvl2pPr>
              <a:defRPr sz="2250" b="1">
                <a:solidFill>
                  <a:srgbClr val="67B9FF"/>
                </a:solidFill>
              </a:defRPr>
            </a:lvl2pPr>
            <a:lvl3pPr>
              <a:defRPr sz="2250" b="1">
                <a:solidFill>
                  <a:srgbClr val="67B9FF"/>
                </a:solidFill>
              </a:defRPr>
            </a:lvl3pPr>
            <a:lvl4pPr>
              <a:defRPr sz="2250" b="1">
                <a:solidFill>
                  <a:srgbClr val="67B9FF"/>
                </a:solidFill>
              </a:defRPr>
            </a:lvl4pPr>
            <a:lvl5pPr>
              <a:defRPr sz="2250" b="1">
                <a:solidFill>
                  <a:srgbClr val="67B9FF"/>
                </a:solidFill>
              </a:defRPr>
            </a:lvl5pPr>
            <a:lvl6pPr>
              <a:defRPr sz="2250" b="1">
                <a:solidFill>
                  <a:srgbClr val="67B9FF"/>
                </a:solidFill>
              </a:defRPr>
            </a:lvl6pPr>
            <a:lvl7pPr>
              <a:defRPr sz="2250" b="1">
                <a:solidFill>
                  <a:srgbClr val="67B9FF"/>
                </a:solidFill>
              </a:defRPr>
            </a:lvl7pPr>
            <a:lvl8pPr>
              <a:defRPr sz="2250" b="1">
                <a:solidFill>
                  <a:srgbClr val="67B9FF"/>
                </a:solidFill>
              </a:defRPr>
            </a:lvl8pPr>
            <a:lvl9pPr>
              <a:defRPr sz="225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Existencias al registrar</a:t>
            </a:r>
          </a:p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las operaciones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60BE7-0C69-4A17-8414-B07BE6DD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B9FF"/>
                </a:solidFill>
              </a:defRPr>
            </a:defPPr>
            <a:lvl1pPr>
              <a:defRPr sz="2250" b="1">
                <a:solidFill>
                  <a:srgbClr val="67B9FF"/>
                </a:solidFill>
              </a:defRPr>
            </a:lvl1pPr>
            <a:lvl2pPr>
              <a:defRPr sz="2250" b="1">
                <a:solidFill>
                  <a:srgbClr val="67B9FF"/>
                </a:solidFill>
              </a:defRPr>
            </a:lvl2pPr>
            <a:lvl3pPr>
              <a:defRPr sz="2250" b="1">
                <a:solidFill>
                  <a:srgbClr val="67B9FF"/>
                </a:solidFill>
              </a:defRPr>
            </a:lvl3pPr>
            <a:lvl4pPr>
              <a:defRPr sz="2250" b="1">
                <a:solidFill>
                  <a:srgbClr val="67B9FF"/>
                </a:solidFill>
              </a:defRPr>
            </a:lvl4pPr>
            <a:lvl5pPr>
              <a:defRPr sz="2250" b="1">
                <a:solidFill>
                  <a:srgbClr val="67B9FF"/>
                </a:solidFill>
              </a:defRPr>
            </a:lvl5pPr>
            <a:lvl6pPr>
              <a:defRPr sz="2250" b="1">
                <a:solidFill>
                  <a:srgbClr val="67B9FF"/>
                </a:solidFill>
              </a:defRPr>
            </a:lvl6pPr>
            <a:lvl7pPr>
              <a:defRPr sz="2250" b="1">
                <a:solidFill>
                  <a:srgbClr val="67B9FF"/>
                </a:solidFill>
              </a:defRPr>
            </a:lvl7pPr>
            <a:lvl8pPr>
              <a:defRPr sz="2250" b="1">
                <a:solidFill>
                  <a:srgbClr val="67B9FF"/>
                </a:solidFill>
              </a:defRPr>
            </a:lvl8pPr>
            <a:lvl9pPr>
              <a:defRPr sz="225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Asignación y consulta</a:t>
            </a:r>
          </a:p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de turnos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F6C68-DC2E-4180-B8DB-F702407D81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bc94b5f0a423b"/>
          <a:stretch xmlns:a="http://schemas.openxmlformats.org/drawingml/2006/main"/>
        </p:blipFill>
        <p:spPr>
          <a:xfrm xmlns:a="http://schemas.openxmlformats.org/drawingml/2006/main">
            <a:off x="1513342" y="2981325"/>
            <a:ext cx="1402442" cy="25717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3566E-17AD-42AC-AA80-E3DC1403E0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473098de74c24"/>
          <a:stretch xmlns:a="http://schemas.openxmlformats.org/drawingml/2006/main"/>
        </p:blipFill>
        <p:spPr>
          <a:xfrm xmlns:a="http://schemas.openxmlformats.org/drawingml/2006/main">
            <a:off x="5228092" y="2981325"/>
            <a:ext cx="1402442" cy="257175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D3B43-057B-4100-9D3F-2D8A7C08F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097d202824a35"/>
          <a:stretch xmlns:a="http://schemas.openxmlformats.org/drawingml/2006/main"/>
        </p:blipFill>
        <p:spPr>
          <a:xfrm xmlns:a="http://schemas.openxmlformats.org/drawingml/2006/main">
            <a:off x="8942842" y="2981325"/>
            <a:ext cx="1402442" cy="2571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732C8-E593-4457-BF8C-AD34962F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Consultar qué se vendió durante cada turno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63258-E697-4EDE-8894-4661ECAA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Consultar disponibilidad y orientar la reposición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4B025-8D22-48AD-89F1-E0D28185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197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Saber qué horarios tiene asignados el empleado</a:t>
            </a:r>
          </a:p>
        </p:txBody>
      </p:sp>
    </p:spTree>
    <p:extLst>
      <p:ext uri="{BB962C8B-B14F-4D97-AF65-F5344CB8AC3E}">
        <p14:creationId xmlns:p14="http://schemas.microsoft.com/office/powerpoint/2010/main" val="142380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1CB41-ED10-43AA-92AA-DDA11294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Bienvenida y personas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0BDF4-A78F-49FA-8EC2-1A097D05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3473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324D7-2223-4560-83D4-992E2E32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Un día en el comercio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9CDB8-7508-4187-AAEA-2DCD6EA2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6CCE9"/>
                </a:solidFill>
              </a:defRPr>
            </a:defPPr>
            <a:lvl1pPr>
              <a:defRPr sz="1350" b="0">
                <a:solidFill>
                  <a:srgbClr val="B6CCE9"/>
                </a:solidFill>
              </a:defRPr>
            </a:lvl1pPr>
            <a:lvl2pPr>
              <a:defRPr sz="1350" b="0">
                <a:solidFill>
                  <a:srgbClr val="B6CCE9"/>
                </a:solidFill>
              </a:defRPr>
            </a:lvl2pPr>
            <a:lvl3pPr>
              <a:defRPr sz="1350" b="0">
                <a:solidFill>
                  <a:srgbClr val="B6CCE9"/>
                </a:solidFill>
              </a:defRPr>
            </a:lvl3pPr>
            <a:lvl4pPr>
              <a:defRPr sz="1350" b="0">
                <a:solidFill>
                  <a:srgbClr val="B6CCE9"/>
                </a:solidFill>
              </a:defRPr>
            </a:lvl4pPr>
            <a:lvl5pPr>
              <a:defRPr sz="1350" b="0">
                <a:solidFill>
                  <a:srgbClr val="B6CCE9"/>
                </a:solidFill>
              </a:defRPr>
            </a:lvl5pPr>
            <a:lvl6pPr>
              <a:defRPr sz="1350" b="0">
                <a:solidFill>
                  <a:srgbClr val="B6CCE9"/>
                </a:solidFill>
              </a:defRPr>
            </a:lvl6pPr>
            <a:lvl7pPr>
              <a:defRPr sz="1350" b="0">
                <a:solidFill>
                  <a:srgbClr val="B6CCE9"/>
                </a:solidFill>
              </a:defRPr>
            </a:lvl7pPr>
            <a:lvl8pPr>
              <a:defRPr sz="1350" b="0">
                <a:solidFill>
                  <a:srgbClr val="B6CCE9"/>
                </a:solidFill>
              </a:defRPr>
            </a:lvl8pPr>
            <a:lvl9pPr>
              <a:defRPr sz="1350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6CCE9"/>
                </a:solidFill>
              </a:defRPr>
            </a:pPr>
            <a:r>
              <a:rPr sz="1350" b="0">
                <a:solidFill>
                  <a:srgbClr val="B6CCE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6494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179E5-A24C-49B0-BD0D-83190C1D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¿Cómo funciona por dentro?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989E5-D99D-4C0C-9981-32F54F1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4C497-776D-42AC-BC08-36FB8548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36B91"/>
                </a:solidFill>
              </a:defRPr>
            </a:defPPr>
            <a:lvl1pPr>
              <a:defRPr sz="1350" b="1">
                <a:solidFill>
                  <a:srgbClr val="536B91"/>
                </a:solidFill>
              </a:defRPr>
            </a:lvl1pPr>
            <a:lvl2pPr>
              <a:defRPr sz="1350" b="1">
                <a:solidFill>
                  <a:srgbClr val="536B91"/>
                </a:solidFill>
              </a:defRPr>
            </a:lvl2pPr>
            <a:lvl3pPr>
              <a:defRPr sz="1350" b="1">
                <a:solidFill>
                  <a:srgbClr val="536B91"/>
                </a:solidFill>
              </a:defRPr>
            </a:lvl3pPr>
            <a:lvl4pPr>
              <a:defRPr sz="1350" b="1">
                <a:solidFill>
                  <a:srgbClr val="536B91"/>
                </a:solidFill>
              </a:defRPr>
            </a:lvl4pPr>
            <a:lvl5pPr>
              <a:defRPr sz="1350" b="1">
                <a:solidFill>
                  <a:srgbClr val="536B91"/>
                </a:solidFill>
              </a:defRPr>
            </a:lvl5pPr>
            <a:lvl6pPr>
              <a:defRPr sz="1350" b="1">
                <a:solidFill>
                  <a:srgbClr val="536B91"/>
                </a:solidFill>
              </a:defRPr>
            </a:lvl6pPr>
            <a:lvl7pPr>
              <a:defRPr sz="1350" b="1">
                <a:solidFill>
                  <a:srgbClr val="536B91"/>
                </a:solidFill>
              </a:defRPr>
            </a:lvl7pPr>
            <a:lvl8pPr>
              <a:defRPr sz="1350" b="1">
                <a:solidFill>
                  <a:srgbClr val="536B91"/>
                </a:solidFill>
              </a:defRPr>
            </a:lvl8pPr>
            <a:lvl9pPr>
              <a:defRPr sz="1350" b="1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B91"/>
                </a:solidFill>
              </a:defRPr>
            </a:pPr>
            <a:r>
              <a:rPr sz="1350" b="1">
                <a:solidFill>
                  <a:srgbClr val="536B91"/>
                </a:solidFill>
              </a:rPr>
              <a:t>UNA VENTA CONECTA LAS TRES CAPAS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5FA13-8347-4461-9BA7-34BD009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60FF"/>
                </a:solidFill>
              </a:defRPr>
            </a:defPPr>
            <a:lvl1pPr>
              <a:defRPr sz="3450" b="1">
                <a:solidFill>
                  <a:srgbClr val="0860FF"/>
                </a:solidFill>
              </a:defRPr>
            </a:lvl1pPr>
            <a:lvl2pPr>
              <a:defRPr sz="3450" b="1">
                <a:solidFill>
                  <a:srgbClr val="0860FF"/>
                </a:solidFill>
              </a:defRPr>
            </a:lvl2pPr>
            <a:lvl3pPr>
              <a:defRPr sz="3450" b="1">
                <a:solidFill>
                  <a:srgbClr val="0860FF"/>
                </a:solidFill>
              </a:defRPr>
            </a:lvl3pPr>
            <a:lvl4pPr>
              <a:defRPr sz="3450" b="1">
                <a:solidFill>
                  <a:srgbClr val="0860FF"/>
                </a:solidFill>
              </a:defRPr>
            </a:lvl4pPr>
            <a:lvl5pPr>
              <a:defRPr sz="3450" b="1">
                <a:solidFill>
                  <a:srgbClr val="0860FF"/>
                </a:solidFill>
              </a:defRPr>
            </a:lvl5pPr>
            <a:lvl6pPr>
              <a:defRPr sz="3450" b="1">
                <a:solidFill>
                  <a:srgbClr val="0860FF"/>
                </a:solidFill>
              </a:defRPr>
            </a:lvl6pPr>
            <a:lvl7pPr>
              <a:defRPr sz="3450" b="1">
                <a:solidFill>
                  <a:srgbClr val="0860FF"/>
                </a:solidFill>
              </a:defRPr>
            </a:lvl7pPr>
            <a:lvl8pPr>
              <a:defRPr sz="3450" b="1">
                <a:solidFill>
                  <a:srgbClr val="0860FF"/>
                </a:solidFill>
              </a:defRPr>
            </a:lvl8pPr>
            <a:lvl9pPr>
              <a:defRPr sz="34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860FF"/>
                </a:solidFill>
              </a:defRPr>
            </a:pPr>
            <a:r>
              <a:rPr sz="3450" b="1">
                <a:solidFill>
                  <a:srgbClr val="0860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90076-814A-47B0-88F5-284E90C1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3832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61A35"/>
                </a:solidFill>
              </a:defRPr>
            </a:defPPr>
            <a:lvl1pPr>
              <a:defRPr sz="2325" b="1">
                <a:solidFill>
                  <a:srgbClr val="061A35"/>
                </a:solidFill>
              </a:defRPr>
            </a:lvl1pPr>
            <a:lvl2pPr>
              <a:defRPr sz="2325" b="1">
                <a:solidFill>
                  <a:srgbClr val="061A35"/>
                </a:solidFill>
              </a:defRPr>
            </a:lvl2pPr>
            <a:lvl3pPr>
              <a:defRPr sz="2325" b="1">
                <a:solidFill>
                  <a:srgbClr val="061A35"/>
                </a:solidFill>
              </a:defRPr>
            </a:lvl3pPr>
            <a:lvl4pPr>
              <a:defRPr sz="2325" b="1">
                <a:solidFill>
                  <a:srgbClr val="061A35"/>
                </a:solidFill>
              </a:defRPr>
            </a:lvl4pPr>
            <a:lvl5pPr>
              <a:defRPr sz="2325" b="1">
                <a:solidFill>
                  <a:srgbClr val="061A35"/>
                </a:solidFill>
              </a:defRPr>
            </a:lvl5pPr>
            <a:lvl6pPr>
              <a:defRPr sz="2325" b="1">
                <a:solidFill>
                  <a:srgbClr val="061A35"/>
                </a:solidFill>
              </a:defRPr>
            </a:lvl6pPr>
            <a:lvl7pPr>
              <a:defRPr sz="2325" b="1">
                <a:solidFill>
                  <a:srgbClr val="061A35"/>
                </a:solidFill>
              </a:defRPr>
            </a:lvl7pPr>
            <a:lvl8pPr>
              <a:defRPr sz="2325" b="1">
                <a:solidFill>
                  <a:srgbClr val="061A35"/>
                </a:solidFill>
              </a:defRPr>
            </a:lvl8pPr>
            <a:lvl9pPr>
              <a:defRPr sz="23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61A35"/>
                </a:solidFill>
              </a:defRPr>
            </a:pPr>
            <a:r>
              <a:rPr sz="2325" b="1">
                <a:solidFill>
                  <a:srgbClr val="061A35"/>
                </a:solidFill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C5734-4B2D-46DF-9173-EDAEF168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860FF"/>
                </a:solidFill>
              </a:defRPr>
            </a:defPPr>
            <a:lvl1pPr>
              <a:defRPr sz="1725" b="0">
                <a:solidFill>
                  <a:srgbClr val="0860FF"/>
                </a:solidFill>
              </a:defRPr>
            </a:lvl1pPr>
            <a:lvl2pPr>
              <a:defRPr sz="1725" b="0">
                <a:solidFill>
                  <a:srgbClr val="0860FF"/>
                </a:solidFill>
              </a:defRPr>
            </a:lvl2pPr>
            <a:lvl3pPr>
              <a:defRPr sz="1725" b="0">
                <a:solidFill>
                  <a:srgbClr val="0860FF"/>
                </a:solidFill>
              </a:defRPr>
            </a:lvl3pPr>
            <a:lvl4pPr>
              <a:defRPr sz="1725" b="0">
                <a:solidFill>
                  <a:srgbClr val="0860FF"/>
                </a:solidFill>
              </a:defRPr>
            </a:lvl4pPr>
            <a:lvl5pPr>
              <a:defRPr sz="1725" b="0">
                <a:solidFill>
                  <a:srgbClr val="0860FF"/>
                </a:solidFill>
              </a:defRPr>
            </a:lvl5pPr>
            <a:lvl6pPr>
              <a:defRPr sz="1725" b="0">
                <a:solidFill>
                  <a:srgbClr val="0860FF"/>
                </a:solidFill>
              </a:defRPr>
            </a:lvl6pPr>
            <a:lvl7pPr>
              <a:defRPr sz="1725" b="0">
                <a:solidFill>
                  <a:srgbClr val="0860FF"/>
                </a:solidFill>
              </a:defRPr>
            </a:lvl7pPr>
            <a:lvl8pPr>
              <a:defRPr sz="1725" b="0">
                <a:solidFill>
                  <a:srgbClr val="0860FF"/>
                </a:solidFill>
              </a:defRPr>
            </a:lvl8pPr>
            <a:lvl9pPr>
              <a:defRPr sz="1725" b="0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860FF"/>
                </a:solidFill>
              </a:defRPr>
            </a:pPr>
            <a:r>
              <a:rPr sz="1725" b="0">
                <a:solidFill>
                  <a:srgbClr val="0860FF"/>
                </a:solidFill>
              </a:rPr>
              <a:t>React Native + Expo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DDB4C-172A-4EB2-B06E-207CBE88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669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B91"/>
                </a:solidFill>
              </a:defRPr>
            </a:defPPr>
            <a:lvl1pPr>
              <a:defRPr sz="1800" b="0">
                <a:solidFill>
                  <a:srgbClr val="536B91"/>
                </a:solidFill>
              </a:defRPr>
            </a:lvl1pPr>
            <a:lvl2pPr>
              <a:defRPr sz="1800" b="0">
                <a:solidFill>
                  <a:srgbClr val="536B91"/>
                </a:solidFill>
              </a:defRPr>
            </a:lvl2pPr>
            <a:lvl3pPr>
              <a:defRPr sz="1800" b="0">
                <a:solidFill>
                  <a:srgbClr val="536B91"/>
                </a:solidFill>
              </a:defRPr>
            </a:lvl3pPr>
            <a:lvl4pPr>
              <a:defRPr sz="1800" b="0">
                <a:solidFill>
                  <a:srgbClr val="536B91"/>
                </a:solidFill>
              </a:defRPr>
            </a:lvl4pPr>
            <a:lvl5pPr>
              <a:defRPr sz="1800" b="0">
                <a:solidFill>
                  <a:srgbClr val="536B91"/>
                </a:solidFill>
              </a:defRPr>
            </a:lvl5pPr>
            <a:lvl6pPr>
              <a:defRPr sz="1800" b="0">
                <a:solidFill>
                  <a:srgbClr val="536B91"/>
                </a:solidFill>
              </a:defRPr>
            </a:lvl6pPr>
            <a:lvl7pPr>
              <a:defRPr sz="1800" b="0">
                <a:solidFill>
                  <a:srgbClr val="536B91"/>
                </a:solidFill>
              </a:defRPr>
            </a:lvl7pPr>
            <a:lvl8pPr>
              <a:defRPr sz="1800" b="0">
                <a:solidFill>
                  <a:srgbClr val="536B91"/>
                </a:solidFill>
              </a:defRPr>
            </a:lvl8pPr>
            <a:lvl9pPr>
              <a:defRPr sz="180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B91"/>
                </a:solidFill>
              </a:defRPr>
            </a:pPr>
            <a:r>
              <a:rPr sz="1800" b="0">
                <a:solidFill>
                  <a:srgbClr val="536B91"/>
                </a:solidFill>
              </a:rPr>
              <a:t>Lo que vemos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A27EE-4500-4D3B-A1E2-EB16957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61A35"/>
                </a:solidFill>
              </a:defRPr>
            </a:defPPr>
            <a:lvl1pPr>
              <a:defRPr sz="1725" b="0">
                <a:solidFill>
                  <a:srgbClr val="061A35"/>
                </a:solidFill>
              </a:defRPr>
            </a:lvl1pPr>
            <a:lvl2pPr>
              <a:defRPr sz="1725" b="0">
                <a:solidFill>
                  <a:srgbClr val="061A35"/>
                </a:solidFill>
              </a:defRPr>
            </a:lvl2pPr>
            <a:lvl3pPr>
              <a:defRPr sz="1725" b="0">
                <a:solidFill>
                  <a:srgbClr val="061A35"/>
                </a:solidFill>
              </a:defRPr>
            </a:lvl3pPr>
            <a:lvl4pPr>
              <a:defRPr sz="1725" b="0">
                <a:solidFill>
                  <a:srgbClr val="061A35"/>
                </a:solidFill>
              </a:defRPr>
            </a:lvl4pPr>
            <a:lvl5pPr>
              <a:defRPr sz="1725" b="0">
                <a:solidFill>
                  <a:srgbClr val="061A35"/>
                </a:solidFill>
              </a:defRPr>
            </a:lvl5pPr>
            <a:lvl6pPr>
              <a:defRPr sz="1725" b="0">
                <a:solidFill>
                  <a:srgbClr val="061A35"/>
                </a:solidFill>
              </a:defRPr>
            </a:lvl6pPr>
            <a:lvl7pPr>
              <a:defRPr sz="1725" b="0">
                <a:solidFill>
                  <a:srgbClr val="061A35"/>
                </a:solidFill>
              </a:defRPr>
            </a:lvl7pPr>
            <a:lvl8pPr>
              <a:defRPr sz="1725" b="0">
                <a:solidFill>
                  <a:srgbClr val="061A35"/>
                </a:solidFill>
              </a:defRPr>
            </a:lvl8pPr>
            <a:lvl9pPr>
              <a:defRPr sz="17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61A35"/>
                </a:solidFill>
              </a:defRPr>
            </a:pPr>
            <a:r>
              <a:rPr sz="1725" b="0">
                <a:solidFill>
                  <a:srgbClr val="061A35"/>
                </a:solidFill>
              </a:rPr>
              <a:t>El empleado confirma una venta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E7B66-5C90-41CF-9648-989F38C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8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0C97F-E231-4DD3-B43D-13B1B341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60FF"/>
                </a:solidFill>
              </a:defRPr>
            </a:defPPr>
            <a:lvl1pPr>
              <a:defRPr sz="3450" b="1">
                <a:solidFill>
                  <a:srgbClr val="0860FF"/>
                </a:solidFill>
              </a:defRPr>
            </a:lvl1pPr>
            <a:lvl2pPr>
              <a:defRPr sz="3450" b="1">
                <a:solidFill>
                  <a:srgbClr val="0860FF"/>
                </a:solidFill>
              </a:defRPr>
            </a:lvl2pPr>
            <a:lvl3pPr>
              <a:defRPr sz="3450" b="1">
                <a:solidFill>
                  <a:srgbClr val="0860FF"/>
                </a:solidFill>
              </a:defRPr>
            </a:lvl3pPr>
            <a:lvl4pPr>
              <a:defRPr sz="3450" b="1">
                <a:solidFill>
                  <a:srgbClr val="0860FF"/>
                </a:solidFill>
              </a:defRPr>
            </a:lvl4pPr>
            <a:lvl5pPr>
              <a:defRPr sz="3450" b="1">
                <a:solidFill>
                  <a:srgbClr val="0860FF"/>
                </a:solidFill>
              </a:defRPr>
            </a:lvl5pPr>
            <a:lvl6pPr>
              <a:defRPr sz="3450" b="1">
                <a:solidFill>
                  <a:srgbClr val="0860FF"/>
                </a:solidFill>
              </a:defRPr>
            </a:lvl6pPr>
            <a:lvl7pPr>
              <a:defRPr sz="3450" b="1">
                <a:solidFill>
                  <a:srgbClr val="0860FF"/>
                </a:solidFill>
              </a:defRPr>
            </a:lvl7pPr>
            <a:lvl8pPr>
              <a:defRPr sz="3450" b="1">
                <a:solidFill>
                  <a:srgbClr val="0860FF"/>
                </a:solidFill>
              </a:defRPr>
            </a:lvl8pPr>
            <a:lvl9pPr>
              <a:defRPr sz="34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860FF"/>
                </a:solidFill>
              </a:defRPr>
            </a:pPr>
            <a:r>
              <a:rPr sz="3450" b="1">
                <a:solidFill>
                  <a:srgbClr val="0860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F5A43-4AB4-43A6-9CE9-699F085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9900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61A35"/>
                </a:solidFill>
              </a:defRPr>
            </a:defPPr>
            <a:lvl1pPr>
              <a:defRPr sz="2325" b="1">
                <a:solidFill>
                  <a:srgbClr val="061A35"/>
                </a:solidFill>
              </a:defRPr>
            </a:lvl1pPr>
            <a:lvl2pPr>
              <a:defRPr sz="2325" b="1">
                <a:solidFill>
                  <a:srgbClr val="061A35"/>
                </a:solidFill>
              </a:defRPr>
            </a:lvl2pPr>
            <a:lvl3pPr>
              <a:defRPr sz="2325" b="1">
                <a:solidFill>
                  <a:srgbClr val="061A35"/>
                </a:solidFill>
              </a:defRPr>
            </a:lvl3pPr>
            <a:lvl4pPr>
              <a:defRPr sz="2325" b="1">
                <a:solidFill>
                  <a:srgbClr val="061A35"/>
                </a:solidFill>
              </a:defRPr>
            </a:lvl4pPr>
            <a:lvl5pPr>
              <a:defRPr sz="2325" b="1">
                <a:solidFill>
                  <a:srgbClr val="061A35"/>
                </a:solidFill>
              </a:defRPr>
            </a:lvl5pPr>
            <a:lvl6pPr>
              <a:defRPr sz="2325" b="1">
                <a:solidFill>
                  <a:srgbClr val="061A35"/>
                </a:solidFill>
              </a:defRPr>
            </a:lvl6pPr>
            <a:lvl7pPr>
              <a:defRPr sz="2325" b="1">
                <a:solidFill>
                  <a:srgbClr val="061A35"/>
                </a:solidFill>
              </a:defRPr>
            </a:lvl7pPr>
            <a:lvl8pPr>
              <a:defRPr sz="2325" b="1">
                <a:solidFill>
                  <a:srgbClr val="061A35"/>
                </a:solidFill>
              </a:defRPr>
            </a:lvl8pPr>
            <a:lvl9pPr>
              <a:defRPr sz="23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61A35"/>
                </a:solidFill>
              </a:defRPr>
            </a:pPr>
            <a:r>
              <a:rPr sz="2325" b="1">
                <a:solidFill>
                  <a:srgbClr val="061A35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BF90C-8B05-4960-8479-15C13643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7657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860FF"/>
                </a:solidFill>
              </a:defRPr>
            </a:defPPr>
            <a:lvl1pPr>
              <a:defRPr sz="1725" b="0">
                <a:solidFill>
                  <a:srgbClr val="0860FF"/>
                </a:solidFill>
              </a:defRPr>
            </a:lvl1pPr>
            <a:lvl2pPr>
              <a:defRPr sz="1725" b="0">
                <a:solidFill>
                  <a:srgbClr val="0860FF"/>
                </a:solidFill>
              </a:defRPr>
            </a:lvl2pPr>
            <a:lvl3pPr>
              <a:defRPr sz="1725" b="0">
                <a:solidFill>
                  <a:srgbClr val="0860FF"/>
                </a:solidFill>
              </a:defRPr>
            </a:lvl3pPr>
            <a:lvl4pPr>
              <a:defRPr sz="1725" b="0">
                <a:solidFill>
                  <a:srgbClr val="0860FF"/>
                </a:solidFill>
              </a:defRPr>
            </a:lvl4pPr>
            <a:lvl5pPr>
              <a:defRPr sz="1725" b="0">
                <a:solidFill>
                  <a:srgbClr val="0860FF"/>
                </a:solidFill>
              </a:defRPr>
            </a:lvl5pPr>
            <a:lvl6pPr>
              <a:defRPr sz="1725" b="0">
                <a:solidFill>
                  <a:srgbClr val="0860FF"/>
                </a:solidFill>
              </a:defRPr>
            </a:lvl6pPr>
            <a:lvl7pPr>
              <a:defRPr sz="1725" b="0">
                <a:solidFill>
                  <a:srgbClr val="0860FF"/>
                </a:solidFill>
              </a:defRPr>
            </a:lvl7pPr>
            <a:lvl8pPr>
              <a:defRPr sz="1725" b="0">
                <a:solidFill>
                  <a:srgbClr val="0860FF"/>
                </a:solidFill>
              </a:defRPr>
            </a:lvl8pPr>
            <a:lvl9pPr>
              <a:defRPr sz="1725" b="0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860FF"/>
                </a:solidFill>
              </a:defRPr>
            </a:pPr>
            <a:r>
              <a:rPr sz="1725" b="0">
                <a:solidFill>
                  <a:srgbClr val="0860FF"/>
                </a:solidFill>
              </a:rPr>
              <a:t>Node.js + Express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25739-C0A9-4B93-856F-5718C302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3852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B91"/>
                </a:solidFill>
              </a:defRPr>
            </a:defPPr>
            <a:lvl1pPr>
              <a:defRPr sz="1800" b="0">
                <a:solidFill>
                  <a:srgbClr val="536B91"/>
                </a:solidFill>
              </a:defRPr>
            </a:lvl1pPr>
            <a:lvl2pPr>
              <a:defRPr sz="1800" b="0">
                <a:solidFill>
                  <a:srgbClr val="536B91"/>
                </a:solidFill>
              </a:defRPr>
            </a:lvl2pPr>
            <a:lvl3pPr>
              <a:defRPr sz="1800" b="0">
                <a:solidFill>
                  <a:srgbClr val="536B91"/>
                </a:solidFill>
              </a:defRPr>
            </a:lvl3pPr>
            <a:lvl4pPr>
              <a:defRPr sz="1800" b="0">
                <a:solidFill>
                  <a:srgbClr val="536B91"/>
                </a:solidFill>
              </a:defRPr>
            </a:lvl4pPr>
            <a:lvl5pPr>
              <a:defRPr sz="1800" b="0">
                <a:solidFill>
                  <a:srgbClr val="536B91"/>
                </a:solidFill>
              </a:defRPr>
            </a:lvl5pPr>
            <a:lvl6pPr>
              <a:defRPr sz="1800" b="0">
                <a:solidFill>
                  <a:srgbClr val="536B91"/>
                </a:solidFill>
              </a:defRPr>
            </a:lvl6pPr>
            <a:lvl7pPr>
              <a:defRPr sz="1800" b="0">
                <a:solidFill>
                  <a:srgbClr val="536B91"/>
                </a:solidFill>
              </a:defRPr>
            </a:lvl7pPr>
            <a:lvl8pPr>
              <a:defRPr sz="1800" b="0">
                <a:solidFill>
                  <a:srgbClr val="536B91"/>
                </a:solidFill>
              </a:defRPr>
            </a:lvl8pPr>
            <a:lvl9pPr>
              <a:defRPr sz="180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B91"/>
                </a:solidFill>
              </a:defRPr>
            </a:pPr>
            <a:r>
              <a:rPr sz="1800" b="0">
                <a:solidFill>
                  <a:srgbClr val="536B91"/>
                </a:solidFill>
              </a:rPr>
              <a:t>Procesa las operaciones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0B5B2-C662-4317-B3F3-6CFD2A29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61A35"/>
                </a:solidFill>
              </a:defRPr>
            </a:defPPr>
            <a:lvl1pPr>
              <a:defRPr sz="1725" b="0">
                <a:solidFill>
                  <a:srgbClr val="061A35"/>
                </a:solidFill>
              </a:defRPr>
            </a:lvl1pPr>
            <a:lvl2pPr>
              <a:defRPr sz="1725" b="0">
                <a:solidFill>
                  <a:srgbClr val="061A35"/>
                </a:solidFill>
              </a:defRPr>
            </a:lvl2pPr>
            <a:lvl3pPr>
              <a:defRPr sz="1725" b="0">
                <a:solidFill>
                  <a:srgbClr val="061A35"/>
                </a:solidFill>
              </a:defRPr>
            </a:lvl3pPr>
            <a:lvl4pPr>
              <a:defRPr sz="1725" b="0">
                <a:solidFill>
                  <a:srgbClr val="061A35"/>
                </a:solidFill>
              </a:defRPr>
            </a:lvl4pPr>
            <a:lvl5pPr>
              <a:defRPr sz="1725" b="0">
                <a:solidFill>
                  <a:srgbClr val="061A35"/>
                </a:solidFill>
              </a:defRPr>
            </a:lvl5pPr>
            <a:lvl6pPr>
              <a:defRPr sz="1725" b="0">
                <a:solidFill>
                  <a:srgbClr val="061A35"/>
                </a:solidFill>
              </a:defRPr>
            </a:lvl6pPr>
            <a:lvl7pPr>
              <a:defRPr sz="1725" b="0">
                <a:solidFill>
                  <a:srgbClr val="061A35"/>
                </a:solidFill>
              </a:defRPr>
            </a:lvl7pPr>
            <a:lvl8pPr>
              <a:defRPr sz="1725" b="0">
                <a:solidFill>
                  <a:srgbClr val="061A35"/>
                </a:solidFill>
              </a:defRPr>
            </a:lvl8pPr>
            <a:lvl9pPr>
              <a:defRPr sz="17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61A35"/>
                </a:solidFill>
              </a:defRPr>
            </a:pPr>
            <a:r>
              <a:rPr sz="1725" b="0">
                <a:solidFill>
                  <a:srgbClr val="061A35"/>
                </a:solidFill>
              </a:rPr>
              <a:t>El sistema procesa la operación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10BFC-BA08-4E39-86C1-0197453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8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9E69D-89C8-4BFB-9B9C-DC8C33C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60FF"/>
                </a:solidFill>
              </a:defRPr>
            </a:defPPr>
            <a:lvl1pPr>
              <a:defRPr sz="3450" b="1">
                <a:solidFill>
                  <a:srgbClr val="0860FF"/>
                </a:solidFill>
              </a:defRPr>
            </a:lvl1pPr>
            <a:lvl2pPr>
              <a:defRPr sz="3450" b="1">
                <a:solidFill>
                  <a:srgbClr val="0860FF"/>
                </a:solidFill>
              </a:defRPr>
            </a:lvl2pPr>
            <a:lvl3pPr>
              <a:defRPr sz="3450" b="1">
                <a:solidFill>
                  <a:srgbClr val="0860FF"/>
                </a:solidFill>
              </a:defRPr>
            </a:lvl3pPr>
            <a:lvl4pPr>
              <a:defRPr sz="3450" b="1">
                <a:solidFill>
                  <a:srgbClr val="0860FF"/>
                </a:solidFill>
              </a:defRPr>
            </a:lvl4pPr>
            <a:lvl5pPr>
              <a:defRPr sz="3450" b="1">
                <a:solidFill>
                  <a:srgbClr val="0860FF"/>
                </a:solidFill>
              </a:defRPr>
            </a:lvl5pPr>
            <a:lvl6pPr>
              <a:defRPr sz="3450" b="1">
                <a:solidFill>
                  <a:srgbClr val="0860FF"/>
                </a:solidFill>
              </a:defRPr>
            </a:lvl6pPr>
            <a:lvl7pPr>
              <a:defRPr sz="3450" b="1">
                <a:solidFill>
                  <a:srgbClr val="0860FF"/>
                </a:solidFill>
              </a:defRPr>
            </a:lvl7pPr>
            <a:lvl8pPr>
              <a:defRPr sz="3450" b="1">
                <a:solidFill>
                  <a:srgbClr val="0860FF"/>
                </a:solidFill>
              </a:defRPr>
            </a:lvl8pPr>
            <a:lvl9pPr>
              <a:defRPr sz="34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860FF"/>
                </a:solidFill>
              </a:defRPr>
            </a:pPr>
            <a:r>
              <a:rPr sz="3450" b="1">
                <a:solidFill>
                  <a:srgbClr val="0860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DD0F2-34CA-4307-AAB6-411C0862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8147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61A35"/>
                </a:solidFill>
              </a:defRPr>
            </a:defPPr>
            <a:lvl1pPr>
              <a:defRPr sz="2325" b="1">
                <a:solidFill>
                  <a:srgbClr val="061A35"/>
                </a:solidFill>
              </a:defRPr>
            </a:lvl1pPr>
            <a:lvl2pPr>
              <a:defRPr sz="2325" b="1">
                <a:solidFill>
                  <a:srgbClr val="061A35"/>
                </a:solidFill>
              </a:defRPr>
            </a:lvl2pPr>
            <a:lvl3pPr>
              <a:defRPr sz="2325" b="1">
                <a:solidFill>
                  <a:srgbClr val="061A35"/>
                </a:solidFill>
              </a:defRPr>
            </a:lvl3pPr>
            <a:lvl4pPr>
              <a:defRPr sz="2325" b="1">
                <a:solidFill>
                  <a:srgbClr val="061A35"/>
                </a:solidFill>
              </a:defRPr>
            </a:lvl4pPr>
            <a:lvl5pPr>
              <a:defRPr sz="2325" b="1">
                <a:solidFill>
                  <a:srgbClr val="061A35"/>
                </a:solidFill>
              </a:defRPr>
            </a:lvl5pPr>
            <a:lvl6pPr>
              <a:defRPr sz="2325" b="1">
                <a:solidFill>
                  <a:srgbClr val="061A35"/>
                </a:solidFill>
              </a:defRPr>
            </a:lvl6pPr>
            <a:lvl7pPr>
              <a:defRPr sz="2325" b="1">
                <a:solidFill>
                  <a:srgbClr val="061A35"/>
                </a:solidFill>
              </a:defRPr>
            </a:lvl7pPr>
            <a:lvl8pPr>
              <a:defRPr sz="2325" b="1">
                <a:solidFill>
                  <a:srgbClr val="061A35"/>
                </a:solidFill>
              </a:defRPr>
            </a:lvl8pPr>
            <a:lvl9pPr>
              <a:defRPr sz="23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61A35"/>
                </a:solidFill>
              </a:defRPr>
            </a:pPr>
            <a:r>
              <a:rPr sz="2325" b="1">
                <a:solidFill>
                  <a:srgbClr val="061A35"/>
                </a:solidFill>
              </a:rPr>
              <a:t>Base de datos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69CFB-D85A-466C-A7F7-D2CC13CF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860FF"/>
                </a:solidFill>
              </a:defRPr>
            </a:defPPr>
            <a:lvl1pPr>
              <a:defRPr sz="1725" b="0">
                <a:solidFill>
                  <a:srgbClr val="0860FF"/>
                </a:solidFill>
              </a:defRPr>
            </a:lvl1pPr>
            <a:lvl2pPr>
              <a:defRPr sz="1725" b="0">
                <a:solidFill>
                  <a:srgbClr val="0860FF"/>
                </a:solidFill>
              </a:defRPr>
            </a:lvl2pPr>
            <a:lvl3pPr>
              <a:defRPr sz="1725" b="0">
                <a:solidFill>
                  <a:srgbClr val="0860FF"/>
                </a:solidFill>
              </a:defRPr>
            </a:lvl3pPr>
            <a:lvl4pPr>
              <a:defRPr sz="1725" b="0">
                <a:solidFill>
                  <a:srgbClr val="0860FF"/>
                </a:solidFill>
              </a:defRPr>
            </a:lvl4pPr>
            <a:lvl5pPr>
              <a:defRPr sz="1725" b="0">
                <a:solidFill>
                  <a:srgbClr val="0860FF"/>
                </a:solidFill>
              </a:defRPr>
            </a:lvl5pPr>
            <a:lvl6pPr>
              <a:defRPr sz="1725" b="0">
                <a:solidFill>
                  <a:srgbClr val="0860FF"/>
                </a:solidFill>
              </a:defRPr>
            </a:lvl6pPr>
            <a:lvl7pPr>
              <a:defRPr sz="1725" b="0">
                <a:solidFill>
                  <a:srgbClr val="0860FF"/>
                </a:solidFill>
              </a:defRPr>
            </a:lvl7pPr>
            <a:lvl8pPr>
              <a:defRPr sz="1725" b="0">
                <a:solidFill>
                  <a:srgbClr val="0860FF"/>
                </a:solidFill>
              </a:defRPr>
            </a:lvl8pPr>
            <a:lvl9pPr>
              <a:defRPr sz="1725" b="0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860FF"/>
                </a:solidFill>
              </a:defRPr>
            </a:pPr>
            <a:r>
              <a:rPr sz="1725" b="0">
                <a:solidFill>
                  <a:srgbClr val="0860FF"/>
                </a:solidFill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F6F7E-049A-4F6A-97A5-70074C4D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01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B91"/>
                </a:solidFill>
              </a:defRPr>
            </a:defPPr>
            <a:lvl1pPr>
              <a:defRPr sz="1800" b="0">
                <a:solidFill>
                  <a:srgbClr val="536B91"/>
                </a:solidFill>
              </a:defRPr>
            </a:lvl1pPr>
            <a:lvl2pPr>
              <a:defRPr sz="1800" b="0">
                <a:solidFill>
                  <a:srgbClr val="536B91"/>
                </a:solidFill>
              </a:defRPr>
            </a:lvl2pPr>
            <a:lvl3pPr>
              <a:defRPr sz="1800" b="0">
                <a:solidFill>
                  <a:srgbClr val="536B91"/>
                </a:solidFill>
              </a:defRPr>
            </a:lvl3pPr>
            <a:lvl4pPr>
              <a:defRPr sz="1800" b="0">
                <a:solidFill>
                  <a:srgbClr val="536B91"/>
                </a:solidFill>
              </a:defRPr>
            </a:lvl4pPr>
            <a:lvl5pPr>
              <a:defRPr sz="1800" b="0">
                <a:solidFill>
                  <a:srgbClr val="536B91"/>
                </a:solidFill>
              </a:defRPr>
            </a:lvl5pPr>
            <a:lvl6pPr>
              <a:defRPr sz="1800" b="0">
                <a:solidFill>
                  <a:srgbClr val="536B91"/>
                </a:solidFill>
              </a:defRPr>
            </a:lvl6pPr>
            <a:lvl7pPr>
              <a:defRPr sz="1800" b="0">
                <a:solidFill>
                  <a:srgbClr val="536B91"/>
                </a:solidFill>
              </a:defRPr>
            </a:lvl7pPr>
            <a:lvl8pPr>
              <a:defRPr sz="1800" b="0">
                <a:solidFill>
                  <a:srgbClr val="536B91"/>
                </a:solidFill>
              </a:defRPr>
            </a:lvl8pPr>
            <a:lvl9pPr>
              <a:defRPr sz="180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B91"/>
                </a:solidFill>
              </a:defRPr>
            </a:pPr>
            <a:r>
              <a:rPr sz="1800" b="0">
                <a:solidFill>
                  <a:srgbClr val="536B91"/>
                </a:solidFill>
              </a:rPr>
              <a:t>Guarda la información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6691C-D8FB-46D8-8BFF-A7E93561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482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61A35"/>
                </a:solidFill>
              </a:defRPr>
            </a:defPPr>
            <a:lvl1pPr>
              <a:defRPr sz="1725" b="0">
                <a:solidFill>
                  <a:srgbClr val="061A35"/>
                </a:solidFill>
              </a:defRPr>
            </a:lvl1pPr>
            <a:lvl2pPr>
              <a:defRPr sz="1725" b="0">
                <a:solidFill>
                  <a:srgbClr val="061A35"/>
                </a:solidFill>
              </a:defRPr>
            </a:lvl2pPr>
            <a:lvl3pPr>
              <a:defRPr sz="1725" b="0">
                <a:solidFill>
                  <a:srgbClr val="061A35"/>
                </a:solidFill>
              </a:defRPr>
            </a:lvl3pPr>
            <a:lvl4pPr>
              <a:defRPr sz="1725" b="0">
                <a:solidFill>
                  <a:srgbClr val="061A35"/>
                </a:solidFill>
              </a:defRPr>
            </a:lvl4pPr>
            <a:lvl5pPr>
              <a:defRPr sz="1725" b="0">
                <a:solidFill>
                  <a:srgbClr val="061A35"/>
                </a:solidFill>
              </a:defRPr>
            </a:lvl5pPr>
            <a:lvl6pPr>
              <a:defRPr sz="1725" b="0">
                <a:solidFill>
                  <a:srgbClr val="061A35"/>
                </a:solidFill>
              </a:defRPr>
            </a:lvl6pPr>
            <a:lvl7pPr>
              <a:defRPr sz="1725" b="0">
                <a:solidFill>
                  <a:srgbClr val="061A35"/>
                </a:solidFill>
              </a:defRPr>
            </a:lvl7pPr>
            <a:lvl8pPr>
              <a:defRPr sz="1725" b="0">
                <a:solidFill>
                  <a:srgbClr val="061A35"/>
                </a:solidFill>
              </a:defRPr>
            </a:lvl8pPr>
            <a:lvl9pPr>
              <a:defRPr sz="17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61A35"/>
                </a:solidFill>
              </a:defRPr>
            </a:pPr>
            <a:r>
              <a:rPr sz="1725" b="0">
                <a:solidFill>
                  <a:srgbClr val="061A35"/>
                </a:solidFill>
              </a:rPr>
              <a:t>Guarda venta y nuevas cantidades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634D7-E028-4C22-AC2D-FE67A0E2B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49d02da33464c"/>
          <a:stretch xmlns:a="http://schemas.openxmlformats.org/drawingml/2006/main"/>
        </p:blipFill>
        <p:spPr>
          <a:xfrm xmlns:a="http://schemas.openxmlformats.org/drawingml/2006/main">
            <a:off x="9026064" y="1504950"/>
            <a:ext cx="2207547" cy="40481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7E651-19FE-430F-8428-77772620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2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0137E-50D6-483D-AE98-B501A334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60FF"/>
                </a:solidFill>
              </a:defRPr>
            </a:defPPr>
            <a:lvl1pPr>
              <a:defRPr sz="2025" b="1">
                <a:solidFill>
                  <a:srgbClr val="0860FF"/>
                </a:solidFill>
              </a:defRPr>
            </a:lvl1pPr>
            <a:lvl2pPr>
              <a:defRPr sz="2025" b="1">
                <a:solidFill>
                  <a:srgbClr val="0860FF"/>
                </a:solidFill>
              </a:defRPr>
            </a:lvl2pPr>
            <a:lvl3pPr>
              <a:defRPr sz="2025" b="1">
                <a:solidFill>
                  <a:srgbClr val="0860FF"/>
                </a:solidFill>
              </a:defRPr>
            </a:lvl3pPr>
            <a:lvl4pPr>
              <a:defRPr sz="2025" b="1">
                <a:solidFill>
                  <a:srgbClr val="0860FF"/>
                </a:solidFill>
              </a:defRPr>
            </a:lvl4pPr>
            <a:lvl5pPr>
              <a:defRPr sz="2025" b="1">
                <a:solidFill>
                  <a:srgbClr val="0860FF"/>
                </a:solidFill>
              </a:defRPr>
            </a:lvl5pPr>
            <a:lvl6pPr>
              <a:defRPr sz="2025" b="1">
                <a:solidFill>
                  <a:srgbClr val="0860FF"/>
                </a:solidFill>
              </a:defRPr>
            </a:lvl6pPr>
            <a:lvl7pPr>
              <a:defRPr sz="2025" b="1">
                <a:solidFill>
                  <a:srgbClr val="0860FF"/>
                </a:solidFill>
              </a:defRPr>
            </a:lvl7pPr>
            <a:lvl8pPr>
              <a:defRPr sz="2025" b="1">
                <a:solidFill>
                  <a:srgbClr val="0860FF"/>
                </a:solidFill>
              </a:defRPr>
            </a:lvl8pPr>
            <a:lvl9pPr>
              <a:defRPr sz="202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60FF"/>
                </a:solidFill>
              </a:defRPr>
            </a:pPr>
            <a:r>
              <a:rPr sz="2025" b="1">
                <a:solidFill>
                  <a:srgbClr val="0860FF"/>
                </a:solidFill>
              </a:rPr>
              <a:t>Diseño que orienta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72514-D9AF-414F-B60A-DC84565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61A35"/>
                </a:solidFill>
              </a:defRPr>
            </a:defPPr>
            <a:lvl1pPr>
              <a:defRPr sz="1575" b="0">
                <a:solidFill>
                  <a:srgbClr val="061A35"/>
                </a:solidFill>
              </a:defRPr>
            </a:lvl1pPr>
            <a:lvl2pPr>
              <a:defRPr sz="1575" b="0">
                <a:solidFill>
                  <a:srgbClr val="061A35"/>
                </a:solidFill>
              </a:defRPr>
            </a:lvl2pPr>
            <a:lvl3pPr>
              <a:defRPr sz="1575" b="0">
                <a:solidFill>
                  <a:srgbClr val="061A35"/>
                </a:solidFill>
              </a:defRPr>
            </a:lvl3pPr>
            <a:lvl4pPr>
              <a:defRPr sz="1575" b="0">
                <a:solidFill>
                  <a:srgbClr val="061A35"/>
                </a:solidFill>
              </a:defRPr>
            </a:lvl4pPr>
            <a:lvl5pPr>
              <a:defRPr sz="1575" b="0">
                <a:solidFill>
                  <a:srgbClr val="061A35"/>
                </a:solidFill>
              </a:defRPr>
            </a:lvl5pPr>
            <a:lvl6pPr>
              <a:defRPr sz="1575" b="0">
                <a:solidFill>
                  <a:srgbClr val="061A35"/>
                </a:solidFill>
              </a:defRPr>
            </a:lvl6pPr>
            <a:lvl7pPr>
              <a:defRPr sz="1575" b="0">
                <a:solidFill>
                  <a:srgbClr val="061A35"/>
                </a:solidFill>
              </a:defRPr>
            </a:lvl7pPr>
            <a:lvl8pPr>
              <a:defRPr sz="1575" b="0">
                <a:solidFill>
                  <a:srgbClr val="061A35"/>
                </a:solidFill>
              </a:defRPr>
            </a:lvl8pPr>
            <a:lvl9pPr>
              <a:defRPr sz="157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061A35"/>
                </a:solidFill>
              </a:defRPr>
            </a:pPr>
            <a:r>
              <a:rPr sz="1575" b="0">
                <a:solidFill>
                  <a:srgbClr val="061A35"/>
                </a:solidFill>
              </a:rPr>
              <a:t>Botones que guían. Pantallas consistentes.</a:t>
            </a:r>
          </a:p>
          <a:p xmlns:a="http://schemas.openxmlformats.org/drawingml/2006/main">
            <a:pPr>
              <a:defRPr sz="1575" b="0">
                <a:solidFill>
                  <a:srgbClr val="061A35"/>
                </a:solidFill>
              </a:defRPr>
            </a:pPr>
            <a:r>
              <a:rPr sz="1575" b="0">
                <a:solidFill>
                  <a:srgbClr val="061A35"/>
                </a:solidFill>
              </a:rPr>
              <a:t>Tipografía clara y textos breves.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00AD4-31BA-492F-A0A9-7ACA4A80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67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60FF"/>
                </a:solidFill>
              </a:defRPr>
            </a:defPPr>
            <a:lvl1pPr>
              <a:defRPr sz="2025" b="1">
                <a:solidFill>
                  <a:srgbClr val="0860FF"/>
                </a:solidFill>
              </a:defRPr>
            </a:lvl1pPr>
            <a:lvl2pPr>
              <a:defRPr sz="2025" b="1">
                <a:solidFill>
                  <a:srgbClr val="0860FF"/>
                </a:solidFill>
              </a:defRPr>
            </a:lvl2pPr>
            <a:lvl3pPr>
              <a:defRPr sz="2025" b="1">
                <a:solidFill>
                  <a:srgbClr val="0860FF"/>
                </a:solidFill>
              </a:defRPr>
            </a:lvl3pPr>
            <a:lvl4pPr>
              <a:defRPr sz="2025" b="1">
                <a:solidFill>
                  <a:srgbClr val="0860FF"/>
                </a:solidFill>
              </a:defRPr>
            </a:lvl4pPr>
            <a:lvl5pPr>
              <a:defRPr sz="2025" b="1">
                <a:solidFill>
                  <a:srgbClr val="0860FF"/>
                </a:solidFill>
              </a:defRPr>
            </a:lvl5pPr>
            <a:lvl6pPr>
              <a:defRPr sz="2025" b="1">
                <a:solidFill>
                  <a:srgbClr val="0860FF"/>
                </a:solidFill>
              </a:defRPr>
            </a:lvl6pPr>
            <a:lvl7pPr>
              <a:defRPr sz="2025" b="1">
                <a:solidFill>
                  <a:srgbClr val="0860FF"/>
                </a:solidFill>
              </a:defRPr>
            </a:lvl7pPr>
            <a:lvl8pPr>
              <a:defRPr sz="2025" b="1">
                <a:solidFill>
                  <a:srgbClr val="0860FF"/>
                </a:solidFill>
              </a:defRPr>
            </a:lvl8pPr>
            <a:lvl9pPr>
              <a:defRPr sz="202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60FF"/>
                </a:solidFill>
              </a:defRPr>
            </a:pPr>
            <a:r>
              <a:rPr sz="2025" b="1">
                <a:solidFill>
                  <a:srgbClr val="0860FF"/>
                </a:solidFill>
              </a:rPr>
              <a:t>Cuidado de las personas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7E4C82-B013-4641-8F90-E3A3B878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0864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61A35"/>
                </a:solidFill>
              </a:defRPr>
            </a:defPPr>
            <a:lvl1pPr>
              <a:defRPr sz="1575" b="0">
                <a:solidFill>
                  <a:srgbClr val="061A35"/>
                </a:solidFill>
              </a:defRPr>
            </a:lvl1pPr>
            <a:lvl2pPr>
              <a:defRPr sz="1575" b="0">
                <a:solidFill>
                  <a:srgbClr val="061A35"/>
                </a:solidFill>
              </a:defRPr>
            </a:lvl2pPr>
            <a:lvl3pPr>
              <a:defRPr sz="1575" b="0">
                <a:solidFill>
                  <a:srgbClr val="061A35"/>
                </a:solidFill>
              </a:defRPr>
            </a:lvl3pPr>
            <a:lvl4pPr>
              <a:defRPr sz="1575" b="0">
                <a:solidFill>
                  <a:srgbClr val="061A35"/>
                </a:solidFill>
              </a:defRPr>
            </a:lvl4pPr>
            <a:lvl5pPr>
              <a:defRPr sz="1575" b="0">
                <a:solidFill>
                  <a:srgbClr val="061A35"/>
                </a:solidFill>
              </a:defRPr>
            </a:lvl5pPr>
            <a:lvl6pPr>
              <a:defRPr sz="1575" b="0">
                <a:solidFill>
                  <a:srgbClr val="061A35"/>
                </a:solidFill>
              </a:defRPr>
            </a:lvl6pPr>
            <a:lvl7pPr>
              <a:defRPr sz="1575" b="0">
                <a:solidFill>
                  <a:srgbClr val="061A35"/>
                </a:solidFill>
              </a:defRPr>
            </a:lvl7pPr>
            <a:lvl8pPr>
              <a:defRPr sz="1575" b="0">
                <a:solidFill>
                  <a:srgbClr val="061A35"/>
                </a:solidFill>
              </a:defRPr>
            </a:lvl8pPr>
            <a:lvl9pPr>
              <a:defRPr sz="157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061A35"/>
                </a:solidFill>
              </a:defRPr>
            </a:pPr>
            <a:r>
              <a:rPr sz="1575" b="0">
                <a:solidFill>
                  <a:srgbClr val="061A35"/>
                </a:solidFill>
              </a:rPr>
              <a:t>Comercios de barrio. Autonomía.</a:t>
            </a:r>
          </a:p>
          <a:p xmlns:a="http://schemas.openxmlformats.org/drawingml/2006/main">
            <a:pPr>
              <a:defRPr sz="1575" b="0">
                <a:solidFill>
                  <a:srgbClr val="061A35"/>
                </a:solidFill>
              </a:defRPr>
            </a:pPr>
            <a:r>
              <a:rPr sz="1575" b="0">
                <a:solidFill>
                  <a:srgbClr val="061A35"/>
                </a:solidFill>
              </a:rPr>
              <a:t>Cuidado de los datos.</a:t>
            </a:r>
          </a:p>
        </p:txBody>
      </p:sp>
    </p:spTree>
    <p:extLst>
      <p:ext uri="{BB962C8B-B14F-4D97-AF65-F5344CB8AC3E}">
        <p14:creationId xmlns:p14="http://schemas.microsoft.com/office/powerpoint/2010/main" val="481618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4275E-0399-40DB-AF51-7F30FAA0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Conclusiones y futuro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A0DE2-664F-4102-A772-65A7FC47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784C1-342C-4986-B954-04A977F8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67B9FF"/>
                </a:solidFill>
              </a:defRPr>
            </a:defPPr>
            <a:lvl1pPr>
              <a:defRPr sz="3225" b="1">
                <a:solidFill>
                  <a:srgbClr val="67B9FF"/>
                </a:solidFill>
              </a:defRPr>
            </a:lvl1pPr>
            <a:lvl2pPr>
              <a:defRPr sz="3225" b="1">
                <a:solidFill>
                  <a:srgbClr val="67B9FF"/>
                </a:solidFill>
              </a:defRPr>
            </a:lvl2pPr>
            <a:lvl3pPr>
              <a:defRPr sz="3225" b="1">
                <a:solidFill>
                  <a:srgbClr val="67B9FF"/>
                </a:solidFill>
              </a:defRPr>
            </a:lvl3pPr>
            <a:lvl4pPr>
              <a:defRPr sz="3225" b="1">
                <a:solidFill>
                  <a:srgbClr val="67B9FF"/>
                </a:solidFill>
              </a:defRPr>
            </a:lvl4pPr>
            <a:lvl5pPr>
              <a:defRPr sz="3225" b="1">
                <a:solidFill>
                  <a:srgbClr val="67B9FF"/>
                </a:solidFill>
              </a:defRPr>
            </a:lvl5pPr>
            <a:lvl6pPr>
              <a:defRPr sz="3225" b="1">
                <a:solidFill>
                  <a:srgbClr val="67B9FF"/>
                </a:solidFill>
              </a:defRPr>
            </a:lvl6pPr>
            <a:lvl7pPr>
              <a:defRPr sz="3225" b="1">
                <a:solidFill>
                  <a:srgbClr val="67B9FF"/>
                </a:solidFill>
              </a:defRPr>
            </a:lvl7pPr>
            <a:lvl8pPr>
              <a:defRPr sz="3225" b="1">
                <a:solidFill>
                  <a:srgbClr val="67B9FF"/>
                </a:solidFill>
              </a:defRPr>
            </a:lvl8pPr>
            <a:lvl9pPr>
              <a:defRPr sz="3225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67B9FF"/>
                </a:solidFill>
              </a:defRPr>
            </a:pPr>
            <a:r>
              <a:rPr sz="3225" b="1">
                <a:solidFill>
                  <a:srgbClr val="67B9FF"/>
                </a:solidFill>
              </a:rPr>
              <a:t>El comercio de Juan,</a:t>
            </a:r>
          </a:p>
          <a:p xmlns:a="http://schemas.openxmlformats.org/drawingml/2006/main">
            <a:pPr>
              <a:defRPr sz="3225" b="1">
                <a:solidFill>
                  <a:srgbClr val="67B9FF"/>
                </a:solidFill>
              </a:defRPr>
            </a:pPr>
            <a:r>
              <a:rPr sz="3225" b="1">
                <a:solidFill>
                  <a:srgbClr val="67B9FF"/>
                </a:solidFill>
              </a:rPr>
              <a:t>con información reunida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9A42E-235A-487E-B0A8-DACF4C88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CCE9"/>
                </a:solidFill>
              </a:defRPr>
            </a:defPPr>
            <a:lvl1pPr>
              <a:defRPr sz="1350" b="1">
                <a:solidFill>
                  <a:srgbClr val="B6CCE9"/>
                </a:solidFill>
              </a:defRPr>
            </a:lvl1pPr>
            <a:lvl2pPr>
              <a:defRPr sz="1350" b="1">
                <a:solidFill>
                  <a:srgbClr val="B6CCE9"/>
                </a:solidFill>
              </a:defRPr>
            </a:lvl2pPr>
            <a:lvl3pPr>
              <a:defRPr sz="1350" b="1">
                <a:solidFill>
                  <a:srgbClr val="B6CCE9"/>
                </a:solidFill>
              </a:defRPr>
            </a:lvl3pPr>
            <a:lvl4pPr>
              <a:defRPr sz="1350" b="1">
                <a:solidFill>
                  <a:srgbClr val="B6CCE9"/>
                </a:solidFill>
              </a:defRPr>
            </a:lvl4pPr>
            <a:lvl5pPr>
              <a:defRPr sz="1350" b="1">
                <a:solidFill>
                  <a:srgbClr val="B6CCE9"/>
                </a:solidFill>
              </a:defRPr>
            </a:lvl5pPr>
            <a:lvl6pPr>
              <a:defRPr sz="1350" b="1">
                <a:solidFill>
                  <a:srgbClr val="B6CCE9"/>
                </a:solidFill>
              </a:defRPr>
            </a:lvl6pPr>
            <a:lvl7pPr>
              <a:defRPr sz="1350" b="1">
                <a:solidFill>
                  <a:srgbClr val="B6CCE9"/>
                </a:solidFill>
              </a:defRPr>
            </a:lvl7pPr>
            <a:lvl8pPr>
              <a:defRPr sz="1350" b="1">
                <a:solidFill>
                  <a:srgbClr val="B6CCE9"/>
                </a:solidFill>
              </a:defRPr>
            </a:lvl8pPr>
            <a:lvl9pPr>
              <a:defRPr sz="1350" b="1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CCE9"/>
                </a:solidFill>
              </a:defRPr>
            </a:pPr>
            <a:r>
              <a:rPr sz="1350" b="1">
                <a:solidFill>
                  <a:srgbClr val="B6CCE9"/>
                </a:solidFill>
              </a:rPr>
              <a:t>APORTE DEL PROYECTO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C13A4-D85E-4FEC-B62E-781F087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52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FFF"/>
                </a:solidFill>
              </a:defRPr>
            </a:defPPr>
            <a:lvl1pPr>
              <a:defRPr sz="2175" b="1">
                <a:solidFill>
                  <a:srgbClr val="FFFFFF"/>
                </a:solidFill>
              </a:defRPr>
            </a:lvl1pPr>
            <a:lvl2pPr>
              <a:defRPr sz="2175" b="1">
                <a:solidFill>
                  <a:srgbClr val="FFFFFF"/>
                </a:solidFill>
              </a:defRPr>
            </a:lvl2pPr>
            <a:lvl3pPr>
              <a:defRPr sz="2175" b="1">
                <a:solidFill>
                  <a:srgbClr val="FFFFFF"/>
                </a:solidFill>
              </a:defRPr>
            </a:lvl3pPr>
            <a:lvl4pPr>
              <a:defRPr sz="2175" b="1">
                <a:solidFill>
                  <a:srgbClr val="FFFFFF"/>
                </a:solidFill>
              </a:defRPr>
            </a:lvl4pPr>
            <a:lvl5pPr>
              <a:defRPr sz="2175" b="1">
                <a:solidFill>
                  <a:srgbClr val="FFFFFF"/>
                </a:solidFill>
              </a:defRPr>
            </a:lvl5pPr>
            <a:lvl6pPr>
              <a:defRPr sz="2175" b="1">
                <a:solidFill>
                  <a:srgbClr val="FFFFFF"/>
                </a:solidFill>
              </a:defRPr>
            </a:lvl6pPr>
            <a:lvl7pPr>
              <a:defRPr sz="2175" b="1">
                <a:solidFill>
                  <a:srgbClr val="FFFFFF"/>
                </a:solidFill>
              </a:defRPr>
            </a:lvl7pPr>
            <a:lvl8pPr>
              <a:defRPr sz="2175" b="1">
                <a:solidFill>
                  <a:srgbClr val="FFFFFF"/>
                </a:solidFill>
              </a:defRPr>
            </a:lvl8pPr>
            <a:lvl9pPr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Continuidad entre turnos y gestión desde el celular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A98AA-6697-482B-85FD-C441E277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CCE9"/>
                </a:solidFill>
              </a:defRPr>
            </a:defPPr>
            <a:lvl1pPr>
              <a:defRPr sz="1350" b="1">
                <a:solidFill>
                  <a:srgbClr val="B6CCE9"/>
                </a:solidFill>
              </a:defRPr>
            </a:lvl1pPr>
            <a:lvl2pPr>
              <a:defRPr sz="1350" b="1">
                <a:solidFill>
                  <a:srgbClr val="B6CCE9"/>
                </a:solidFill>
              </a:defRPr>
            </a:lvl2pPr>
            <a:lvl3pPr>
              <a:defRPr sz="1350" b="1">
                <a:solidFill>
                  <a:srgbClr val="B6CCE9"/>
                </a:solidFill>
              </a:defRPr>
            </a:lvl3pPr>
            <a:lvl4pPr>
              <a:defRPr sz="1350" b="1">
                <a:solidFill>
                  <a:srgbClr val="B6CCE9"/>
                </a:solidFill>
              </a:defRPr>
            </a:lvl4pPr>
            <a:lvl5pPr>
              <a:defRPr sz="1350" b="1">
                <a:solidFill>
                  <a:srgbClr val="B6CCE9"/>
                </a:solidFill>
              </a:defRPr>
            </a:lvl5pPr>
            <a:lvl6pPr>
              <a:defRPr sz="1350" b="1">
                <a:solidFill>
                  <a:srgbClr val="B6CCE9"/>
                </a:solidFill>
              </a:defRPr>
            </a:lvl6pPr>
            <a:lvl7pPr>
              <a:defRPr sz="1350" b="1">
                <a:solidFill>
                  <a:srgbClr val="B6CCE9"/>
                </a:solidFill>
              </a:defRPr>
            </a:lvl7pPr>
            <a:lvl8pPr>
              <a:defRPr sz="1350" b="1">
                <a:solidFill>
                  <a:srgbClr val="B6CCE9"/>
                </a:solidFill>
              </a:defRPr>
            </a:lvl8pPr>
            <a:lvl9pPr>
              <a:defRPr sz="1350" b="1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CCE9"/>
                </a:solidFill>
              </a:defRPr>
            </a:pPr>
            <a:r>
              <a:rPr sz="1350" b="1">
                <a:solidFill>
                  <a:srgbClr val="B6CCE9"/>
                </a:solidFill>
              </a:rPr>
              <a:t>LÍMITES DE LA VERSIÓN ACTUAL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FE525-06FB-4266-8F49-65352D3D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Sin separación por comercio. Funciones con alcance inicial.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Sin modo de trabajo offline.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3751C-73CE-4CD2-AE28-D09D57D5B4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e82d26e15460d"/>
          <a:stretch xmlns:a="http://schemas.openxmlformats.org/drawingml/2006/main"/>
        </p:blipFill>
        <p:spPr>
          <a:xfrm xmlns:a="http://schemas.openxmlformats.org/drawingml/2006/main">
            <a:off x="9051178" y="1428750"/>
            <a:ext cx="2233518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39CE6-B52C-4ECA-9C8C-B3BFE5C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B9FF"/>
                </a:solidFill>
              </a:defRPr>
            </a:defPPr>
            <a:lvl1pPr>
              <a:defRPr sz="2250" b="1">
                <a:solidFill>
                  <a:srgbClr val="67B9FF"/>
                </a:solidFill>
              </a:defRPr>
            </a:lvl1pPr>
            <a:lvl2pPr>
              <a:defRPr sz="2250" b="1">
                <a:solidFill>
                  <a:srgbClr val="67B9FF"/>
                </a:solidFill>
              </a:defRPr>
            </a:lvl2pPr>
            <a:lvl3pPr>
              <a:defRPr sz="2250" b="1">
                <a:solidFill>
                  <a:srgbClr val="67B9FF"/>
                </a:solidFill>
              </a:defRPr>
            </a:lvl3pPr>
            <a:lvl4pPr>
              <a:defRPr sz="2250" b="1">
                <a:solidFill>
                  <a:srgbClr val="67B9FF"/>
                </a:solidFill>
              </a:defRPr>
            </a:lvl4pPr>
            <a:lvl5pPr>
              <a:defRPr sz="2250" b="1">
                <a:solidFill>
                  <a:srgbClr val="67B9FF"/>
                </a:solidFill>
              </a:defRPr>
            </a:lvl5pPr>
            <a:lvl6pPr>
              <a:defRPr sz="2250" b="1">
                <a:solidFill>
                  <a:srgbClr val="67B9FF"/>
                </a:solidFill>
              </a:defRPr>
            </a:lvl6pPr>
            <a:lvl7pPr>
              <a:defRPr sz="2250" b="1">
                <a:solidFill>
                  <a:srgbClr val="67B9FF"/>
                </a:solidFill>
              </a:defRPr>
            </a:lvl7pPr>
            <a:lvl8pPr>
              <a:defRPr sz="2250" b="1">
                <a:solidFill>
                  <a:srgbClr val="67B9FF"/>
                </a:solidFill>
              </a:defRPr>
            </a:lvl8pPr>
            <a:lvl9pPr>
              <a:defRPr sz="225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Futura versión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588C0-2839-49D7-A745-441524AA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6959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Base propia por comercio y mejora de las funciones actuales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48063-E434-447D-9933-0CCEC5DA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2388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6CCE9"/>
                </a:solidFill>
              </a:defRPr>
            </a:defPPr>
            <a:lvl1pPr>
              <a:defRPr sz="1500" b="0">
                <a:solidFill>
                  <a:srgbClr val="B6CCE9"/>
                </a:solidFill>
              </a:defRPr>
            </a:lvl1pPr>
            <a:lvl2pPr>
              <a:defRPr sz="1500" b="0">
                <a:solidFill>
                  <a:srgbClr val="B6CCE9"/>
                </a:solidFill>
              </a:defRPr>
            </a:lvl2pPr>
            <a:lvl3pPr>
              <a:defRPr sz="1500" b="0">
                <a:solidFill>
                  <a:srgbClr val="B6CCE9"/>
                </a:solidFill>
              </a:defRPr>
            </a:lvl3pPr>
            <a:lvl4pPr>
              <a:defRPr sz="1500" b="0">
                <a:solidFill>
                  <a:srgbClr val="B6CCE9"/>
                </a:solidFill>
              </a:defRPr>
            </a:lvl4pPr>
            <a:lvl5pPr>
              <a:defRPr sz="1500" b="0">
                <a:solidFill>
                  <a:srgbClr val="B6CCE9"/>
                </a:solidFill>
              </a:defRPr>
            </a:lvl5pPr>
            <a:lvl6pPr>
              <a:defRPr sz="1500" b="0">
                <a:solidFill>
                  <a:srgbClr val="B6CCE9"/>
                </a:solidFill>
              </a:defRPr>
            </a:lvl6pPr>
            <a:lvl7pPr>
              <a:defRPr sz="1500" b="0">
                <a:solidFill>
                  <a:srgbClr val="B6CCE9"/>
                </a:solidFill>
              </a:defRPr>
            </a:lvl7pPr>
            <a:lvl8pPr>
              <a:defRPr sz="1500" b="0">
                <a:solidFill>
                  <a:srgbClr val="B6CCE9"/>
                </a:solidFill>
              </a:defRPr>
            </a:lvl8pPr>
            <a:lvl9pPr>
              <a:defRPr sz="1500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6CCE9"/>
                </a:solidFill>
              </a:defRPr>
            </a:pPr>
            <a:r>
              <a:rPr sz="1500" b="0">
                <a:solidFill>
                  <a:srgbClr val="B6CCE9"/>
                </a:solidFill>
              </a:rPr>
              <a:t>Escaneo SKU  /  Operaciones sin conexión  /  Productos sin ventas recientes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15A61-D3A1-4DA9-9CC7-95673359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Gracias. ¿Preguntas?</a:t>
            </a:r>
          </a:p>
        </p:txBody>
      </p:sp>
    </p:spTree>
    <p:extLst>
      <p:ext uri="{BB962C8B-B14F-4D97-AF65-F5344CB8AC3E}">
        <p14:creationId xmlns:p14="http://schemas.microsoft.com/office/powerpoint/2010/main" val="1226588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2026-10-30T02:20:02.3380000Z</dcterms:created>
  <dcterms:modified xsi:type="dcterms:W3CDTF">2026-10-30T02:20:02.3380000Z</dcterms:modified>
</coreProperties>
</file>