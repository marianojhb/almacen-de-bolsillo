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dirty="0"/>
              <a:t>1. Presentación</a:t>
            </a:r>
          </a:p>
          <a:p>
            <a:r>
              <a:rPr dirty="0"/>
              <a:t>Tiempo: 0:30. Expositor </a:t>
            </a:r>
            <a:r>
              <a:rPr dirty="0" err="1"/>
              <a:t>sugerido</a:t>
            </a:r>
            <a:r>
              <a:rPr dirty="0"/>
              <a:t>: Lautaro.</a:t>
            </a:r>
          </a:p>
          <a:p>
            <a:endParaRPr dirty="0"/>
          </a:p>
          <a:p>
            <a:r>
              <a:rPr dirty="0"/>
              <a:t>Somos Lautaro y Mariano. </a:t>
            </a:r>
            <a:r>
              <a:rPr dirty="0" err="1"/>
              <a:t>Desarrollamos</a:t>
            </a:r>
            <a:r>
              <a:rPr dirty="0"/>
              <a:t> </a:t>
            </a:r>
            <a:r>
              <a:rPr dirty="0" err="1"/>
              <a:t>Almacén</a:t>
            </a:r>
            <a:r>
              <a:rPr dirty="0"/>
              <a:t> de </a:t>
            </a:r>
            <a:r>
              <a:rPr dirty="0" err="1"/>
              <a:t>Bolsillo</a:t>
            </a:r>
            <a:r>
              <a:rPr dirty="0"/>
              <a:t> para </a:t>
            </a:r>
            <a:r>
              <a:rPr dirty="0" err="1"/>
              <a:t>organizar</a:t>
            </a:r>
            <a:r>
              <a:rPr dirty="0"/>
              <a:t> la </a:t>
            </a:r>
            <a:r>
              <a:rPr dirty="0" err="1"/>
              <a:t>actividad</a:t>
            </a:r>
            <a:r>
              <a:rPr dirty="0"/>
              <a:t> </a:t>
            </a:r>
            <a:r>
              <a:rPr dirty="0" err="1"/>
              <a:t>cotidiana</a:t>
            </a:r>
            <a:r>
              <a:rPr dirty="0"/>
              <a:t> de </a:t>
            </a:r>
            <a:r>
              <a:rPr dirty="0" err="1"/>
              <a:t>pequeños</a:t>
            </a:r>
            <a:r>
              <a:rPr dirty="0"/>
              <a:t> </a:t>
            </a:r>
            <a:r>
              <a:rPr dirty="0" err="1"/>
              <a:t>comercios</a:t>
            </a:r>
            <a:r>
              <a:rPr dirty="0"/>
              <a:t> </a:t>
            </a:r>
            <a:r>
              <a:rPr dirty="0" err="1"/>
              <a:t>desde</a:t>
            </a:r>
            <a:r>
              <a:rPr dirty="0"/>
              <a:t> el </a:t>
            </a:r>
            <a:r>
              <a:rPr dirty="0" err="1"/>
              <a:t>celular</a:t>
            </a:r>
            <a:r>
              <a:rPr dirty="0"/>
              <a:t>. Para </a:t>
            </a:r>
            <a:r>
              <a:rPr dirty="0" err="1"/>
              <a:t>mostrar</a:t>
            </a:r>
            <a:r>
              <a:rPr dirty="0"/>
              <a:t> </a:t>
            </a:r>
            <a:r>
              <a:rPr dirty="0" err="1"/>
              <a:t>qué</a:t>
            </a:r>
            <a:r>
              <a:rPr dirty="0"/>
              <a:t> </a:t>
            </a:r>
            <a:r>
              <a:rPr dirty="0" err="1"/>
              <a:t>resuelve</a:t>
            </a:r>
            <a:r>
              <a:rPr dirty="0"/>
              <a:t>, </a:t>
            </a:r>
            <a:r>
              <a:rPr dirty="0" err="1"/>
              <a:t>vamos</a:t>
            </a:r>
            <a:r>
              <a:rPr dirty="0"/>
              <a:t> a </a:t>
            </a:r>
            <a:r>
              <a:rPr dirty="0" err="1"/>
              <a:t>seguir</a:t>
            </a:r>
            <a:r>
              <a:rPr dirty="0"/>
              <a:t> un </a:t>
            </a:r>
            <a:r>
              <a:rPr dirty="0" err="1"/>
              <a:t>caso</a:t>
            </a:r>
            <a:r>
              <a:rPr dirty="0"/>
              <a:t> </a:t>
            </a:r>
            <a:r>
              <a:rPr dirty="0" err="1"/>
              <a:t>ficticio</a:t>
            </a:r>
            <a:r>
              <a:rPr dirty="0"/>
              <a:t> y </a:t>
            </a:r>
            <a:r>
              <a:rPr dirty="0" err="1"/>
              <a:t>recorrer</a:t>
            </a:r>
            <a:r>
              <a:rPr dirty="0"/>
              <a:t> </a:t>
            </a:r>
            <a:r>
              <a:rPr dirty="0" err="1"/>
              <a:t>una</a:t>
            </a:r>
            <a:r>
              <a:rPr dirty="0"/>
              <a:t> </a:t>
            </a:r>
            <a:r>
              <a:rPr dirty="0" err="1"/>
              <a:t>compra</a:t>
            </a:r>
            <a:r>
              <a:rPr dirty="0"/>
              <a:t> y </a:t>
            </a:r>
            <a:r>
              <a:rPr dirty="0" err="1"/>
              <a:t>una</a:t>
            </a:r>
            <a:r>
              <a:rPr dirty="0"/>
              <a:t> </a:t>
            </a:r>
            <a:r>
              <a:rPr dirty="0" err="1"/>
              <a:t>venta</a:t>
            </a:r>
            <a:r>
              <a:rPr dirty="0"/>
              <a:t>. La </a:t>
            </a:r>
            <a:r>
              <a:rPr dirty="0" err="1"/>
              <a:t>portada</a:t>
            </a:r>
            <a:r>
              <a:rPr dirty="0"/>
              <a:t> </a:t>
            </a:r>
            <a:r>
              <a:rPr dirty="0" err="1"/>
              <a:t>contiene</a:t>
            </a:r>
            <a:r>
              <a:rPr dirty="0"/>
              <a:t> </a:t>
            </a:r>
            <a:r>
              <a:rPr dirty="0" err="1"/>
              <a:t>textos</a:t>
            </a:r>
            <a:r>
              <a:rPr dirty="0"/>
              <a:t> y formas </a:t>
            </a:r>
            <a:r>
              <a:rPr dirty="0" err="1"/>
              <a:t>editables</a:t>
            </a:r>
            <a:r>
              <a:rPr dirty="0"/>
              <a:t> y </a:t>
            </a:r>
            <a:r>
              <a:rPr dirty="0" err="1"/>
              <a:t>capturas</a:t>
            </a:r>
            <a:r>
              <a:rPr dirty="0"/>
              <a:t> reales de Dashboard y </a:t>
            </a:r>
            <a:r>
              <a:rPr dirty="0" err="1"/>
              <a:t>Productos</a:t>
            </a:r>
            <a:r>
              <a:rPr dirty="0"/>
              <a:t>, </a:t>
            </a:r>
            <a:r>
              <a:rPr dirty="0" err="1"/>
              <a:t>insertadas</a:t>
            </a:r>
            <a:r>
              <a:rPr dirty="0"/>
              <a:t> </a:t>
            </a:r>
            <a:r>
              <a:rPr dirty="0" err="1"/>
              <a:t>como</a:t>
            </a:r>
            <a:r>
              <a:rPr dirty="0"/>
              <a:t> </a:t>
            </a:r>
            <a:r>
              <a:rPr dirty="0" err="1"/>
              <a:t>imágenes</a:t>
            </a:r>
            <a:r>
              <a:rPr dirty="0"/>
              <a:t> </a:t>
            </a:r>
            <a:r>
              <a:rPr dirty="0" err="1"/>
              <a:t>independientes</a:t>
            </a:r>
            <a:r>
              <a:rPr dirty="0"/>
              <a:t> </a:t>
            </a:r>
            <a:r>
              <a:rPr dirty="0" err="1"/>
              <a:t>que</a:t>
            </a:r>
            <a:r>
              <a:rPr dirty="0"/>
              <a:t> </a:t>
            </a:r>
            <a:r>
              <a:rPr dirty="0" err="1"/>
              <a:t>pueden</a:t>
            </a:r>
            <a:r>
              <a:rPr dirty="0"/>
              <a:t> </a:t>
            </a:r>
            <a:r>
              <a:rPr dirty="0" err="1"/>
              <a:t>reemplazarse</a:t>
            </a:r>
            <a:r>
              <a:rPr dirty="0"/>
              <a:t>.</a:t>
            </a:r>
          </a:p>
          <a:p>
            <a:endParaRPr dirty="0"/>
          </a:p>
          <a:p>
            <a:r>
              <a:rPr dirty="0"/>
              <a:t>Fuentes del </a:t>
            </a:r>
            <a:r>
              <a:rPr dirty="0" err="1"/>
              <a:t>proyecto</a:t>
            </a:r>
            <a:r>
              <a:rPr dirty="0"/>
              <a:t>: README.md; docs/GuiaDePantallas.md.</a:t>
            </a:r>
          </a:p>
          <a:p>
            <a:r>
              <a:rPr dirty="0"/>
              <a:t>Caso de Juan y </a:t>
            </a:r>
            <a:r>
              <a:rPr dirty="0" err="1"/>
              <a:t>cantidades</a:t>
            </a:r>
            <a:r>
              <a:rPr dirty="0"/>
              <a:t>: </a:t>
            </a:r>
            <a:r>
              <a:rPr dirty="0" err="1"/>
              <a:t>ejemplo</a:t>
            </a:r>
            <a:r>
              <a:rPr dirty="0"/>
              <a:t> </a:t>
            </a:r>
            <a:r>
              <a:rPr dirty="0" err="1"/>
              <a:t>ficticio</a:t>
            </a:r>
            <a:r>
              <a:rPr dirty="0"/>
              <a:t> para la </a:t>
            </a:r>
            <a:r>
              <a:rPr dirty="0" err="1"/>
              <a:t>demostración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t>2. Problema y público objetivo</a:t>
            </a:r>
          </a:p>
          <a:p>
            <a:r>
              <a:t>Tiempo: 2:00. Expositor sugerido: Lautaro.</a:t>
            </a:r>
          </a:p>
          <a:p>
            <a:endParaRPr/>
          </a:p>
          <a:p>
            <a:r>
              <a:t>Presentar a Juan como un personaje ficticio, no como una persona entrevistada. Describir una jornada: atiende, recibe mercadería y registra ventas mientras su empleado también trabaja. Su dificultad es mantener una visión actualizada de lo que ocurrió. Explicar las tareas, frustraciones y resultados deseados del perfil del cliente. El público objetivo son pequeños comercios que necesitan organizar su operación desde el celular. No afirmar que se validaron ahorros o reducción de errores sin un estudio. Transición: estas necesidades orientaron nuestra propuesta.</a:t>
            </a:r>
          </a:p>
          <a:p>
            <a:endParaRPr/>
          </a:p>
          <a:p>
            <a:r>
              <a:t>Fuentes del proyecto: README.md; docs/GuiaDePantallas.md.</a:t>
            </a:r>
          </a:p>
          <a:p>
            <a:r>
              <a:t>Caso de Juan y cantidades: ejemplo ficticio para la demostración.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t>3. Nuestra solución y mapa de valor</a:t>
            </a:r>
          </a:p>
          <a:p>
            <a:r>
              <a:t>Tiempo: 1:00. Expositor sugerido: Lautaro.</a:t>
            </a:r>
          </a:p>
          <a:p>
            <a:endParaRPr/>
          </a:p>
          <a:p>
            <a:r>
              <a:t>Explicar cada relación de izquierda a derecha. Para Juan, la compra y la venta modifican las existencias del producto que vamos a seguir. Para otros pequeños comercios, la propuesta es reunir la operación cotidiana y distribuir tareas. Este mapa resume la hipótesis de valor, no demuestra por sí mismo un impacto medido. Transición a Mariano: veamos quiénes usan la aplicación y cómo se organiza su trabajo.</a:t>
            </a:r>
          </a:p>
          <a:p>
            <a:endParaRPr/>
          </a:p>
          <a:p>
            <a:r>
              <a:t>Fuentes del proyecto: README.md; docs/GuiaDePantallas.md.</a:t>
            </a:r>
          </a:p>
          <a:p>
            <a:r>
              <a:t>Caso de Juan y cantidades: ejemplo ficticio para la demostración.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t>4. Video: bienvenida y personas</a:t>
            </a:r>
          </a:p>
          <a:p>
            <a:r>
              <a:t>Tiempo: 1:30. Expositor sugerido: Mariano.</a:t>
            </a:r>
          </a:p>
          <a:p>
            <a:endParaRPr/>
          </a:p>
          <a:p>
            <a:r>
              <a:t>Recorrido de grabación: 0:00 inicio de sesión; 0:10 breve registro del dueño con datos ficticios; 0:25 ingreso y orientación en dashboard; 0:35 cuenta de empleado y selección de rol; 0:55 jornada asignada en varias fechas; 1:15 acceso del empleado y consulta de sus turnos. Explicar que el dueño administra su cuenta y que las opciones visibles cambian según el rol. No convertir el registro en el centro de la demo. Las capturas actuales son un respaldo visual real del proyecto, no una grabación del caso. Transición: ya conocemos a las personas; ahora seguimos la mercadería.</a:t>
            </a:r>
          </a:p>
          <a:p>
            <a:endParaRPr/>
          </a:p>
          <a:p>
            <a:r>
              <a:t>Fuentes del proyecto: README.md; docs/GuiaDePantallas.md.</a:t>
            </a:r>
          </a:p>
          <a:p>
            <a:r>
              <a:t>Caso de Juan y cantidades: ejemplo ficticio para la demostración.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t>5. Video: un día en el comercio</a:t>
            </a:r>
          </a:p>
          <a:p>
            <a:r>
              <a:t>Tiempo: 4:00. Expositor sugerido: Mariano.</a:t>
            </a:r>
          </a:p>
          <a:p>
            <a:endParaRPr/>
          </a:p>
          <a:p>
            <a:r>
              <a:t>0:00 presentar arroz de 1 kg con 2 unidades y mínimo 5. 0:25 mostrar proveedor asociado y registrar una compra de 10 unidades. 1:20 confirmar la compra y consultar 12 unidades. 1:50 registrar una venta de 3 unidades. 2:50 volver al producto y comprobar 9 unidades. 3:15 revisar historial y dashboard. 3:45 cerrar la demostración: la misma operación queda conectada con las existencias y el resumen del negocio. Las cifras son un guion ficticio que debe prepararse antes de grabar. Restaurar el estado inicial antes de repetir. No afirmar que los importes de las capturas corresponden a este ejemplo.</a:t>
            </a:r>
          </a:p>
          <a:p>
            <a:endParaRPr/>
          </a:p>
          <a:p>
            <a:r>
              <a:t>Fuentes del proyecto: README.md; docs/GuiaDePantallas.md.</a:t>
            </a:r>
          </a:p>
          <a:p>
            <a:r>
              <a:t>Caso de Juan y cantidades: ejemplo ficticio para la demostración.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t>6. Arquitectura, accesibilidad y responsabilidad</a:t>
            </a:r>
          </a:p>
          <a:p>
            <a:r>
              <a:t>Tiempo: 4:00. Expositor sugerido: Lautaro.</a:t>
            </a:r>
          </a:p>
          <a:p>
            <a:endParaRPr/>
          </a:p>
          <a:p>
            <a:r>
              <a:t>Primer minuto: la app presenta información y envía solicitudes a la API; la API aplica la operación y accede a PostgreSQL mediante Prisma. El paquete compartido define contratos TypeScript. Segundo minuto: una compra y una venta incluyen varios cambios relacionados; las transacciones evitan que una parte se guarde y otra no. Tercer minuto: las contraseñas usan scrypt con salt aleatorio y comparación segura. La matriz por roles organiza la interfaz, pero aún debe reforzarse la autorización de cada operación sensible en la API. La versión actual no usa JWT. Cuarto minuto: hay etiquetas accesibles en controles y temas claro y oscuro. Esto no equivale a una auditoría completa de accesibilidad. Proponer evaluación con lectores de pantalla y contraste. Responsabilidad: usar datos ficticios en la demo y no exponer información personal. Repartir esta sección si refleja mejor las responsabilidades reales del equipo.</a:t>
            </a:r>
          </a:p>
          <a:p>
            <a:endParaRPr/>
          </a:p>
          <a:p>
            <a:r>
              <a:t>Fuentes del proyecto: docs/Stack.md; docs/matriz_permisos_uml_almacen_bolsillo_md_2026.md; backend/src/modules/auth/password.ts; frontend/components/auth/CredentialsForm.tsx.</a:t>
            </a:r>
          </a:p>
          <a:p>
            <a:r>
              <a:t>Caso de Juan y cantidades: ejemplo ficticio para la demostración.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t>7. Resultados y futuro</a:t>
            </a:r>
          </a:p>
          <a:p>
            <a:r>
              <a:t>Tiempo: 2:00. Expositor sugerido: Mariano y Lautaro.</a:t>
            </a:r>
          </a:p>
          <a:p>
            <a:endParaRPr/>
          </a:p>
          <a:p>
            <a:r>
              <a:t>Mariano, primer minuto: recuperar el caso de Juan y el circuito de arroz. El prototipo conecta registros de compra y venta con las existencias y permite consultar operaciones. También organiza personas y turnos. Lautaro, segundo minuto: reconocer la necesidad de reforzar la autorización en API, evaluar accesibilidad y ampliar pruebas. Los scripts test generales son marcadores, no una suite completa. El ahorro de tiempo y la reducción de errores son beneficios esperados que requieren validación con usuarios. Cierre: desarrollamos una herramienta para que el comerciante pueda consultar y organizar su actividad cotidiana desde el celular. Dar lugar a preguntas.</a:t>
            </a:r>
          </a:p>
          <a:p>
            <a:endParaRPr/>
          </a:p>
          <a:p>
            <a:r>
              <a:t>Fuentes del proyecto: README.md; docs/Stack.md; docs/matriz_permisos_uml_almacen_bolsillo_md_2026.md.</a:t>
            </a:r>
          </a:p>
          <a:p>
            <a:r>
              <a:t>Caso de Juan y cantidades: ejemplo ficticio para la demostración.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66ADAEE-389F-4FAB-AA23-18275D7B0FA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D5B4C7D-9055-493A-8666-E13AF7BAD54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143F5C1-D333-4246-B642-E0377D3A57B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00A5F8D-EB42-41AB-992B-06FDED7DDC8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D943798-E69D-4945-8147-9B458DCC564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C10FF8A-87FA-42BF-BDD2-B0BF43D6C6A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BDF7625-FF45-4554-9D16-216D2575B69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E9932B1-AA88-42F4-8E9E-F609BAF2BAA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9BB77E-EAB0-4F84-8FFC-E704F4EE0DA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AF90F41-84C1-4E73-8DB8-315D3E9D2F9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8FF"/>
        </a:solidFill>
        <a:effectLst/>
      </p:bgPr>
    </p:bg>
    <p:spTree>
      <p:nvGrpSpPr>
        <p:cNvPr id="1" name=""/>
        <p:cNvGrpSpPr/>
        <p:nvPr/>
      </p:nvGrpSpPr>
      <p:grpSpPr>
        <a:xfrm>
          <a:off x="0" y="0"/>
          <a:ext cx="0" cy="0"/>
          <a:chOff x="0" y="0"/>
          <a:chExt cx="0" cy="0"/>
        </a:xfrm>
      </p:grpSpPr>
      <p:sp>
        <p:nvSpPr>
          <p:cNvPr id="37" name="Elipse 36">
            <a:extLst>
              <a:ext uri="{FF2B5EF4-FFF2-40B4-BE49-F238E27FC236}">
                <a16:creationId xmlns:a16="http://schemas.microsoft.com/office/drawing/2014/main" id="{7FF0003D-E535-4044-9CC0-4661B786F2A7}"/>
              </a:ext>
            </a:extLst>
          </p:cNvPr>
          <p:cNvSpPr>
            <a:spLocks noGrp="1"/>
          </p:cNvSpPr>
          <p:nvPr/>
        </p:nvSpPr>
        <p:spPr>
          <a:xfrm>
            <a:off x="6048375" y="-1238250"/>
            <a:ext cx="8096250" cy="8239125"/>
          </a:xfrm>
          <a:prstGeom prst="ellipse">
            <a:avLst/>
          </a:prstGeom>
          <a:solidFill>
            <a:srgbClr val="E4F0FF"/>
          </a:solidFill>
          <a:ln w="0">
            <a:noFill/>
          </a:ln>
        </p:spPr>
        <p:txBody>
          <a:bodyPr/>
          <a:lstStyle/>
          <a:p>
            <a:endParaRPr lang="es-ES"/>
          </a:p>
        </p:txBody>
      </p:sp>
      <p:sp>
        <p:nvSpPr>
          <p:cNvPr id="2" name="Elipse 1">
            <a:extLst>
              <a:ext uri="{FF2B5EF4-FFF2-40B4-BE49-F238E27FC236}">
                <a16:creationId xmlns:a16="http://schemas.microsoft.com/office/drawing/2014/main" id="{3CD32B43-604B-4009-8CC6-5D588430706D}"/>
              </a:ext>
            </a:extLst>
          </p:cNvPr>
          <p:cNvSpPr>
            <a:spLocks noGrp="1"/>
          </p:cNvSpPr>
          <p:nvPr/>
        </p:nvSpPr>
        <p:spPr>
          <a:xfrm>
            <a:off x="7429500" y="-952500"/>
            <a:ext cx="7048500" cy="7239000"/>
          </a:xfrm>
          <a:prstGeom prst="ellipse">
            <a:avLst/>
          </a:prstGeom>
          <a:solidFill>
            <a:srgbClr val="BEDBFF"/>
          </a:solidFill>
          <a:ln w="0">
            <a:noFill/>
          </a:ln>
        </p:spPr>
        <p:txBody>
          <a:bodyPr/>
          <a:lstStyle/>
          <a:p>
            <a:endParaRPr lang="es-ES"/>
          </a:p>
        </p:txBody>
      </p:sp>
      <p:sp>
        <p:nvSpPr>
          <p:cNvPr id="3" name="Elipse 2">
            <a:extLst>
              <a:ext uri="{FF2B5EF4-FFF2-40B4-BE49-F238E27FC236}">
                <a16:creationId xmlns:a16="http://schemas.microsoft.com/office/drawing/2014/main" id="{F2EC98A3-EDAD-4209-B0EA-DCDE4214392D}"/>
              </a:ext>
            </a:extLst>
          </p:cNvPr>
          <p:cNvSpPr>
            <a:spLocks noGrp="1"/>
          </p:cNvSpPr>
          <p:nvPr/>
        </p:nvSpPr>
        <p:spPr>
          <a:xfrm>
            <a:off x="8239125" y="933450"/>
            <a:ext cx="5048250" cy="5000625"/>
          </a:xfrm>
          <a:prstGeom prst="ellipse">
            <a:avLst/>
          </a:prstGeom>
          <a:solidFill>
            <a:srgbClr val="0860FF"/>
          </a:solidFill>
          <a:ln w="0">
            <a:noFill/>
          </a:ln>
        </p:spPr>
        <p:txBody>
          <a:bodyPr/>
          <a:lstStyle/>
          <a:p>
            <a:endParaRPr lang="es-ES"/>
          </a:p>
        </p:txBody>
      </p:sp>
      <p:sp>
        <p:nvSpPr>
          <p:cNvPr id="4" name="Elipse 3">
            <a:extLst>
              <a:ext uri="{FF2B5EF4-FFF2-40B4-BE49-F238E27FC236}">
                <a16:creationId xmlns:a16="http://schemas.microsoft.com/office/drawing/2014/main" id="{D08C7AD6-951A-4341-BB19-7BAA91316B18}"/>
              </a:ext>
            </a:extLst>
          </p:cNvPr>
          <p:cNvSpPr>
            <a:spLocks noGrp="1"/>
          </p:cNvSpPr>
          <p:nvPr/>
        </p:nvSpPr>
        <p:spPr>
          <a:xfrm>
            <a:off x="6286500" y="3333750"/>
            <a:ext cx="2857500" cy="2000250"/>
          </a:xfrm>
          <a:prstGeom prst="ellipse">
            <a:avLst/>
          </a:prstGeom>
          <a:solidFill>
            <a:srgbClr val="2284FF"/>
          </a:solidFill>
          <a:ln w="0">
            <a:noFill/>
          </a:ln>
        </p:spPr>
        <p:txBody>
          <a:bodyPr/>
          <a:lstStyle/>
          <a:p>
            <a:endParaRPr lang="es-ES"/>
          </a:p>
        </p:txBody>
      </p:sp>
      <p:sp>
        <p:nvSpPr>
          <p:cNvPr id="5" name="Rectángulo 4">
            <a:extLst>
              <a:ext uri="{FF2B5EF4-FFF2-40B4-BE49-F238E27FC236}">
                <a16:creationId xmlns:a16="http://schemas.microsoft.com/office/drawing/2014/main" id="{53C34DC6-CD91-46AD-A853-20EC61732F55}"/>
              </a:ext>
            </a:extLst>
          </p:cNvPr>
          <p:cNvSpPr>
            <a:spLocks noGrp="1"/>
          </p:cNvSpPr>
          <p:nvPr/>
        </p:nvSpPr>
        <p:spPr>
          <a:xfrm>
            <a:off x="0" y="5667375"/>
            <a:ext cx="12192000" cy="19050"/>
          </a:xfrm>
          <a:prstGeom prst="rect">
            <a:avLst/>
          </a:prstGeom>
          <a:solidFill>
            <a:srgbClr val="0860FF"/>
          </a:solidFill>
          <a:ln w="0">
            <a:noFill/>
          </a:ln>
        </p:spPr>
        <p:txBody>
          <a:bodyPr/>
          <a:lstStyle/>
          <a:p>
            <a:endParaRPr lang="es-ES"/>
          </a:p>
        </p:txBody>
      </p:sp>
      <p:sp>
        <p:nvSpPr>
          <p:cNvPr id="6" name="Rectángulo 5">
            <a:extLst>
              <a:ext uri="{FF2B5EF4-FFF2-40B4-BE49-F238E27FC236}">
                <a16:creationId xmlns:a16="http://schemas.microsoft.com/office/drawing/2014/main" id="{35A3D008-3D59-4C68-828B-763F9B69DDF9}"/>
              </a:ext>
            </a:extLst>
          </p:cNvPr>
          <p:cNvSpPr>
            <a:spLocks noGrp="1"/>
          </p:cNvSpPr>
          <p:nvPr/>
        </p:nvSpPr>
        <p:spPr>
          <a:xfrm>
            <a:off x="495300" y="800100"/>
            <a:ext cx="6477000" cy="1209675"/>
          </a:xfrm>
          <a:prstGeom prst="rect">
            <a:avLst/>
          </a:prstGeom>
          <a:noFill/>
          <a:ln w="0">
            <a:noFill/>
          </a:ln>
        </p:spPr>
        <p:txBody>
          <a:bodyPr/>
          <a:lstStyle>
            <a:defPPr>
              <a:defRPr sz="8400" b="1">
                <a:solidFill>
                  <a:srgbClr val="061A35"/>
                </a:solidFill>
              </a:defRPr>
            </a:defPPr>
            <a:lvl1pPr>
              <a:defRPr sz="8400" b="1">
                <a:solidFill>
                  <a:srgbClr val="061A35"/>
                </a:solidFill>
              </a:defRPr>
            </a:lvl1pPr>
            <a:lvl2pPr>
              <a:defRPr sz="8400" b="1">
                <a:solidFill>
                  <a:srgbClr val="061A35"/>
                </a:solidFill>
              </a:defRPr>
            </a:lvl2pPr>
            <a:lvl3pPr>
              <a:defRPr sz="8400" b="1">
                <a:solidFill>
                  <a:srgbClr val="061A35"/>
                </a:solidFill>
              </a:defRPr>
            </a:lvl3pPr>
            <a:lvl4pPr>
              <a:defRPr sz="8400" b="1">
                <a:solidFill>
                  <a:srgbClr val="061A35"/>
                </a:solidFill>
              </a:defRPr>
            </a:lvl4pPr>
            <a:lvl5pPr>
              <a:defRPr sz="8400" b="1">
                <a:solidFill>
                  <a:srgbClr val="061A35"/>
                </a:solidFill>
              </a:defRPr>
            </a:lvl5pPr>
            <a:lvl6pPr>
              <a:defRPr sz="8400" b="1">
                <a:solidFill>
                  <a:srgbClr val="061A35"/>
                </a:solidFill>
              </a:defRPr>
            </a:lvl6pPr>
            <a:lvl7pPr>
              <a:defRPr sz="8400" b="1">
                <a:solidFill>
                  <a:srgbClr val="061A35"/>
                </a:solidFill>
              </a:defRPr>
            </a:lvl7pPr>
            <a:lvl8pPr>
              <a:defRPr sz="8400" b="1">
                <a:solidFill>
                  <a:srgbClr val="061A35"/>
                </a:solidFill>
              </a:defRPr>
            </a:lvl8pPr>
            <a:lvl9pPr>
              <a:defRPr sz="8400" b="1">
                <a:solidFill>
                  <a:srgbClr val="061A35"/>
                </a:solidFill>
              </a:defRPr>
            </a:lvl9pPr>
          </a:lstStyle>
          <a:p>
            <a:pPr>
              <a:defRPr sz="8400" b="1">
                <a:solidFill>
                  <a:srgbClr val="061A35"/>
                </a:solidFill>
              </a:defRPr>
            </a:pPr>
            <a:r>
              <a:rPr sz="8400" b="1" dirty="0">
                <a:solidFill>
                  <a:srgbClr val="061A35"/>
                </a:solidFill>
              </a:rPr>
              <a:t>A</a:t>
            </a:r>
            <a:r>
              <a:rPr lang="es-ES" sz="8400" b="1" dirty="0">
                <a:solidFill>
                  <a:srgbClr val="061A35"/>
                </a:solidFill>
              </a:rPr>
              <a:t>lmacén</a:t>
            </a:r>
            <a:endParaRPr sz="8400" b="1" dirty="0">
              <a:solidFill>
                <a:srgbClr val="061A35"/>
              </a:solidFill>
            </a:endParaRPr>
          </a:p>
        </p:txBody>
      </p:sp>
      <p:sp>
        <p:nvSpPr>
          <p:cNvPr id="7" name="Rectángulo 6">
            <a:extLst>
              <a:ext uri="{FF2B5EF4-FFF2-40B4-BE49-F238E27FC236}">
                <a16:creationId xmlns:a16="http://schemas.microsoft.com/office/drawing/2014/main" id="{C56EA5D4-4157-4208-BFEF-8EC9AD42F811}"/>
              </a:ext>
            </a:extLst>
          </p:cNvPr>
          <p:cNvSpPr>
            <a:spLocks noGrp="1"/>
          </p:cNvSpPr>
          <p:nvPr/>
        </p:nvSpPr>
        <p:spPr>
          <a:xfrm>
            <a:off x="495300" y="1943100"/>
            <a:ext cx="6477000" cy="1162050"/>
          </a:xfrm>
          <a:prstGeom prst="rect">
            <a:avLst/>
          </a:prstGeom>
          <a:noFill/>
          <a:ln w="0">
            <a:noFill/>
          </a:ln>
        </p:spPr>
        <p:txBody>
          <a:bodyPr/>
          <a:lstStyle>
            <a:defPPr>
              <a:defRPr sz="7650" b="1">
                <a:solidFill>
                  <a:srgbClr val="0860FF"/>
                </a:solidFill>
              </a:defRPr>
            </a:defPPr>
            <a:lvl1pPr>
              <a:defRPr sz="7650" b="1">
                <a:solidFill>
                  <a:srgbClr val="0860FF"/>
                </a:solidFill>
              </a:defRPr>
            </a:lvl1pPr>
            <a:lvl2pPr>
              <a:defRPr sz="7650" b="1">
                <a:solidFill>
                  <a:srgbClr val="0860FF"/>
                </a:solidFill>
              </a:defRPr>
            </a:lvl2pPr>
            <a:lvl3pPr>
              <a:defRPr sz="7650" b="1">
                <a:solidFill>
                  <a:srgbClr val="0860FF"/>
                </a:solidFill>
              </a:defRPr>
            </a:lvl3pPr>
            <a:lvl4pPr>
              <a:defRPr sz="7650" b="1">
                <a:solidFill>
                  <a:srgbClr val="0860FF"/>
                </a:solidFill>
              </a:defRPr>
            </a:lvl4pPr>
            <a:lvl5pPr>
              <a:defRPr sz="7650" b="1">
                <a:solidFill>
                  <a:srgbClr val="0860FF"/>
                </a:solidFill>
              </a:defRPr>
            </a:lvl5pPr>
            <a:lvl6pPr>
              <a:defRPr sz="7650" b="1">
                <a:solidFill>
                  <a:srgbClr val="0860FF"/>
                </a:solidFill>
              </a:defRPr>
            </a:lvl6pPr>
            <a:lvl7pPr>
              <a:defRPr sz="7650" b="1">
                <a:solidFill>
                  <a:srgbClr val="0860FF"/>
                </a:solidFill>
              </a:defRPr>
            </a:lvl7pPr>
            <a:lvl8pPr>
              <a:defRPr sz="7650" b="1">
                <a:solidFill>
                  <a:srgbClr val="0860FF"/>
                </a:solidFill>
              </a:defRPr>
            </a:lvl8pPr>
            <a:lvl9pPr>
              <a:defRPr sz="7650" b="1">
                <a:solidFill>
                  <a:srgbClr val="0860FF"/>
                </a:solidFill>
              </a:defRPr>
            </a:lvl9pPr>
          </a:lstStyle>
          <a:p>
            <a:pPr>
              <a:defRPr sz="7650" b="1">
                <a:solidFill>
                  <a:srgbClr val="0860FF"/>
                </a:solidFill>
              </a:defRPr>
            </a:pPr>
            <a:r>
              <a:rPr sz="7650" b="1" dirty="0">
                <a:solidFill>
                  <a:srgbClr val="0860FF"/>
                </a:solidFill>
              </a:rPr>
              <a:t>de </a:t>
            </a:r>
            <a:r>
              <a:rPr sz="7650" b="1" dirty="0" err="1">
                <a:solidFill>
                  <a:srgbClr val="0860FF"/>
                </a:solidFill>
              </a:rPr>
              <a:t>bolsillo</a:t>
            </a:r>
            <a:endParaRPr sz="7650" b="1" dirty="0">
              <a:solidFill>
                <a:srgbClr val="0860FF"/>
              </a:solidFill>
            </a:endParaRPr>
          </a:p>
        </p:txBody>
      </p:sp>
      <p:sp>
        <p:nvSpPr>
          <p:cNvPr id="8" name="Rectángulo 7">
            <a:extLst>
              <a:ext uri="{FF2B5EF4-FFF2-40B4-BE49-F238E27FC236}">
                <a16:creationId xmlns:a16="http://schemas.microsoft.com/office/drawing/2014/main" id="{4562D674-9878-45F2-8B42-9627F32FC659}"/>
              </a:ext>
            </a:extLst>
          </p:cNvPr>
          <p:cNvSpPr>
            <a:spLocks noGrp="1"/>
          </p:cNvSpPr>
          <p:nvPr/>
        </p:nvSpPr>
        <p:spPr>
          <a:xfrm>
            <a:off x="533400" y="3067050"/>
            <a:ext cx="6286500" cy="552450"/>
          </a:xfrm>
          <a:prstGeom prst="rect">
            <a:avLst/>
          </a:prstGeom>
          <a:noFill/>
          <a:ln w="0">
            <a:noFill/>
          </a:ln>
        </p:spPr>
        <p:txBody>
          <a:bodyPr/>
          <a:lstStyle>
            <a:defPPr>
              <a:defRPr sz="2550" b="1">
                <a:solidFill>
                  <a:srgbClr val="536B91"/>
                </a:solidFill>
              </a:defRPr>
            </a:defPPr>
            <a:lvl1pPr>
              <a:defRPr sz="2550" b="1">
                <a:solidFill>
                  <a:srgbClr val="536B91"/>
                </a:solidFill>
              </a:defRPr>
            </a:lvl1pPr>
            <a:lvl2pPr>
              <a:defRPr sz="2550" b="1">
                <a:solidFill>
                  <a:srgbClr val="536B91"/>
                </a:solidFill>
              </a:defRPr>
            </a:lvl2pPr>
            <a:lvl3pPr>
              <a:defRPr sz="2550" b="1">
                <a:solidFill>
                  <a:srgbClr val="536B91"/>
                </a:solidFill>
              </a:defRPr>
            </a:lvl3pPr>
            <a:lvl4pPr>
              <a:defRPr sz="2550" b="1">
                <a:solidFill>
                  <a:srgbClr val="536B91"/>
                </a:solidFill>
              </a:defRPr>
            </a:lvl4pPr>
            <a:lvl5pPr>
              <a:defRPr sz="2550" b="1">
                <a:solidFill>
                  <a:srgbClr val="536B91"/>
                </a:solidFill>
              </a:defRPr>
            </a:lvl5pPr>
            <a:lvl6pPr>
              <a:defRPr sz="2550" b="1">
                <a:solidFill>
                  <a:srgbClr val="536B91"/>
                </a:solidFill>
              </a:defRPr>
            </a:lvl6pPr>
            <a:lvl7pPr>
              <a:defRPr sz="2550" b="1">
                <a:solidFill>
                  <a:srgbClr val="536B91"/>
                </a:solidFill>
              </a:defRPr>
            </a:lvl7pPr>
            <a:lvl8pPr>
              <a:defRPr sz="2550" b="1">
                <a:solidFill>
                  <a:srgbClr val="536B91"/>
                </a:solidFill>
              </a:defRPr>
            </a:lvl8pPr>
            <a:lvl9pPr>
              <a:defRPr sz="2550" b="1">
                <a:solidFill>
                  <a:srgbClr val="536B91"/>
                </a:solidFill>
              </a:defRPr>
            </a:lvl9pPr>
          </a:lstStyle>
          <a:p>
            <a:pPr>
              <a:defRPr sz="2550" b="1">
                <a:solidFill>
                  <a:srgbClr val="536B91"/>
                </a:solidFill>
              </a:defRPr>
            </a:pPr>
            <a:r>
              <a:rPr sz="2550" b="1">
                <a:solidFill>
                  <a:srgbClr val="536B91"/>
                </a:solidFill>
              </a:rPr>
              <a:t>Presentación del proyecto</a:t>
            </a:r>
          </a:p>
        </p:txBody>
      </p:sp>
      <p:sp>
        <p:nvSpPr>
          <p:cNvPr id="9" name="Rectángulo: esquinas redondeadas 8">
            <a:extLst>
              <a:ext uri="{FF2B5EF4-FFF2-40B4-BE49-F238E27FC236}">
                <a16:creationId xmlns:a16="http://schemas.microsoft.com/office/drawing/2014/main" id="{A0354B94-5905-4DB9-8806-E400678DE3CA}"/>
              </a:ext>
            </a:extLst>
          </p:cNvPr>
          <p:cNvSpPr>
            <a:spLocks noGrp="1"/>
          </p:cNvSpPr>
          <p:nvPr/>
        </p:nvSpPr>
        <p:spPr>
          <a:xfrm>
            <a:off x="600075" y="3638550"/>
            <a:ext cx="533400" cy="76200"/>
          </a:xfrm>
          <a:prstGeom prst="roundRect">
            <a:avLst>
              <a:gd name="adj" fmla="val 50000"/>
            </a:avLst>
          </a:prstGeom>
          <a:solidFill>
            <a:srgbClr val="0860FF"/>
          </a:solidFill>
          <a:ln w="0">
            <a:noFill/>
          </a:ln>
        </p:spPr>
        <p:txBody>
          <a:bodyPr/>
          <a:lstStyle/>
          <a:p>
            <a:endParaRPr lang="es-ES"/>
          </a:p>
        </p:txBody>
      </p:sp>
      <p:sp>
        <p:nvSpPr>
          <p:cNvPr id="10" name="Rectángulo 9">
            <a:extLst>
              <a:ext uri="{FF2B5EF4-FFF2-40B4-BE49-F238E27FC236}">
                <a16:creationId xmlns:a16="http://schemas.microsoft.com/office/drawing/2014/main" id="{477FBAB5-AF88-48AA-B6CF-7EBC8AE76E95}"/>
              </a:ext>
            </a:extLst>
          </p:cNvPr>
          <p:cNvSpPr>
            <a:spLocks noGrp="1"/>
          </p:cNvSpPr>
          <p:nvPr/>
        </p:nvSpPr>
        <p:spPr>
          <a:xfrm>
            <a:off x="533400" y="3838575"/>
            <a:ext cx="6191250" cy="342900"/>
          </a:xfrm>
          <a:prstGeom prst="rect">
            <a:avLst/>
          </a:prstGeom>
          <a:noFill/>
          <a:ln w="0">
            <a:noFill/>
          </a:ln>
        </p:spPr>
        <p:txBody>
          <a:bodyPr/>
          <a:lstStyle>
            <a:defPPr>
              <a:defRPr sz="1650" b="0">
                <a:solidFill>
                  <a:srgbClr val="061A35"/>
                </a:solidFill>
              </a:defRPr>
            </a:defPPr>
            <a:lvl1pPr>
              <a:defRPr sz="1650" b="0">
                <a:solidFill>
                  <a:srgbClr val="061A35"/>
                </a:solidFill>
              </a:defRPr>
            </a:lvl1pPr>
            <a:lvl2pPr>
              <a:defRPr sz="1650" b="0">
                <a:solidFill>
                  <a:srgbClr val="061A35"/>
                </a:solidFill>
              </a:defRPr>
            </a:lvl2pPr>
            <a:lvl3pPr>
              <a:defRPr sz="1650" b="0">
                <a:solidFill>
                  <a:srgbClr val="061A35"/>
                </a:solidFill>
              </a:defRPr>
            </a:lvl3pPr>
            <a:lvl4pPr>
              <a:defRPr sz="1650" b="0">
                <a:solidFill>
                  <a:srgbClr val="061A35"/>
                </a:solidFill>
              </a:defRPr>
            </a:lvl4pPr>
            <a:lvl5pPr>
              <a:defRPr sz="1650" b="0">
                <a:solidFill>
                  <a:srgbClr val="061A35"/>
                </a:solidFill>
              </a:defRPr>
            </a:lvl5pPr>
            <a:lvl6pPr>
              <a:defRPr sz="1650" b="0">
                <a:solidFill>
                  <a:srgbClr val="061A35"/>
                </a:solidFill>
              </a:defRPr>
            </a:lvl6pPr>
            <a:lvl7pPr>
              <a:defRPr sz="1650" b="0">
                <a:solidFill>
                  <a:srgbClr val="061A35"/>
                </a:solidFill>
              </a:defRPr>
            </a:lvl7pPr>
            <a:lvl8pPr>
              <a:defRPr sz="1650" b="0">
                <a:solidFill>
                  <a:srgbClr val="061A35"/>
                </a:solidFill>
              </a:defRPr>
            </a:lvl8pPr>
            <a:lvl9pPr>
              <a:defRPr sz="1650" b="0">
                <a:solidFill>
                  <a:srgbClr val="061A35"/>
                </a:solidFill>
              </a:defRPr>
            </a:lvl9pPr>
          </a:lstStyle>
          <a:p>
            <a:pPr>
              <a:defRPr sz="1650" b="0">
                <a:solidFill>
                  <a:srgbClr val="061A35"/>
                </a:solidFill>
              </a:defRPr>
            </a:pPr>
            <a:r>
              <a:rPr sz="1650" b="0">
                <a:solidFill>
                  <a:srgbClr val="061A35"/>
                </a:solidFill>
              </a:rPr>
              <a:t>App móvil multiplataforma desarrollada con</a:t>
            </a:r>
          </a:p>
        </p:txBody>
      </p:sp>
      <p:sp>
        <p:nvSpPr>
          <p:cNvPr id="11" name="Rectángulo 10">
            <a:extLst>
              <a:ext uri="{FF2B5EF4-FFF2-40B4-BE49-F238E27FC236}">
                <a16:creationId xmlns:a16="http://schemas.microsoft.com/office/drawing/2014/main" id="{0ADD904A-3A84-4781-8294-8F821AF4E821}"/>
              </a:ext>
            </a:extLst>
          </p:cNvPr>
          <p:cNvSpPr>
            <a:spLocks noGrp="1"/>
          </p:cNvSpPr>
          <p:nvPr/>
        </p:nvSpPr>
        <p:spPr>
          <a:xfrm>
            <a:off x="533400" y="4124325"/>
            <a:ext cx="2857500" cy="352425"/>
          </a:xfrm>
          <a:prstGeom prst="rect">
            <a:avLst/>
          </a:prstGeom>
          <a:noFill/>
          <a:ln w="0">
            <a:noFill/>
          </a:ln>
        </p:spPr>
        <p:txBody>
          <a:bodyPr/>
          <a:lstStyle>
            <a:defPPr>
              <a:defRPr sz="1725" b="1">
                <a:solidFill>
                  <a:srgbClr val="0860FF"/>
                </a:solidFill>
              </a:defRPr>
            </a:defPPr>
            <a:lvl1pPr>
              <a:defRPr sz="1725" b="1">
                <a:solidFill>
                  <a:srgbClr val="0860FF"/>
                </a:solidFill>
              </a:defRPr>
            </a:lvl1pPr>
            <a:lvl2pPr>
              <a:defRPr sz="1725" b="1">
                <a:solidFill>
                  <a:srgbClr val="0860FF"/>
                </a:solidFill>
              </a:defRPr>
            </a:lvl2pPr>
            <a:lvl3pPr>
              <a:defRPr sz="1725" b="1">
                <a:solidFill>
                  <a:srgbClr val="0860FF"/>
                </a:solidFill>
              </a:defRPr>
            </a:lvl3pPr>
            <a:lvl4pPr>
              <a:defRPr sz="1725" b="1">
                <a:solidFill>
                  <a:srgbClr val="0860FF"/>
                </a:solidFill>
              </a:defRPr>
            </a:lvl4pPr>
            <a:lvl5pPr>
              <a:defRPr sz="1725" b="1">
                <a:solidFill>
                  <a:srgbClr val="0860FF"/>
                </a:solidFill>
              </a:defRPr>
            </a:lvl5pPr>
            <a:lvl6pPr>
              <a:defRPr sz="1725" b="1">
                <a:solidFill>
                  <a:srgbClr val="0860FF"/>
                </a:solidFill>
              </a:defRPr>
            </a:lvl6pPr>
            <a:lvl7pPr>
              <a:defRPr sz="1725" b="1">
                <a:solidFill>
                  <a:srgbClr val="0860FF"/>
                </a:solidFill>
              </a:defRPr>
            </a:lvl7pPr>
            <a:lvl8pPr>
              <a:defRPr sz="1725" b="1">
                <a:solidFill>
                  <a:srgbClr val="0860FF"/>
                </a:solidFill>
              </a:defRPr>
            </a:lvl8pPr>
            <a:lvl9pPr>
              <a:defRPr sz="1725" b="1">
                <a:solidFill>
                  <a:srgbClr val="0860FF"/>
                </a:solidFill>
              </a:defRPr>
            </a:lvl9pPr>
          </a:lstStyle>
          <a:p>
            <a:pPr>
              <a:defRPr sz="1725" b="1">
                <a:solidFill>
                  <a:srgbClr val="0860FF"/>
                </a:solidFill>
              </a:defRPr>
            </a:pPr>
            <a:r>
              <a:rPr sz="1725" b="1">
                <a:solidFill>
                  <a:srgbClr val="0860FF"/>
                </a:solidFill>
              </a:rPr>
              <a:t>React Native + Expo,</a:t>
            </a:r>
          </a:p>
        </p:txBody>
      </p:sp>
      <p:sp>
        <p:nvSpPr>
          <p:cNvPr id="12" name="Rectángulo 11">
            <a:extLst>
              <a:ext uri="{FF2B5EF4-FFF2-40B4-BE49-F238E27FC236}">
                <a16:creationId xmlns:a16="http://schemas.microsoft.com/office/drawing/2014/main" id="{4E034247-C097-4F4B-8E72-6CADECC3EC74}"/>
              </a:ext>
            </a:extLst>
          </p:cNvPr>
          <p:cNvSpPr>
            <a:spLocks noGrp="1"/>
          </p:cNvSpPr>
          <p:nvPr/>
        </p:nvSpPr>
        <p:spPr>
          <a:xfrm>
            <a:off x="2714625" y="4133850"/>
            <a:ext cx="3952875" cy="352425"/>
          </a:xfrm>
          <a:prstGeom prst="rect">
            <a:avLst/>
          </a:prstGeom>
          <a:noFill/>
          <a:ln w="0">
            <a:noFill/>
          </a:ln>
        </p:spPr>
        <p:txBody>
          <a:bodyPr/>
          <a:lstStyle>
            <a:defPPr>
              <a:defRPr sz="1575" b="0">
                <a:solidFill>
                  <a:srgbClr val="536B91"/>
                </a:solidFill>
              </a:defRPr>
            </a:defPPr>
            <a:lvl1pPr>
              <a:defRPr sz="1575" b="0">
                <a:solidFill>
                  <a:srgbClr val="536B91"/>
                </a:solidFill>
              </a:defRPr>
            </a:lvl1pPr>
            <a:lvl2pPr>
              <a:defRPr sz="1575" b="0">
                <a:solidFill>
                  <a:srgbClr val="536B91"/>
                </a:solidFill>
              </a:defRPr>
            </a:lvl2pPr>
            <a:lvl3pPr>
              <a:defRPr sz="1575" b="0">
                <a:solidFill>
                  <a:srgbClr val="536B91"/>
                </a:solidFill>
              </a:defRPr>
            </a:lvl3pPr>
            <a:lvl4pPr>
              <a:defRPr sz="1575" b="0">
                <a:solidFill>
                  <a:srgbClr val="536B91"/>
                </a:solidFill>
              </a:defRPr>
            </a:lvl4pPr>
            <a:lvl5pPr>
              <a:defRPr sz="1575" b="0">
                <a:solidFill>
                  <a:srgbClr val="536B91"/>
                </a:solidFill>
              </a:defRPr>
            </a:lvl5pPr>
            <a:lvl6pPr>
              <a:defRPr sz="1575" b="0">
                <a:solidFill>
                  <a:srgbClr val="536B91"/>
                </a:solidFill>
              </a:defRPr>
            </a:lvl6pPr>
            <a:lvl7pPr>
              <a:defRPr sz="1575" b="0">
                <a:solidFill>
                  <a:srgbClr val="536B91"/>
                </a:solidFill>
              </a:defRPr>
            </a:lvl7pPr>
            <a:lvl8pPr>
              <a:defRPr sz="1575" b="0">
                <a:solidFill>
                  <a:srgbClr val="536B91"/>
                </a:solidFill>
              </a:defRPr>
            </a:lvl8pPr>
            <a:lvl9pPr>
              <a:defRPr sz="1575" b="0">
                <a:solidFill>
                  <a:srgbClr val="536B91"/>
                </a:solidFill>
              </a:defRPr>
            </a:lvl9pPr>
          </a:lstStyle>
          <a:p>
            <a:pPr>
              <a:defRPr sz="1575" b="0">
                <a:solidFill>
                  <a:srgbClr val="536B91"/>
                </a:solidFill>
              </a:defRPr>
            </a:pPr>
            <a:r>
              <a:rPr sz="1575" b="0">
                <a:solidFill>
                  <a:srgbClr val="536B91"/>
                </a:solidFill>
              </a:rPr>
              <a:t>compatible con dispositivos móviles.</a:t>
            </a:r>
          </a:p>
        </p:txBody>
      </p:sp>
      <p:sp>
        <p:nvSpPr>
          <p:cNvPr id="13" name="Elipse 12">
            <a:extLst>
              <a:ext uri="{FF2B5EF4-FFF2-40B4-BE49-F238E27FC236}">
                <a16:creationId xmlns:a16="http://schemas.microsoft.com/office/drawing/2014/main" id="{AAD61A7C-3255-4D79-BD22-6923D9F4A7A6}"/>
              </a:ext>
            </a:extLst>
          </p:cNvPr>
          <p:cNvSpPr>
            <a:spLocks noGrp="1"/>
          </p:cNvSpPr>
          <p:nvPr/>
        </p:nvSpPr>
        <p:spPr>
          <a:xfrm>
            <a:off x="590550" y="4695825"/>
            <a:ext cx="533400" cy="533400"/>
          </a:xfrm>
          <a:prstGeom prst="ellipse">
            <a:avLst/>
          </a:prstGeom>
          <a:solidFill>
            <a:srgbClr val="D7E9FF"/>
          </a:solidFill>
          <a:ln w="0">
            <a:noFill/>
          </a:ln>
        </p:spPr>
        <p:txBody>
          <a:bodyPr/>
          <a:lstStyle/>
          <a:p>
            <a:endParaRPr lang="es-ES"/>
          </a:p>
        </p:txBody>
      </p:sp>
      <p:sp>
        <p:nvSpPr>
          <p:cNvPr id="14" name="Elipse 13">
            <a:extLst>
              <a:ext uri="{FF2B5EF4-FFF2-40B4-BE49-F238E27FC236}">
                <a16:creationId xmlns:a16="http://schemas.microsoft.com/office/drawing/2014/main" id="{4D1F3CEC-A51B-4A42-B44F-1CB14930BFB1}"/>
              </a:ext>
            </a:extLst>
          </p:cNvPr>
          <p:cNvSpPr>
            <a:spLocks noGrp="1"/>
          </p:cNvSpPr>
          <p:nvPr/>
        </p:nvSpPr>
        <p:spPr>
          <a:xfrm>
            <a:off x="2114550" y="4695825"/>
            <a:ext cx="533400" cy="533400"/>
          </a:xfrm>
          <a:prstGeom prst="ellipse">
            <a:avLst/>
          </a:prstGeom>
          <a:solidFill>
            <a:srgbClr val="D7E9FF"/>
          </a:solidFill>
          <a:ln w="0">
            <a:noFill/>
          </a:ln>
        </p:spPr>
        <p:txBody>
          <a:bodyPr/>
          <a:lstStyle/>
          <a:p>
            <a:endParaRPr lang="es-ES"/>
          </a:p>
        </p:txBody>
      </p:sp>
      <p:sp>
        <p:nvSpPr>
          <p:cNvPr id="15" name="Elipse 14">
            <a:extLst>
              <a:ext uri="{FF2B5EF4-FFF2-40B4-BE49-F238E27FC236}">
                <a16:creationId xmlns:a16="http://schemas.microsoft.com/office/drawing/2014/main" id="{CE152E08-F5C6-45AE-B6BB-DF202B3A897B}"/>
              </a:ext>
            </a:extLst>
          </p:cNvPr>
          <p:cNvSpPr>
            <a:spLocks noGrp="1"/>
          </p:cNvSpPr>
          <p:nvPr/>
        </p:nvSpPr>
        <p:spPr>
          <a:xfrm>
            <a:off x="4143375" y="4695825"/>
            <a:ext cx="533400" cy="533400"/>
          </a:xfrm>
          <a:prstGeom prst="ellipse">
            <a:avLst/>
          </a:prstGeom>
          <a:solidFill>
            <a:srgbClr val="D7E9FF"/>
          </a:solidFill>
          <a:ln w="0">
            <a:noFill/>
          </a:ln>
        </p:spPr>
        <p:txBody>
          <a:bodyPr/>
          <a:lstStyle/>
          <a:p>
            <a:endParaRPr lang="es-ES"/>
          </a:p>
        </p:txBody>
      </p:sp>
      <p:sp>
        <p:nvSpPr>
          <p:cNvPr id="16" name="Rectángulo 15">
            <a:extLst>
              <a:ext uri="{FF2B5EF4-FFF2-40B4-BE49-F238E27FC236}">
                <a16:creationId xmlns:a16="http://schemas.microsoft.com/office/drawing/2014/main" id="{A2B29347-B2AA-4A2C-9941-BA74AAC5D258}"/>
              </a:ext>
            </a:extLst>
          </p:cNvPr>
          <p:cNvSpPr>
            <a:spLocks noGrp="1"/>
          </p:cNvSpPr>
          <p:nvPr/>
        </p:nvSpPr>
        <p:spPr>
          <a:xfrm>
            <a:off x="1905000" y="4800600"/>
            <a:ext cx="9525" cy="323850"/>
          </a:xfrm>
          <a:prstGeom prst="rect">
            <a:avLst/>
          </a:prstGeom>
          <a:solidFill>
            <a:srgbClr val="ABC7EE"/>
          </a:solidFill>
          <a:ln w="0">
            <a:noFill/>
          </a:ln>
        </p:spPr>
        <p:txBody>
          <a:bodyPr/>
          <a:lstStyle/>
          <a:p>
            <a:endParaRPr lang="es-ES"/>
          </a:p>
        </p:txBody>
      </p:sp>
      <p:sp>
        <p:nvSpPr>
          <p:cNvPr id="17" name="Rectángulo 16">
            <a:extLst>
              <a:ext uri="{FF2B5EF4-FFF2-40B4-BE49-F238E27FC236}">
                <a16:creationId xmlns:a16="http://schemas.microsoft.com/office/drawing/2014/main" id="{63ED20EC-A325-4065-8914-3865890621FD}"/>
              </a:ext>
            </a:extLst>
          </p:cNvPr>
          <p:cNvSpPr>
            <a:spLocks noGrp="1"/>
          </p:cNvSpPr>
          <p:nvPr/>
        </p:nvSpPr>
        <p:spPr>
          <a:xfrm>
            <a:off x="3979005" y="4800600"/>
            <a:ext cx="9525" cy="323850"/>
          </a:xfrm>
          <a:prstGeom prst="rect">
            <a:avLst/>
          </a:prstGeom>
          <a:solidFill>
            <a:srgbClr val="ABC7EE"/>
          </a:solidFill>
          <a:ln w="0">
            <a:noFill/>
          </a:ln>
        </p:spPr>
        <p:txBody>
          <a:bodyPr/>
          <a:lstStyle/>
          <a:p>
            <a:endParaRPr lang="es-ES"/>
          </a:p>
        </p:txBody>
      </p:sp>
      <p:sp>
        <p:nvSpPr>
          <p:cNvPr id="18" name="Rectángulo: esquinas redondeadas 17">
            <a:extLst>
              <a:ext uri="{FF2B5EF4-FFF2-40B4-BE49-F238E27FC236}">
                <a16:creationId xmlns:a16="http://schemas.microsoft.com/office/drawing/2014/main" id="{8D69FA39-029D-4F73-A321-66194912EA77}"/>
              </a:ext>
            </a:extLst>
          </p:cNvPr>
          <p:cNvSpPr>
            <a:spLocks noGrp="1"/>
          </p:cNvSpPr>
          <p:nvPr/>
        </p:nvSpPr>
        <p:spPr>
          <a:xfrm>
            <a:off x="771525" y="4819650"/>
            <a:ext cx="171450" cy="276225"/>
          </a:xfrm>
          <a:prstGeom prst="roundRect">
            <a:avLst>
              <a:gd name="adj" fmla="val 44444"/>
            </a:avLst>
          </a:prstGeom>
          <a:noFill/>
          <a:ln w="23813">
            <a:solidFill>
              <a:srgbClr val="0860FF"/>
            </a:solidFill>
          </a:ln>
        </p:spPr>
        <p:txBody>
          <a:bodyPr/>
          <a:lstStyle/>
          <a:p>
            <a:endParaRPr lang="es-ES"/>
          </a:p>
        </p:txBody>
      </p:sp>
      <p:sp>
        <p:nvSpPr>
          <p:cNvPr id="19" name="Elipse 18">
            <a:extLst>
              <a:ext uri="{FF2B5EF4-FFF2-40B4-BE49-F238E27FC236}">
                <a16:creationId xmlns:a16="http://schemas.microsoft.com/office/drawing/2014/main" id="{0319FB9C-A87A-4050-92B0-FCD558F070A5}"/>
              </a:ext>
            </a:extLst>
          </p:cNvPr>
          <p:cNvSpPr>
            <a:spLocks noGrp="1"/>
          </p:cNvSpPr>
          <p:nvPr/>
        </p:nvSpPr>
        <p:spPr>
          <a:xfrm>
            <a:off x="838200" y="5048250"/>
            <a:ext cx="38100" cy="28575"/>
          </a:xfrm>
          <a:prstGeom prst="ellipse">
            <a:avLst/>
          </a:prstGeom>
          <a:solidFill>
            <a:srgbClr val="0860FF"/>
          </a:solidFill>
          <a:ln w="0">
            <a:noFill/>
          </a:ln>
        </p:spPr>
        <p:txBody>
          <a:bodyPr/>
          <a:lstStyle/>
          <a:p>
            <a:endParaRPr lang="es-ES"/>
          </a:p>
        </p:txBody>
      </p:sp>
      <p:sp>
        <p:nvSpPr>
          <p:cNvPr id="20" name="Rectángulo 19">
            <a:extLst>
              <a:ext uri="{FF2B5EF4-FFF2-40B4-BE49-F238E27FC236}">
                <a16:creationId xmlns:a16="http://schemas.microsoft.com/office/drawing/2014/main" id="{069AA00A-C2F4-40D3-B4D9-0F8E599C1C44}"/>
              </a:ext>
            </a:extLst>
          </p:cNvPr>
          <p:cNvSpPr>
            <a:spLocks noGrp="1"/>
          </p:cNvSpPr>
          <p:nvPr/>
        </p:nvSpPr>
        <p:spPr>
          <a:xfrm>
            <a:off x="819150" y="4838700"/>
            <a:ext cx="76200" cy="19050"/>
          </a:xfrm>
          <a:prstGeom prst="rect">
            <a:avLst/>
          </a:prstGeom>
          <a:solidFill>
            <a:srgbClr val="0860FF"/>
          </a:solidFill>
          <a:ln w="0">
            <a:noFill/>
          </a:ln>
        </p:spPr>
        <p:txBody>
          <a:bodyPr/>
          <a:lstStyle/>
          <a:p>
            <a:endParaRPr lang="es-ES"/>
          </a:p>
        </p:txBody>
      </p:sp>
      <p:sp>
        <p:nvSpPr>
          <p:cNvPr id="21" name="Rectángulo: esquinas redondeadas 20">
            <a:extLst>
              <a:ext uri="{FF2B5EF4-FFF2-40B4-BE49-F238E27FC236}">
                <a16:creationId xmlns:a16="http://schemas.microsoft.com/office/drawing/2014/main" id="{3844BF9B-0E06-43E8-B635-FC444DACBA7B}"/>
              </a:ext>
            </a:extLst>
          </p:cNvPr>
          <p:cNvSpPr>
            <a:spLocks noGrp="1"/>
          </p:cNvSpPr>
          <p:nvPr/>
        </p:nvSpPr>
        <p:spPr>
          <a:xfrm>
            <a:off x="4324350" y="4819650"/>
            <a:ext cx="171450" cy="276225"/>
          </a:xfrm>
          <a:prstGeom prst="roundRect">
            <a:avLst>
              <a:gd name="adj" fmla="val 44444"/>
            </a:avLst>
          </a:prstGeom>
          <a:noFill/>
          <a:ln w="23813">
            <a:solidFill>
              <a:srgbClr val="0860FF"/>
            </a:solidFill>
          </a:ln>
        </p:spPr>
        <p:txBody>
          <a:bodyPr/>
          <a:lstStyle/>
          <a:p>
            <a:endParaRPr lang="es-ES"/>
          </a:p>
        </p:txBody>
      </p:sp>
      <p:sp>
        <p:nvSpPr>
          <p:cNvPr id="22" name="Elipse 21">
            <a:extLst>
              <a:ext uri="{FF2B5EF4-FFF2-40B4-BE49-F238E27FC236}">
                <a16:creationId xmlns:a16="http://schemas.microsoft.com/office/drawing/2014/main" id="{ACDABCD4-EB29-4D92-BFB2-396F93FEC55F}"/>
              </a:ext>
            </a:extLst>
          </p:cNvPr>
          <p:cNvSpPr>
            <a:spLocks noGrp="1"/>
          </p:cNvSpPr>
          <p:nvPr/>
        </p:nvSpPr>
        <p:spPr>
          <a:xfrm>
            <a:off x="4391025" y="5048250"/>
            <a:ext cx="38100" cy="28575"/>
          </a:xfrm>
          <a:prstGeom prst="ellipse">
            <a:avLst/>
          </a:prstGeom>
          <a:solidFill>
            <a:srgbClr val="0860FF"/>
          </a:solidFill>
          <a:ln w="0">
            <a:noFill/>
          </a:ln>
        </p:spPr>
        <p:txBody>
          <a:bodyPr/>
          <a:lstStyle/>
          <a:p>
            <a:endParaRPr lang="es-ES"/>
          </a:p>
        </p:txBody>
      </p:sp>
      <p:sp>
        <p:nvSpPr>
          <p:cNvPr id="23" name="Rectángulo 22">
            <a:extLst>
              <a:ext uri="{FF2B5EF4-FFF2-40B4-BE49-F238E27FC236}">
                <a16:creationId xmlns:a16="http://schemas.microsoft.com/office/drawing/2014/main" id="{4B0A33FF-6F20-4150-B080-8B85BC39622E}"/>
              </a:ext>
            </a:extLst>
          </p:cNvPr>
          <p:cNvSpPr>
            <a:spLocks noGrp="1"/>
          </p:cNvSpPr>
          <p:nvPr/>
        </p:nvSpPr>
        <p:spPr>
          <a:xfrm>
            <a:off x="4371975" y="4838700"/>
            <a:ext cx="76200" cy="19050"/>
          </a:xfrm>
          <a:prstGeom prst="rect">
            <a:avLst/>
          </a:prstGeom>
          <a:solidFill>
            <a:srgbClr val="0860FF"/>
          </a:solidFill>
          <a:ln w="0">
            <a:noFill/>
          </a:ln>
        </p:spPr>
        <p:txBody>
          <a:bodyPr/>
          <a:lstStyle/>
          <a:p>
            <a:endParaRPr lang="es-ES"/>
          </a:p>
        </p:txBody>
      </p:sp>
      <p:sp>
        <p:nvSpPr>
          <p:cNvPr id="24" name="Rombo 23">
            <a:extLst>
              <a:ext uri="{FF2B5EF4-FFF2-40B4-BE49-F238E27FC236}">
                <a16:creationId xmlns:a16="http://schemas.microsoft.com/office/drawing/2014/main" id="{4E72EA3F-BA7F-40F1-AD9A-21F607DA8AAD}"/>
              </a:ext>
            </a:extLst>
          </p:cNvPr>
          <p:cNvSpPr>
            <a:spLocks noGrp="1"/>
          </p:cNvSpPr>
          <p:nvPr/>
        </p:nvSpPr>
        <p:spPr>
          <a:xfrm>
            <a:off x="2247900" y="4829175"/>
            <a:ext cx="266700" cy="152400"/>
          </a:xfrm>
          <a:prstGeom prst="diamond">
            <a:avLst/>
          </a:prstGeom>
          <a:solidFill>
            <a:srgbClr val="D7E9FF"/>
          </a:solidFill>
          <a:ln w="21908">
            <a:solidFill>
              <a:srgbClr val="0860FF"/>
            </a:solidFill>
          </a:ln>
        </p:spPr>
        <p:txBody>
          <a:bodyPr/>
          <a:lstStyle/>
          <a:p>
            <a:endParaRPr lang="es-ES"/>
          </a:p>
        </p:txBody>
      </p:sp>
      <p:sp>
        <p:nvSpPr>
          <p:cNvPr id="25" name="Rombo 24">
            <a:extLst>
              <a:ext uri="{FF2B5EF4-FFF2-40B4-BE49-F238E27FC236}">
                <a16:creationId xmlns:a16="http://schemas.microsoft.com/office/drawing/2014/main" id="{782A846D-1065-4AD3-A5ED-DB7BDB513C38}"/>
              </a:ext>
            </a:extLst>
          </p:cNvPr>
          <p:cNvSpPr>
            <a:spLocks noGrp="1"/>
          </p:cNvSpPr>
          <p:nvPr/>
        </p:nvSpPr>
        <p:spPr>
          <a:xfrm>
            <a:off x="2247900" y="4895850"/>
            <a:ext cx="266700" cy="152400"/>
          </a:xfrm>
          <a:prstGeom prst="diamond">
            <a:avLst/>
          </a:prstGeom>
          <a:solidFill>
            <a:srgbClr val="D7E9FF"/>
          </a:solidFill>
          <a:ln w="21908">
            <a:solidFill>
              <a:srgbClr val="0860FF"/>
            </a:solidFill>
          </a:ln>
        </p:spPr>
        <p:txBody>
          <a:bodyPr/>
          <a:lstStyle/>
          <a:p>
            <a:endParaRPr lang="es-ES"/>
          </a:p>
        </p:txBody>
      </p:sp>
      <p:sp>
        <p:nvSpPr>
          <p:cNvPr id="26" name="Rombo 25">
            <a:extLst>
              <a:ext uri="{FF2B5EF4-FFF2-40B4-BE49-F238E27FC236}">
                <a16:creationId xmlns:a16="http://schemas.microsoft.com/office/drawing/2014/main" id="{8CABA788-CC64-49D1-9E86-C7C722C4F365}"/>
              </a:ext>
            </a:extLst>
          </p:cNvPr>
          <p:cNvSpPr>
            <a:spLocks noGrp="1"/>
          </p:cNvSpPr>
          <p:nvPr/>
        </p:nvSpPr>
        <p:spPr>
          <a:xfrm>
            <a:off x="2247900" y="4962525"/>
            <a:ext cx="266700" cy="152400"/>
          </a:xfrm>
          <a:prstGeom prst="diamond">
            <a:avLst/>
          </a:prstGeom>
          <a:solidFill>
            <a:srgbClr val="D7E9FF"/>
          </a:solidFill>
          <a:ln w="21908">
            <a:solidFill>
              <a:srgbClr val="0860FF"/>
            </a:solidFill>
          </a:ln>
        </p:spPr>
        <p:txBody>
          <a:bodyPr/>
          <a:lstStyle/>
          <a:p>
            <a:endParaRPr lang="es-ES"/>
          </a:p>
        </p:txBody>
      </p:sp>
      <p:sp>
        <p:nvSpPr>
          <p:cNvPr id="27" name="Rectángulo 26">
            <a:extLst>
              <a:ext uri="{FF2B5EF4-FFF2-40B4-BE49-F238E27FC236}">
                <a16:creationId xmlns:a16="http://schemas.microsoft.com/office/drawing/2014/main" id="{4CB515AC-8D24-4655-8A38-784F6E9E9280}"/>
              </a:ext>
            </a:extLst>
          </p:cNvPr>
          <p:cNvSpPr>
            <a:spLocks noGrp="1"/>
          </p:cNvSpPr>
          <p:nvPr/>
        </p:nvSpPr>
        <p:spPr>
          <a:xfrm>
            <a:off x="1209675" y="4743450"/>
            <a:ext cx="800100" cy="495300"/>
          </a:xfrm>
          <a:prstGeom prst="rect">
            <a:avLst/>
          </a:prstGeom>
          <a:noFill/>
          <a:ln w="0">
            <a:noFill/>
          </a:ln>
        </p:spPr>
        <p:txBody>
          <a:bodyPr/>
          <a:lstStyle>
            <a:defPPr>
              <a:defRPr sz="1425" b="0">
                <a:solidFill>
                  <a:srgbClr val="061A35"/>
                </a:solidFill>
              </a:defRPr>
            </a:defPPr>
            <a:lvl1pPr>
              <a:defRPr sz="1425" b="0">
                <a:solidFill>
                  <a:srgbClr val="061A35"/>
                </a:solidFill>
              </a:defRPr>
            </a:lvl1pPr>
            <a:lvl2pPr>
              <a:defRPr sz="1425" b="0">
                <a:solidFill>
                  <a:srgbClr val="061A35"/>
                </a:solidFill>
              </a:defRPr>
            </a:lvl2pPr>
            <a:lvl3pPr>
              <a:defRPr sz="1425" b="0">
                <a:solidFill>
                  <a:srgbClr val="061A35"/>
                </a:solidFill>
              </a:defRPr>
            </a:lvl3pPr>
            <a:lvl4pPr>
              <a:defRPr sz="1425" b="0">
                <a:solidFill>
                  <a:srgbClr val="061A35"/>
                </a:solidFill>
              </a:defRPr>
            </a:lvl4pPr>
            <a:lvl5pPr>
              <a:defRPr sz="1425" b="0">
                <a:solidFill>
                  <a:srgbClr val="061A35"/>
                </a:solidFill>
              </a:defRPr>
            </a:lvl5pPr>
            <a:lvl6pPr>
              <a:defRPr sz="1425" b="0">
                <a:solidFill>
                  <a:srgbClr val="061A35"/>
                </a:solidFill>
              </a:defRPr>
            </a:lvl6pPr>
            <a:lvl7pPr>
              <a:defRPr sz="1425" b="0">
                <a:solidFill>
                  <a:srgbClr val="061A35"/>
                </a:solidFill>
              </a:defRPr>
            </a:lvl7pPr>
            <a:lvl8pPr>
              <a:defRPr sz="1425" b="0">
                <a:solidFill>
                  <a:srgbClr val="061A35"/>
                </a:solidFill>
              </a:defRPr>
            </a:lvl8pPr>
            <a:lvl9pPr>
              <a:defRPr sz="1425" b="0">
                <a:solidFill>
                  <a:srgbClr val="061A35"/>
                </a:solidFill>
              </a:defRPr>
            </a:lvl9pPr>
          </a:lstStyle>
          <a:p>
            <a:pPr>
              <a:defRPr sz="1425" b="0">
                <a:solidFill>
                  <a:srgbClr val="061A35"/>
                </a:solidFill>
              </a:defRPr>
            </a:pPr>
            <a:r>
              <a:rPr sz="1425" b="0">
                <a:solidFill>
                  <a:srgbClr val="061A35"/>
                </a:solidFill>
              </a:rPr>
              <a:t>100%</a:t>
            </a:r>
          </a:p>
          <a:p>
            <a:pPr>
              <a:defRPr sz="1425" b="0">
                <a:solidFill>
                  <a:srgbClr val="061A35"/>
                </a:solidFill>
              </a:defRPr>
            </a:pPr>
            <a:r>
              <a:rPr sz="1425" b="0">
                <a:solidFill>
                  <a:srgbClr val="061A35"/>
                </a:solidFill>
              </a:rPr>
              <a:t>Móvil</a:t>
            </a:r>
          </a:p>
        </p:txBody>
      </p:sp>
      <p:sp>
        <p:nvSpPr>
          <p:cNvPr id="28" name="Rectángulo 27">
            <a:extLst>
              <a:ext uri="{FF2B5EF4-FFF2-40B4-BE49-F238E27FC236}">
                <a16:creationId xmlns:a16="http://schemas.microsoft.com/office/drawing/2014/main" id="{10E91712-F090-409E-BA63-1A3B8AF68162}"/>
              </a:ext>
            </a:extLst>
          </p:cNvPr>
          <p:cNvSpPr>
            <a:spLocks noGrp="1"/>
          </p:cNvSpPr>
          <p:nvPr/>
        </p:nvSpPr>
        <p:spPr>
          <a:xfrm>
            <a:off x="2735108" y="4743450"/>
            <a:ext cx="1457325" cy="552450"/>
          </a:xfrm>
          <a:prstGeom prst="rect">
            <a:avLst/>
          </a:prstGeom>
          <a:noFill/>
          <a:ln w="0">
            <a:noFill/>
          </a:ln>
        </p:spPr>
        <p:txBody>
          <a:bodyPr/>
          <a:lstStyle>
            <a:defPPr>
              <a:defRPr sz="1425" b="1">
                <a:solidFill>
                  <a:srgbClr val="061A35"/>
                </a:solidFill>
              </a:defRPr>
            </a:defPPr>
            <a:lvl1pPr>
              <a:defRPr sz="1425" b="1">
                <a:solidFill>
                  <a:srgbClr val="061A35"/>
                </a:solidFill>
              </a:defRPr>
            </a:lvl1pPr>
            <a:lvl2pPr>
              <a:defRPr sz="1425" b="1">
                <a:solidFill>
                  <a:srgbClr val="061A35"/>
                </a:solidFill>
              </a:defRPr>
            </a:lvl2pPr>
            <a:lvl3pPr>
              <a:defRPr sz="1425" b="1">
                <a:solidFill>
                  <a:srgbClr val="061A35"/>
                </a:solidFill>
              </a:defRPr>
            </a:lvl3pPr>
            <a:lvl4pPr>
              <a:defRPr sz="1425" b="1">
                <a:solidFill>
                  <a:srgbClr val="061A35"/>
                </a:solidFill>
              </a:defRPr>
            </a:lvl4pPr>
            <a:lvl5pPr>
              <a:defRPr sz="1425" b="1">
                <a:solidFill>
                  <a:srgbClr val="061A35"/>
                </a:solidFill>
              </a:defRPr>
            </a:lvl5pPr>
            <a:lvl6pPr>
              <a:defRPr sz="1425" b="1">
                <a:solidFill>
                  <a:srgbClr val="061A35"/>
                </a:solidFill>
              </a:defRPr>
            </a:lvl6pPr>
            <a:lvl7pPr>
              <a:defRPr sz="1425" b="1">
                <a:solidFill>
                  <a:srgbClr val="061A35"/>
                </a:solidFill>
              </a:defRPr>
            </a:lvl7pPr>
            <a:lvl8pPr>
              <a:defRPr sz="1425" b="1">
                <a:solidFill>
                  <a:srgbClr val="061A35"/>
                </a:solidFill>
              </a:defRPr>
            </a:lvl8pPr>
            <a:lvl9pPr>
              <a:defRPr sz="1425" b="1">
                <a:solidFill>
                  <a:srgbClr val="061A35"/>
                </a:solidFill>
              </a:defRPr>
            </a:lvl9pPr>
          </a:lstStyle>
          <a:p>
            <a:pPr>
              <a:defRPr sz="1425" b="1">
                <a:solidFill>
                  <a:srgbClr val="061A35"/>
                </a:solidFill>
              </a:defRPr>
            </a:pPr>
            <a:r>
              <a:rPr lang="es-ES" sz="1425" b="1" dirty="0">
                <a:solidFill>
                  <a:srgbClr val="061A35"/>
                </a:solidFill>
              </a:rPr>
              <a:t>React Native</a:t>
            </a:r>
          </a:p>
          <a:p>
            <a:pPr>
              <a:defRPr sz="1425" b="1">
                <a:solidFill>
                  <a:srgbClr val="061A35"/>
                </a:solidFill>
              </a:defRPr>
            </a:pPr>
            <a:r>
              <a:rPr lang="es-ES" sz="1425" b="1" dirty="0">
                <a:solidFill>
                  <a:srgbClr val="061A35"/>
                </a:solidFill>
              </a:rPr>
              <a:t>+ Expo</a:t>
            </a:r>
          </a:p>
        </p:txBody>
      </p:sp>
      <p:sp>
        <p:nvSpPr>
          <p:cNvPr id="29" name="Rectángulo 28">
            <a:extLst>
              <a:ext uri="{FF2B5EF4-FFF2-40B4-BE49-F238E27FC236}">
                <a16:creationId xmlns:a16="http://schemas.microsoft.com/office/drawing/2014/main" id="{5DB377AA-8002-454D-B34A-FC3799348972}"/>
              </a:ext>
            </a:extLst>
          </p:cNvPr>
          <p:cNvSpPr>
            <a:spLocks noGrp="1"/>
          </p:cNvSpPr>
          <p:nvPr/>
        </p:nvSpPr>
        <p:spPr>
          <a:xfrm>
            <a:off x="4772025" y="4743450"/>
            <a:ext cx="1809750" cy="552450"/>
          </a:xfrm>
          <a:prstGeom prst="rect">
            <a:avLst/>
          </a:prstGeom>
          <a:noFill/>
          <a:ln w="0">
            <a:noFill/>
          </a:ln>
        </p:spPr>
        <p:txBody>
          <a:bodyPr/>
          <a:lstStyle>
            <a:defPPr>
              <a:defRPr sz="1425" b="0">
                <a:solidFill>
                  <a:srgbClr val="061A35"/>
                </a:solidFill>
              </a:defRPr>
            </a:defPPr>
            <a:lvl1pPr>
              <a:defRPr sz="1425" b="0">
                <a:solidFill>
                  <a:srgbClr val="061A35"/>
                </a:solidFill>
              </a:defRPr>
            </a:lvl1pPr>
            <a:lvl2pPr>
              <a:defRPr sz="1425" b="0">
                <a:solidFill>
                  <a:srgbClr val="061A35"/>
                </a:solidFill>
              </a:defRPr>
            </a:lvl2pPr>
            <a:lvl3pPr>
              <a:defRPr sz="1425" b="0">
                <a:solidFill>
                  <a:srgbClr val="061A35"/>
                </a:solidFill>
              </a:defRPr>
            </a:lvl3pPr>
            <a:lvl4pPr>
              <a:defRPr sz="1425" b="0">
                <a:solidFill>
                  <a:srgbClr val="061A35"/>
                </a:solidFill>
              </a:defRPr>
            </a:lvl4pPr>
            <a:lvl5pPr>
              <a:defRPr sz="1425" b="0">
                <a:solidFill>
                  <a:srgbClr val="061A35"/>
                </a:solidFill>
              </a:defRPr>
            </a:lvl5pPr>
            <a:lvl6pPr>
              <a:defRPr sz="1425" b="0">
                <a:solidFill>
                  <a:srgbClr val="061A35"/>
                </a:solidFill>
              </a:defRPr>
            </a:lvl6pPr>
            <a:lvl7pPr>
              <a:defRPr sz="1425" b="0">
                <a:solidFill>
                  <a:srgbClr val="061A35"/>
                </a:solidFill>
              </a:defRPr>
            </a:lvl7pPr>
            <a:lvl8pPr>
              <a:defRPr sz="1425" b="0">
                <a:solidFill>
                  <a:srgbClr val="061A35"/>
                </a:solidFill>
              </a:defRPr>
            </a:lvl8pPr>
            <a:lvl9pPr>
              <a:defRPr sz="1425" b="0">
                <a:solidFill>
                  <a:srgbClr val="061A35"/>
                </a:solidFill>
              </a:defRPr>
            </a:lvl9pPr>
          </a:lstStyle>
          <a:p>
            <a:pPr>
              <a:defRPr sz="1425" b="0">
                <a:solidFill>
                  <a:srgbClr val="061A35"/>
                </a:solidFill>
              </a:defRPr>
            </a:pPr>
            <a:r>
              <a:rPr sz="1425" b="0" dirty="0">
                <a:solidFill>
                  <a:srgbClr val="061A35"/>
                </a:solidFill>
              </a:rPr>
              <a:t>Compatible</a:t>
            </a:r>
          </a:p>
          <a:p>
            <a:pPr>
              <a:defRPr sz="1425" b="0">
                <a:solidFill>
                  <a:srgbClr val="061A35"/>
                </a:solidFill>
              </a:defRPr>
            </a:pPr>
            <a:r>
              <a:rPr sz="1425" b="0" dirty="0">
                <a:solidFill>
                  <a:srgbClr val="061A35"/>
                </a:solidFill>
              </a:rPr>
              <a:t>Android e iOS</a:t>
            </a:r>
          </a:p>
        </p:txBody>
      </p:sp>
      <p:sp>
        <p:nvSpPr>
          <p:cNvPr id="30" name="Logo UTN editable">
            <a:extLst>
              <a:ext uri="{FF2B5EF4-FFF2-40B4-BE49-F238E27FC236}">
                <a16:creationId xmlns:a16="http://schemas.microsoft.com/office/drawing/2014/main" id="{A4C0CC19-ED21-4998-9CB9-834C100CBA63}"/>
              </a:ext>
            </a:extLst>
          </p:cNvPr>
          <p:cNvSpPr>
            <a:spLocks noGrp="1"/>
          </p:cNvSpPr>
          <p:nvPr/>
        </p:nvSpPr>
        <p:spPr>
          <a:xfrm>
            <a:off x="590550" y="6048375"/>
            <a:ext cx="1905000" cy="500063"/>
          </a:xfrm>
          <a:custGeom>
            <a:avLst/>
            <a:gdLst/>
            <a:ahLst/>
            <a:cxnLst/>
            <a:rect l="0" t="0" r="0" b="0"/>
            <a:pathLst>
              <a:path w="2505075" h="657225">
                <a:moveTo>
                  <a:pt x="38100" y="9525"/>
                </a:moveTo>
                <a:lnTo>
                  <a:pt x="133350" y="9525"/>
                </a:lnTo>
                <a:lnTo>
                  <a:pt x="133350" y="19050"/>
                </a:lnTo>
                <a:lnTo>
                  <a:pt x="38100" y="19050"/>
                </a:lnTo>
                <a:close/>
                <a:moveTo>
                  <a:pt x="285750" y="9525"/>
                </a:moveTo>
                <a:lnTo>
                  <a:pt x="381000" y="9525"/>
                </a:lnTo>
                <a:lnTo>
                  <a:pt x="381000" y="19050"/>
                </a:lnTo>
                <a:lnTo>
                  <a:pt x="285750" y="19050"/>
                </a:lnTo>
                <a:close/>
                <a:moveTo>
                  <a:pt x="533400" y="9525"/>
                </a:moveTo>
                <a:lnTo>
                  <a:pt x="628650" y="9525"/>
                </a:lnTo>
                <a:lnTo>
                  <a:pt x="628650" y="19050"/>
                </a:lnTo>
                <a:lnTo>
                  <a:pt x="533400" y="19050"/>
                </a:lnTo>
                <a:close/>
                <a:moveTo>
                  <a:pt x="28575" y="19050"/>
                </a:moveTo>
                <a:lnTo>
                  <a:pt x="142875" y="19050"/>
                </a:lnTo>
                <a:lnTo>
                  <a:pt x="142875" y="28575"/>
                </a:lnTo>
                <a:lnTo>
                  <a:pt x="28575" y="28575"/>
                </a:lnTo>
                <a:close/>
                <a:moveTo>
                  <a:pt x="285750" y="19050"/>
                </a:moveTo>
                <a:lnTo>
                  <a:pt x="390525" y="19050"/>
                </a:lnTo>
                <a:lnTo>
                  <a:pt x="390525" y="28575"/>
                </a:lnTo>
                <a:lnTo>
                  <a:pt x="285750" y="28575"/>
                </a:lnTo>
                <a:close/>
                <a:moveTo>
                  <a:pt x="523875" y="19050"/>
                </a:moveTo>
                <a:lnTo>
                  <a:pt x="638175" y="19050"/>
                </a:lnTo>
                <a:lnTo>
                  <a:pt x="638175" y="28575"/>
                </a:lnTo>
                <a:lnTo>
                  <a:pt x="523875" y="28575"/>
                </a:lnTo>
                <a:close/>
                <a:moveTo>
                  <a:pt x="38100" y="28575"/>
                </a:moveTo>
                <a:lnTo>
                  <a:pt x="142875" y="28575"/>
                </a:lnTo>
                <a:lnTo>
                  <a:pt x="142875" y="38100"/>
                </a:lnTo>
                <a:lnTo>
                  <a:pt x="38100" y="38100"/>
                </a:lnTo>
                <a:close/>
                <a:moveTo>
                  <a:pt x="285750" y="28575"/>
                </a:moveTo>
                <a:lnTo>
                  <a:pt x="390525" y="28575"/>
                </a:lnTo>
                <a:lnTo>
                  <a:pt x="390525" y="38100"/>
                </a:lnTo>
                <a:lnTo>
                  <a:pt x="285750" y="38100"/>
                </a:lnTo>
                <a:close/>
                <a:moveTo>
                  <a:pt x="523875" y="28575"/>
                </a:moveTo>
                <a:lnTo>
                  <a:pt x="628650" y="28575"/>
                </a:lnTo>
                <a:lnTo>
                  <a:pt x="628650" y="38100"/>
                </a:lnTo>
                <a:lnTo>
                  <a:pt x="523875" y="38100"/>
                </a:lnTo>
                <a:close/>
                <a:moveTo>
                  <a:pt x="904875" y="28575"/>
                </a:moveTo>
                <a:lnTo>
                  <a:pt x="1047750" y="28575"/>
                </a:lnTo>
                <a:lnTo>
                  <a:pt x="1047750" y="38100"/>
                </a:lnTo>
                <a:lnTo>
                  <a:pt x="904875" y="38100"/>
                </a:lnTo>
                <a:close/>
                <a:moveTo>
                  <a:pt x="1266825" y="28575"/>
                </a:moveTo>
                <a:lnTo>
                  <a:pt x="1409700" y="28575"/>
                </a:lnTo>
                <a:lnTo>
                  <a:pt x="1409700" y="38100"/>
                </a:lnTo>
                <a:lnTo>
                  <a:pt x="1266825" y="38100"/>
                </a:lnTo>
                <a:close/>
                <a:moveTo>
                  <a:pt x="1447800" y="28575"/>
                </a:moveTo>
                <a:lnTo>
                  <a:pt x="1914525" y="28575"/>
                </a:lnTo>
                <a:lnTo>
                  <a:pt x="1914525" y="38100"/>
                </a:lnTo>
                <a:lnTo>
                  <a:pt x="1447800" y="38100"/>
                </a:lnTo>
                <a:close/>
                <a:moveTo>
                  <a:pt x="1952625" y="28575"/>
                </a:moveTo>
                <a:lnTo>
                  <a:pt x="2114550" y="28575"/>
                </a:lnTo>
                <a:lnTo>
                  <a:pt x="2114550" y="38100"/>
                </a:lnTo>
                <a:lnTo>
                  <a:pt x="1952625" y="38100"/>
                </a:lnTo>
                <a:close/>
                <a:moveTo>
                  <a:pt x="2324100" y="28575"/>
                </a:moveTo>
                <a:lnTo>
                  <a:pt x="2466975" y="28575"/>
                </a:lnTo>
                <a:lnTo>
                  <a:pt x="2466975" y="38100"/>
                </a:lnTo>
                <a:lnTo>
                  <a:pt x="2324100" y="38100"/>
                </a:lnTo>
                <a:close/>
                <a:moveTo>
                  <a:pt x="38100" y="38100"/>
                </a:moveTo>
                <a:lnTo>
                  <a:pt x="142875" y="38100"/>
                </a:lnTo>
                <a:lnTo>
                  <a:pt x="142875" y="47625"/>
                </a:lnTo>
                <a:lnTo>
                  <a:pt x="38100" y="47625"/>
                </a:lnTo>
                <a:close/>
                <a:moveTo>
                  <a:pt x="285750" y="38100"/>
                </a:moveTo>
                <a:lnTo>
                  <a:pt x="390525" y="38100"/>
                </a:lnTo>
                <a:lnTo>
                  <a:pt x="390525" y="47625"/>
                </a:lnTo>
                <a:lnTo>
                  <a:pt x="285750" y="47625"/>
                </a:lnTo>
                <a:close/>
                <a:moveTo>
                  <a:pt x="523875" y="38100"/>
                </a:moveTo>
                <a:lnTo>
                  <a:pt x="628650" y="38100"/>
                </a:lnTo>
                <a:lnTo>
                  <a:pt x="628650" y="47625"/>
                </a:lnTo>
                <a:lnTo>
                  <a:pt x="523875" y="47625"/>
                </a:lnTo>
                <a:close/>
                <a:moveTo>
                  <a:pt x="904875" y="38100"/>
                </a:moveTo>
                <a:lnTo>
                  <a:pt x="1047750" y="38100"/>
                </a:lnTo>
                <a:lnTo>
                  <a:pt x="1047750" y="47625"/>
                </a:lnTo>
                <a:lnTo>
                  <a:pt x="904875" y="47625"/>
                </a:lnTo>
                <a:close/>
                <a:moveTo>
                  <a:pt x="1266825" y="38100"/>
                </a:moveTo>
                <a:lnTo>
                  <a:pt x="1409700" y="38100"/>
                </a:lnTo>
                <a:lnTo>
                  <a:pt x="1409700" y="47625"/>
                </a:lnTo>
                <a:lnTo>
                  <a:pt x="1266825" y="47625"/>
                </a:lnTo>
                <a:close/>
                <a:moveTo>
                  <a:pt x="1447800" y="38100"/>
                </a:moveTo>
                <a:lnTo>
                  <a:pt x="1914525" y="38100"/>
                </a:lnTo>
                <a:lnTo>
                  <a:pt x="1914525" y="47625"/>
                </a:lnTo>
                <a:lnTo>
                  <a:pt x="1447800" y="47625"/>
                </a:lnTo>
                <a:close/>
                <a:moveTo>
                  <a:pt x="1952625" y="38100"/>
                </a:moveTo>
                <a:lnTo>
                  <a:pt x="2114550" y="38100"/>
                </a:lnTo>
                <a:lnTo>
                  <a:pt x="2114550" y="47625"/>
                </a:lnTo>
                <a:lnTo>
                  <a:pt x="1952625" y="47625"/>
                </a:lnTo>
                <a:close/>
                <a:moveTo>
                  <a:pt x="2324100" y="38100"/>
                </a:moveTo>
                <a:lnTo>
                  <a:pt x="2466975" y="38100"/>
                </a:lnTo>
                <a:lnTo>
                  <a:pt x="2466975" y="47625"/>
                </a:lnTo>
                <a:lnTo>
                  <a:pt x="2324100" y="47625"/>
                </a:lnTo>
                <a:close/>
                <a:moveTo>
                  <a:pt x="38100" y="47625"/>
                </a:moveTo>
                <a:lnTo>
                  <a:pt x="152400" y="47625"/>
                </a:lnTo>
                <a:lnTo>
                  <a:pt x="152400" y="57150"/>
                </a:lnTo>
                <a:lnTo>
                  <a:pt x="38100" y="57150"/>
                </a:lnTo>
                <a:close/>
                <a:moveTo>
                  <a:pt x="285750" y="47625"/>
                </a:moveTo>
                <a:lnTo>
                  <a:pt x="390525" y="47625"/>
                </a:lnTo>
                <a:lnTo>
                  <a:pt x="390525" y="57150"/>
                </a:lnTo>
                <a:lnTo>
                  <a:pt x="285750" y="57150"/>
                </a:lnTo>
                <a:close/>
                <a:moveTo>
                  <a:pt x="514350" y="47625"/>
                </a:moveTo>
                <a:lnTo>
                  <a:pt x="628650" y="47625"/>
                </a:lnTo>
                <a:lnTo>
                  <a:pt x="628650" y="57150"/>
                </a:lnTo>
                <a:lnTo>
                  <a:pt x="514350" y="57150"/>
                </a:lnTo>
                <a:close/>
                <a:moveTo>
                  <a:pt x="904875" y="47625"/>
                </a:moveTo>
                <a:lnTo>
                  <a:pt x="1047750" y="47625"/>
                </a:lnTo>
                <a:lnTo>
                  <a:pt x="1047750" y="57150"/>
                </a:lnTo>
                <a:lnTo>
                  <a:pt x="904875" y="57150"/>
                </a:lnTo>
                <a:close/>
                <a:moveTo>
                  <a:pt x="1266825" y="47625"/>
                </a:moveTo>
                <a:lnTo>
                  <a:pt x="1409700" y="47625"/>
                </a:lnTo>
                <a:lnTo>
                  <a:pt x="1409700" y="57150"/>
                </a:lnTo>
                <a:lnTo>
                  <a:pt x="1266825" y="57150"/>
                </a:lnTo>
                <a:close/>
                <a:moveTo>
                  <a:pt x="1447800" y="47625"/>
                </a:moveTo>
                <a:lnTo>
                  <a:pt x="1914525" y="47625"/>
                </a:lnTo>
                <a:lnTo>
                  <a:pt x="1914525" y="57150"/>
                </a:lnTo>
                <a:lnTo>
                  <a:pt x="1447800" y="57150"/>
                </a:lnTo>
                <a:close/>
                <a:moveTo>
                  <a:pt x="1952625" y="47625"/>
                </a:moveTo>
                <a:lnTo>
                  <a:pt x="2124075" y="47625"/>
                </a:lnTo>
                <a:lnTo>
                  <a:pt x="2124075" y="57150"/>
                </a:lnTo>
                <a:lnTo>
                  <a:pt x="1952625" y="57150"/>
                </a:lnTo>
                <a:close/>
                <a:moveTo>
                  <a:pt x="2324100" y="47625"/>
                </a:moveTo>
                <a:lnTo>
                  <a:pt x="2466975" y="47625"/>
                </a:lnTo>
                <a:lnTo>
                  <a:pt x="2466975" y="57150"/>
                </a:lnTo>
                <a:lnTo>
                  <a:pt x="2324100" y="57150"/>
                </a:lnTo>
                <a:close/>
                <a:moveTo>
                  <a:pt x="38100" y="57150"/>
                </a:moveTo>
                <a:lnTo>
                  <a:pt x="152400" y="57150"/>
                </a:lnTo>
                <a:lnTo>
                  <a:pt x="152400" y="66675"/>
                </a:lnTo>
                <a:lnTo>
                  <a:pt x="38100" y="66675"/>
                </a:lnTo>
                <a:close/>
                <a:moveTo>
                  <a:pt x="285750" y="57150"/>
                </a:moveTo>
                <a:lnTo>
                  <a:pt x="390525" y="57150"/>
                </a:lnTo>
                <a:lnTo>
                  <a:pt x="390525" y="66675"/>
                </a:lnTo>
                <a:lnTo>
                  <a:pt x="285750" y="66675"/>
                </a:lnTo>
                <a:close/>
                <a:moveTo>
                  <a:pt x="514350" y="57150"/>
                </a:moveTo>
                <a:lnTo>
                  <a:pt x="628650" y="57150"/>
                </a:lnTo>
                <a:lnTo>
                  <a:pt x="628650" y="66675"/>
                </a:lnTo>
                <a:lnTo>
                  <a:pt x="514350" y="66675"/>
                </a:lnTo>
                <a:close/>
                <a:moveTo>
                  <a:pt x="904875" y="57150"/>
                </a:moveTo>
                <a:lnTo>
                  <a:pt x="1047750" y="57150"/>
                </a:lnTo>
                <a:lnTo>
                  <a:pt x="1047750" y="66675"/>
                </a:lnTo>
                <a:lnTo>
                  <a:pt x="904875" y="66675"/>
                </a:lnTo>
                <a:close/>
                <a:moveTo>
                  <a:pt x="1266825" y="57150"/>
                </a:moveTo>
                <a:lnTo>
                  <a:pt x="1409700" y="57150"/>
                </a:lnTo>
                <a:lnTo>
                  <a:pt x="1409700" y="66675"/>
                </a:lnTo>
                <a:lnTo>
                  <a:pt x="1266825" y="66675"/>
                </a:lnTo>
                <a:close/>
                <a:moveTo>
                  <a:pt x="1447800" y="57150"/>
                </a:moveTo>
                <a:lnTo>
                  <a:pt x="1914525" y="57150"/>
                </a:lnTo>
                <a:lnTo>
                  <a:pt x="1914525" y="66675"/>
                </a:lnTo>
                <a:lnTo>
                  <a:pt x="1447800" y="66675"/>
                </a:lnTo>
                <a:close/>
                <a:moveTo>
                  <a:pt x="1952625" y="57150"/>
                </a:moveTo>
                <a:lnTo>
                  <a:pt x="2124075" y="57150"/>
                </a:lnTo>
                <a:lnTo>
                  <a:pt x="2124075" y="66675"/>
                </a:lnTo>
                <a:lnTo>
                  <a:pt x="1952625" y="66675"/>
                </a:lnTo>
                <a:close/>
                <a:moveTo>
                  <a:pt x="2324100" y="57150"/>
                </a:moveTo>
                <a:lnTo>
                  <a:pt x="2466975" y="57150"/>
                </a:lnTo>
                <a:lnTo>
                  <a:pt x="2466975" y="66675"/>
                </a:lnTo>
                <a:lnTo>
                  <a:pt x="2324100" y="66675"/>
                </a:lnTo>
                <a:close/>
                <a:moveTo>
                  <a:pt x="38100" y="66675"/>
                </a:moveTo>
                <a:lnTo>
                  <a:pt x="161925" y="66675"/>
                </a:lnTo>
                <a:lnTo>
                  <a:pt x="161925" y="76200"/>
                </a:lnTo>
                <a:lnTo>
                  <a:pt x="38100" y="76200"/>
                </a:lnTo>
                <a:close/>
                <a:moveTo>
                  <a:pt x="285750" y="66675"/>
                </a:moveTo>
                <a:lnTo>
                  <a:pt x="390525" y="66675"/>
                </a:lnTo>
                <a:lnTo>
                  <a:pt x="390525" y="76200"/>
                </a:lnTo>
                <a:lnTo>
                  <a:pt x="285750" y="76200"/>
                </a:lnTo>
                <a:close/>
                <a:moveTo>
                  <a:pt x="514350" y="66675"/>
                </a:moveTo>
                <a:lnTo>
                  <a:pt x="628650" y="66675"/>
                </a:lnTo>
                <a:lnTo>
                  <a:pt x="628650" y="76200"/>
                </a:lnTo>
                <a:lnTo>
                  <a:pt x="514350" y="76200"/>
                </a:lnTo>
                <a:close/>
                <a:moveTo>
                  <a:pt x="904875" y="66675"/>
                </a:moveTo>
                <a:lnTo>
                  <a:pt x="1047750" y="66675"/>
                </a:lnTo>
                <a:lnTo>
                  <a:pt x="1047750" y="76200"/>
                </a:lnTo>
                <a:lnTo>
                  <a:pt x="904875" y="76200"/>
                </a:lnTo>
                <a:close/>
                <a:moveTo>
                  <a:pt x="1266825" y="66675"/>
                </a:moveTo>
                <a:lnTo>
                  <a:pt x="1409700" y="66675"/>
                </a:lnTo>
                <a:lnTo>
                  <a:pt x="1409700" y="76200"/>
                </a:lnTo>
                <a:lnTo>
                  <a:pt x="1266825" y="76200"/>
                </a:lnTo>
                <a:close/>
                <a:moveTo>
                  <a:pt x="1447800" y="66675"/>
                </a:moveTo>
                <a:lnTo>
                  <a:pt x="1914525" y="66675"/>
                </a:lnTo>
                <a:lnTo>
                  <a:pt x="1914525" y="76200"/>
                </a:lnTo>
                <a:lnTo>
                  <a:pt x="1447800" y="76200"/>
                </a:lnTo>
                <a:close/>
                <a:moveTo>
                  <a:pt x="1952625" y="66675"/>
                </a:moveTo>
                <a:lnTo>
                  <a:pt x="2133600" y="66675"/>
                </a:lnTo>
                <a:lnTo>
                  <a:pt x="2133600" y="76200"/>
                </a:lnTo>
                <a:lnTo>
                  <a:pt x="1952625" y="76200"/>
                </a:lnTo>
                <a:close/>
                <a:moveTo>
                  <a:pt x="2324100" y="66675"/>
                </a:moveTo>
                <a:lnTo>
                  <a:pt x="2466975" y="66675"/>
                </a:lnTo>
                <a:lnTo>
                  <a:pt x="2466975" y="76200"/>
                </a:lnTo>
                <a:lnTo>
                  <a:pt x="2324100" y="76200"/>
                </a:lnTo>
                <a:close/>
                <a:moveTo>
                  <a:pt x="47625" y="76200"/>
                </a:moveTo>
                <a:lnTo>
                  <a:pt x="161925" y="76200"/>
                </a:lnTo>
                <a:lnTo>
                  <a:pt x="161925" y="85725"/>
                </a:lnTo>
                <a:lnTo>
                  <a:pt x="47625" y="85725"/>
                </a:lnTo>
                <a:close/>
                <a:moveTo>
                  <a:pt x="285750" y="76200"/>
                </a:moveTo>
                <a:lnTo>
                  <a:pt x="390525" y="76200"/>
                </a:lnTo>
                <a:lnTo>
                  <a:pt x="390525" y="85725"/>
                </a:lnTo>
                <a:lnTo>
                  <a:pt x="285750" y="85725"/>
                </a:lnTo>
                <a:close/>
                <a:moveTo>
                  <a:pt x="504825" y="76200"/>
                </a:moveTo>
                <a:lnTo>
                  <a:pt x="619125" y="76200"/>
                </a:lnTo>
                <a:lnTo>
                  <a:pt x="619125" y="85725"/>
                </a:lnTo>
                <a:lnTo>
                  <a:pt x="504825" y="85725"/>
                </a:lnTo>
                <a:close/>
                <a:moveTo>
                  <a:pt x="904875" y="76200"/>
                </a:moveTo>
                <a:lnTo>
                  <a:pt x="1047750" y="76200"/>
                </a:lnTo>
                <a:lnTo>
                  <a:pt x="1047750" y="85725"/>
                </a:lnTo>
                <a:lnTo>
                  <a:pt x="904875" y="85725"/>
                </a:lnTo>
                <a:close/>
                <a:moveTo>
                  <a:pt x="1266825" y="76200"/>
                </a:moveTo>
                <a:lnTo>
                  <a:pt x="1409700" y="76200"/>
                </a:lnTo>
                <a:lnTo>
                  <a:pt x="1409700" y="85725"/>
                </a:lnTo>
                <a:lnTo>
                  <a:pt x="1266825" y="85725"/>
                </a:lnTo>
                <a:close/>
                <a:moveTo>
                  <a:pt x="1447800" y="76200"/>
                </a:moveTo>
                <a:lnTo>
                  <a:pt x="1914525" y="76200"/>
                </a:lnTo>
                <a:lnTo>
                  <a:pt x="1914525" y="85725"/>
                </a:lnTo>
                <a:lnTo>
                  <a:pt x="1447800" y="85725"/>
                </a:lnTo>
                <a:close/>
                <a:moveTo>
                  <a:pt x="1952625" y="76200"/>
                </a:moveTo>
                <a:lnTo>
                  <a:pt x="2143125" y="76200"/>
                </a:lnTo>
                <a:lnTo>
                  <a:pt x="2143125" y="85725"/>
                </a:lnTo>
                <a:lnTo>
                  <a:pt x="1952625" y="85725"/>
                </a:lnTo>
                <a:close/>
                <a:moveTo>
                  <a:pt x="2324100" y="76200"/>
                </a:moveTo>
                <a:lnTo>
                  <a:pt x="2466975" y="76200"/>
                </a:lnTo>
                <a:lnTo>
                  <a:pt x="2466975" y="85725"/>
                </a:lnTo>
                <a:lnTo>
                  <a:pt x="2324100" y="85725"/>
                </a:lnTo>
                <a:close/>
                <a:moveTo>
                  <a:pt x="47625" y="85725"/>
                </a:moveTo>
                <a:lnTo>
                  <a:pt x="171450" y="85725"/>
                </a:lnTo>
                <a:lnTo>
                  <a:pt x="171450" y="95250"/>
                </a:lnTo>
                <a:lnTo>
                  <a:pt x="47625" y="95250"/>
                </a:lnTo>
                <a:close/>
                <a:moveTo>
                  <a:pt x="285750" y="85725"/>
                </a:moveTo>
                <a:lnTo>
                  <a:pt x="390525" y="85725"/>
                </a:lnTo>
                <a:lnTo>
                  <a:pt x="390525" y="95250"/>
                </a:lnTo>
                <a:lnTo>
                  <a:pt x="285750" y="95250"/>
                </a:lnTo>
                <a:close/>
                <a:moveTo>
                  <a:pt x="495300" y="85725"/>
                </a:moveTo>
                <a:lnTo>
                  <a:pt x="619125" y="85725"/>
                </a:lnTo>
                <a:lnTo>
                  <a:pt x="619125" y="95250"/>
                </a:lnTo>
                <a:lnTo>
                  <a:pt x="495300" y="95250"/>
                </a:lnTo>
                <a:close/>
                <a:moveTo>
                  <a:pt x="904875" y="85725"/>
                </a:moveTo>
                <a:lnTo>
                  <a:pt x="1047750" y="85725"/>
                </a:lnTo>
                <a:lnTo>
                  <a:pt x="1047750" y="95250"/>
                </a:lnTo>
                <a:lnTo>
                  <a:pt x="904875" y="95250"/>
                </a:lnTo>
                <a:close/>
                <a:moveTo>
                  <a:pt x="1266825" y="85725"/>
                </a:moveTo>
                <a:lnTo>
                  <a:pt x="1409700" y="85725"/>
                </a:lnTo>
                <a:lnTo>
                  <a:pt x="1409700" y="95250"/>
                </a:lnTo>
                <a:lnTo>
                  <a:pt x="1266825" y="95250"/>
                </a:lnTo>
                <a:close/>
                <a:moveTo>
                  <a:pt x="1447800" y="85725"/>
                </a:moveTo>
                <a:lnTo>
                  <a:pt x="1914525" y="85725"/>
                </a:lnTo>
                <a:lnTo>
                  <a:pt x="1914525" y="95250"/>
                </a:lnTo>
                <a:lnTo>
                  <a:pt x="1447800" y="95250"/>
                </a:lnTo>
                <a:close/>
                <a:moveTo>
                  <a:pt x="1952625" y="85725"/>
                </a:moveTo>
                <a:lnTo>
                  <a:pt x="2143125" y="85725"/>
                </a:lnTo>
                <a:lnTo>
                  <a:pt x="2143125" y="95250"/>
                </a:lnTo>
                <a:lnTo>
                  <a:pt x="1952625" y="95250"/>
                </a:lnTo>
                <a:close/>
                <a:moveTo>
                  <a:pt x="2324100" y="85725"/>
                </a:moveTo>
                <a:lnTo>
                  <a:pt x="2466975" y="85725"/>
                </a:lnTo>
                <a:lnTo>
                  <a:pt x="2466975" y="95250"/>
                </a:lnTo>
                <a:lnTo>
                  <a:pt x="2324100" y="95250"/>
                </a:lnTo>
                <a:close/>
                <a:moveTo>
                  <a:pt x="57150" y="95250"/>
                </a:moveTo>
                <a:lnTo>
                  <a:pt x="180975" y="95250"/>
                </a:lnTo>
                <a:lnTo>
                  <a:pt x="180975" y="104775"/>
                </a:lnTo>
                <a:lnTo>
                  <a:pt x="57150" y="104775"/>
                </a:lnTo>
                <a:close/>
                <a:moveTo>
                  <a:pt x="285750" y="95250"/>
                </a:moveTo>
                <a:lnTo>
                  <a:pt x="390525" y="95250"/>
                </a:lnTo>
                <a:lnTo>
                  <a:pt x="390525" y="104775"/>
                </a:lnTo>
                <a:lnTo>
                  <a:pt x="285750" y="104775"/>
                </a:lnTo>
                <a:close/>
                <a:moveTo>
                  <a:pt x="495300" y="95250"/>
                </a:moveTo>
                <a:lnTo>
                  <a:pt x="619125" y="95250"/>
                </a:lnTo>
                <a:lnTo>
                  <a:pt x="619125" y="104775"/>
                </a:lnTo>
                <a:lnTo>
                  <a:pt x="495300" y="104775"/>
                </a:lnTo>
                <a:close/>
                <a:moveTo>
                  <a:pt x="904875" y="95250"/>
                </a:moveTo>
                <a:lnTo>
                  <a:pt x="1047750" y="95250"/>
                </a:lnTo>
                <a:lnTo>
                  <a:pt x="1047750" y="104775"/>
                </a:lnTo>
                <a:lnTo>
                  <a:pt x="904875" y="104775"/>
                </a:lnTo>
                <a:close/>
                <a:moveTo>
                  <a:pt x="1266825" y="95250"/>
                </a:moveTo>
                <a:lnTo>
                  <a:pt x="1409700" y="95250"/>
                </a:lnTo>
                <a:lnTo>
                  <a:pt x="1409700" y="104775"/>
                </a:lnTo>
                <a:lnTo>
                  <a:pt x="1266825" y="104775"/>
                </a:lnTo>
                <a:close/>
                <a:moveTo>
                  <a:pt x="1447800" y="95250"/>
                </a:moveTo>
                <a:lnTo>
                  <a:pt x="1914525" y="95250"/>
                </a:lnTo>
                <a:lnTo>
                  <a:pt x="1914525" y="104775"/>
                </a:lnTo>
                <a:lnTo>
                  <a:pt x="1447800" y="104775"/>
                </a:lnTo>
                <a:close/>
                <a:moveTo>
                  <a:pt x="1952625" y="95250"/>
                </a:moveTo>
                <a:lnTo>
                  <a:pt x="2152650" y="95250"/>
                </a:lnTo>
                <a:lnTo>
                  <a:pt x="2152650" y="104775"/>
                </a:lnTo>
                <a:lnTo>
                  <a:pt x="1952625" y="104775"/>
                </a:lnTo>
                <a:close/>
                <a:moveTo>
                  <a:pt x="2324100" y="95250"/>
                </a:moveTo>
                <a:lnTo>
                  <a:pt x="2466975" y="95250"/>
                </a:lnTo>
                <a:lnTo>
                  <a:pt x="2466975" y="104775"/>
                </a:lnTo>
                <a:lnTo>
                  <a:pt x="2324100" y="104775"/>
                </a:lnTo>
                <a:close/>
                <a:moveTo>
                  <a:pt x="57150" y="104775"/>
                </a:moveTo>
                <a:lnTo>
                  <a:pt x="190500" y="104775"/>
                </a:lnTo>
                <a:lnTo>
                  <a:pt x="190500" y="114300"/>
                </a:lnTo>
                <a:lnTo>
                  <a:pt x="57150" y="114300"/>
                </a:lnTo>
                <a:close/>
                <a:moveTo>
                  <a:pt x="285750" y="104775"/>
                </a:moveTo>
                <a:lnTo>
                  <a:pt x="390525" y="104775"/>
                </a:lnTo>
                <a:lnTo>
                  <a:pt x="390525" y="114300"/>
                </a:lnTo>
                <a:lnTo>
                  <a:pt x="285750" y="114300"/>
                </a:lnTo>
                <a:close/>
                <a:moveTo>
                  <a:pt x="485775" y="104775"/>
                </a:moveTo>
                <a:lnTo>
                  <a:pt x="609600" y="104775"/>
                </a:lnTo>
                <a:lnTo>
                  <a:pt x="609600" y="114300"/>
                </a:lnTo>
                <a:lnTo>
                  <a:pt x="485775" y="114300"/>
                </a:lnTo>
                <a:close/>
                <a:moveTo>
                  <a:pt x="904875" y="104775"/>
                </a:moveTo>
                <a:lnTo>
                  <a:pt x="1047750" y="104775"/>
                </a:lnTo>
                <a:lnTo>
                  <a:pt x="1047750" y="114300"/>
                </a:lnTo>
                <a:lnTo>
                  <a:pt x="904875" y="114300"/>
                </a:lnTo>
                <a:close/>
                <a:moveTo>
                  <a:pt x="1266825" y="104775"/>
                </a:moveTo>
                <a:lnTo>
                  <a:pt x="1409700" y="104775"/>
                </a:lnTo>
                <a:lnTo>
                  <a:pt x="1409700" y="114300"/>
                </a:lnTo>
                <a:lnTo>
                  <a:pt x="1266825" y="114300"/>
                </a:lnTo>
                <a:close/>
                <a:moveTo>
                  <a:pt x="1447800" y="104775"/>
                </a:moveTo>
                <a:lnTo>
                  <a:pt x="1914525" y="104775"/>
                </a:lnTo>
                <a:lnTo>
                  <a:pt x="1914525" y="114300"/>
                </a:lnTo>
                <a:lnTo>
                  <a:pt x="1447800" y="114300"/>
                </a:lnTo>
                <a:close/>
                <a:moveTo>
                  <a:pt x="1952625" y="104775"/>
                </a:moveTo>
                <a:lnTo>
                  <a:pt x="2152650" y="104775"/>
                </a:lnTo>
                <a:lnTo>
                  <a:pt x="2152650" y="114300"/>
                </a:lnTo>
                <a:lnTo>
                  <a:pt x="1952625" y="114300"/>
                </a:lnTo>
                <a:close/>
                <a:moveTo>
                  <a:pt x="2324100" y="104775"/>
                </a:moveTo>
                <a:lnTo>
                  <a:pt x="2466975" y="104775"/>
                </a:lnTo>
                <a:lnTo>
                  <a:pt x="2466975" y="114300"/>
                </a:lnTo>
                <a:lnTo>
                  <a:pt x="2324100" y="114300"/>
                </a:lnTo>
                <a:close/>
                <a:moveTo>
                  <a:pt x="66675" y="114300"/>
                </a:moveTo>
                <a:lnTo>
                  <a:pt x="200025" y="114300"/>
                </a:lnTo>
                <a:lnTo>
                  <a:pt x="200025" y="123825"/>
                </a:lnTo>
                <a:lnTo>
                  <a:pt x="66675" y="123825"/>
                </a:lnTo>
                <a:close/>
                <a:moveTo>
                  <a:pt x="285750" y="114300"/>
                </a:moveTo>
                <a:lnTo>
                  <a:pt x="390525" y="114300"/>
                </a:lnTo>
                <a:lnTo>
                  <a:pt x="390525" y="123825"/>
                </a:lnTo>
                <a:lnTo>
                  <a:pt x="285750" y="123825"/>
                </a:lnTo>
                <a:close/>
                <a:moveTo>
                  <a:pt x="476250" y="114300"/>
                </a:moveTo>
                <a:lnTo>
                  <a:pt x="609600" y="114300"/>
                </a:lnTo>
                <a:lnTo>
                  <a:pt x="609600" y="123825"/>
                </a:lnTo>
                <a:lnTo>
                  <a:pt x="476250" y="123825"/>
                </a:lnTo>
                <a:close/>
                <a:moveTo>
                  <a:pt x="904875" y="114300"/>
                </a:moveTo>
                <a:lnTo>
                  <a:pt x="1047750" y="114300"/>
                </a:lnTo>
                <a:lnTo>
                  <a:pt x="1047750" y="123825"/>
                </a:lnTo>
                <a:lnTo>
                  <a:pt x="904875" y="123825"/>
                </a:lnTo>
                <a:close/>
                <a:moveTo>
                  <a:pt x="1266825" y="114300"/>
                </a:moveTo>
                <a:lnTo>
                  <a:pt x="1409700" y="114300"/>
                </a:lnTo>
                <a:lnTo>
                  <a:pt x="1409700" y="123825"/>
                </a:lnTo>
                <a:lnTo>
                  <a:pt x="1266825" y="123825"/>
                </a:lnTo>
                <a:close/>
                <a:moveTo>
                  <a:pt x="1447800" y="114300"/>
                </a:moveTo>
                <a:lnTo>
                  <a:pt x="1914525" y="114300"/>
                </a:lnTo>
                <a:lnTo>
                  <a:pt x="1914525" y="123825"/>
                </a:lnTo>
                <a:lnTo>
                  <a:pt x="1447800" y="123825"/>
                </a:lnTo>
                <a:close/>
                <a:moveTo>
                  <a:pt x="1952625" y="114300"/>
                </a:moveTo>
                <a:lnTo>
                  <a:pt x="2162175" y="114300"/>
                </a:lnTo>
                <a:lnTo>
                  <a:pt x="2162175" y="123825"/>
                </a:lnTo>
                <a:lnTo>
                  <a:pt x="1952625" y="123825"/>
                </a:lnTo>
                <a:close/>
                <a:moveTo>
                  <a:pt x="2324100" y="114300"/>
                </a:moveTo>
                <a:lnTo>
                  <a:pt x="2466975" y="114300"/>
                </a:lnTo>
                <a:lnTo>
                  <a:pt x="2466975" y="123825"/>
                </a:lnTo>
                <a:lnTo>
                  <a:pt x="2324100" y="123825"/>
                </a:lnTo>
                <a:close/>
                <a:moveTo>
                  <a:pt x="66675" y="123825"/>
                </a:moveTo>
                <a:lnTo>
                  <a:pt x="209550" y="123825"/>
                </a:lnTo>
                <a:lnTo>
                  <a:pt x="209550" y="133350"/>
                </a:lnTo>
                <a:lnTo>
                  <a:pt x="66675" y="133350"/>
                </a:lnTo>
                <a:close/>
                <a:moveTo>
                  <a:pt x="285750" y="123825"/>
                </a:moveTo>
                <a:lnTo>
                  <a:pt x="390525" y="123825"/>
                </a:lnTo>
                <a:lnTo>
                  <a:pt x="390525" y="133350"/>
                </a:lnTo>
                <a:lnTo>
                  <a:pt x="285750" y="133350"/>
                </a:lnTo>
                <a:close/>
                <a:moveTo>
                  <a:pt x="466725" y="123825"/>
                </a:moveTo>
                <a:lnTo>
                  <a:pt x="600075" y="123825"/>
                </a:lnTo>
                <a:lnTo>
                  <a:pt x="600075" y="133350"/>
                </a:lnTo>
                <a:lnTo>
                  <a:pt x="466725" y="133350"/>
                </a:lnTo>
                <a:close/>
                <a:moveTo>
                  <a:pt x="904875" y="123825"/>
                </a:moveTo>
                <a:lnTo>
                  <a:pt x="1047750" y="123825"/>
                </a:lnTo>
                <a:lnTo>
                  <a:pt x="1047750" y="133350"/>
                </a:lnTo>
                <a:lnTo>
                  <a:pt x="904875" y="133350"/>
                </a:lnTo>
                <a:close/>
                <a:moveTo>
                  <a:pt x="1266825" y="123825"/>
                </a:moveTo>
                <a:lnTo>
                  <a:pt x="1409700" y="123825"/>
                </a:lnTo>
                <a:lnTo>
                  <a:pt x="1409700" y="133350"/>
                </a:lnTo>
                <a:lnTo>
                  <a:pt x="1266825" y="133350"/>
                </a:lnTo>
                <a:close/>
                <a:moveTo>
                  <a:pt x="1447800" y="123825"/>
                </a:moveTo>
                <a:lnTo>
                  <a:pt x="1914525" y="123825"/>
                </a:lnTo>
                <a:lnTo>
                  <a:pt x="1914525" y="133350"/>
                </a:lnTo>
                <a:lnTo>
                  <a:pt x="1447800" y="133350"/>
                </a:lnTo>
                <a:close/>
                <a:moveTo>
                  <a:pt x="1952625" y="123825"/>
                </a:moveTo>
                <a:lnTo>
                  <a:pt x="2171700" y="123825"/>
                </a:lnTo>
                <a:lnTo>
                  <a:pt x="2171700" y="133350"/>
                </a:lnTo>
                <a:lnTo>
                  <a:pt x="1952625" y="133350"/>
                </a:lnTo>
                <a:close/>
                <a:moveTo>
                  <a:pt x="2324100" y="123825"/>
                </a:moveTo>
                <a:lnTo>
                  <a:pt x="2466975" y="123825"/>
                </a:lnTo>
                <a:lnTo>
                  <a:pt x="2466975" y="133350"/>
                </a:lnTo>
                <a:lnTo>
                  <a:pt x="2324100" y="133350"/>
                </a:lnTo>
                <a:close/>
                <a:moveTo>
                  <a:pt x="76200" y="133350"/>
                </a:moveTo>
                <a:lnTo>
                  <a:pt x="219075" y="133350"/>
                </a:lnTo>
                <a:lnTo>
                  <a:pt x="219075" y="142875"/>
                </a:lnTo>
                <a:lnTo>
                  <a:pt x="76200" y="142875"/>
                </a:lnTo>
                <a:close/>
                <a:moveTo>
                  <a:pt x="285750" y="133350"/>
                </a:moveTo>
                <a:lnTo>
                  <a:pt x="390525" y="133350"/>
                </a:lnTo>
                <a:lnTo>
                  <a:pt x="390525" y="142875"/>
                </a:lnTo>
                <a:lnTo>
                  <a:pt x="285750" y="142875"/>
                </a:lnTo>
                <a:close/>
                <a:moveTo>
                  <a:pt x="447675" y="133350"/>
                </a:moveTo>
                <a:lnTo>
                  <a:pt x="590550" y="133350"/>
                </a:lnTo>
                <a:lnTo>
                  <a:pt x="590550" y="142875"/>
                </a:lnTo>
                <a:lnTo>
                  <a:pt x="447675" y="142875"/>
                </a:lnTo>
                <a:close/>
                <a:moveTo>
                  <a:pt x="904875" y="133350"/>
                </a:moveTo>
                <a:lnTo>
                  <a:pt x="1047750" y="133350"/>
                </a:lnTo>
                <a:lnTo>
                  <a:pt x="1047750" y="142875"/>
                </a:lnTo>
                <a:lnTo>
                  <a:pt x="904875" y="142875"/>
                </a:lnTo>
                <a:close/>
                <a:moveTo>
                  <a:pt x="1266825" y="133350"/>
                </a:moveTo>
                <a:lnTo>
                  <a:pt x="1409700" y="133350"/>
                </a:lnTo>
                <a:lnTo>
                  <a:pt x="1409700" y="142875"/>
                </a:lnTo>
                <a:lnTo>
                  <a:pt x="1266825" y="142875"/>
                </a:lnTo>
                <a:close/>
                <a:moveTo>
                  <a:pt x="1447800" y="133350"/>
                </a:moveTo>
                <a:lnTo>
                  <a:pt x="1914525" y="133350"/>
                </a:lnTo>
                <a:lnTo>
                  <a:pt x="1914525" y="142875"/>
                </a:lnTo>
                <a:lnTo>
                  <a:pt x="1447800" y="142875"/>
                </a:lnTo>
                <a:close/>
                <a:moveTo>
                  <a:pt x="1952625" y="133350"/>
                </a:moveTo>
                <a:lnTo>
                  <a:pt x="2171700" y="133350"/>
                </a:lnTo>
                <a:lnTo>
                  <a:pt x="2171700" y="142875"/>
                </a:lnTo>
                <a:lnTo>
                  <a:pt x="1952625" y="142875"/>
                </a:lnTo>
                <a:close/>
                <a:moveTo>
                  <a:pt x="2324100" y="133350"/>
                </a:moveTo>
                <a:lnTo>
                  <a:pt x="2466975" y="133350"/>
                </a:lnTo>
                <a:lnTo>
                  <a:pt x="2466975" y="142875"/>
                </a:lnTo>
                <a:lnTo>
                  <a:pt x="2324100" y="142875"/>
                </a:lnTo>
                <a:close/>
                <a:moveTo>
                  <a:pt x="76200" y="142875"/>
                </a:moveTo>
                <a:lnTo>
                  <a:pt x="238125" y="142875"/>
                </a:lnTo>
                <a:lnTo>
                  <a:pt x="238125" y="152400"/>
                </a:lnTo>
                <a:lnTo>
                  <a:pt x="76200" y="152400"/>
                </a:lnTo>
                <a:close/>
                <a:moveTo>
                  <a:pt x="285750" y="142875"/>
                </a:moveTo>
                <a:lnTo>
                  <a:pt x="390525" y="142875"/>
                </a:lnTo>
                <a:lnTo>
                  <a:pt x="390525" y="152400"/>
                </a:lnTo>
                <a:lnTo>
                  <a:pt x="285750" y="152400"/>
                </a:lnTo>
                <a:close/>
                <a:moveTo>
                  <a:pt x="438150" y="142875"/>
                </a:moveTo>
                <a:lnTo>
                  <a:pt x="590550" y="142875"/>
                </a:lnTo>
                <a:lnTo>
                  <a:pt x="590550" y="152400"/>
                </a:lnTo>
                <a:lnTo>
                  <a:pt x="438150" y="152400"/>
                </a:lnTo>
                <a:close/>
                <a:moveTo>
                  <a:pt x="904875" y="142875"/>
                </a:moveTo>
                <a:lnTo>
                  <a:pt x="1047750" y="142875"/>
                </a:lnTo>
                <a:lnTo>
                  <a:pt x="1047750" y="152400"/>
                </a:lnTo>
                <a:lnTo>
                  <a:pt x="904875" y="152400"/>
                </a:lnTo>
                <a:close/>
                <a:moveTo>
                  <a:pt x="1266825" y="142875"/>
                </a:moveTo>
                <a:lnTo>
                  <a:pt x="1409700" y="142875"/>
                </a:lnTo>
                <a:lnTo>
                  <a:pt x="1409700" y="152400"/>
                </a:lnTo>
                <a:lnTo>
                  <a:pt x="1266825" y="152400"/>
                </a:lnTo>
                <a:close/>
                <a:moveTo>
                  <a:pt x="1447800" y="142875"/>
                </a:moveTo>
                <a:lnTo>
                  <a:pt x="1914525" y="142875"/>
                </a:lnTo>
                <a:lnTo>
                  <a:pt x="1914525" y="152400"/>
                </a:lnTo>
                <a:lnTo>
                  <a:pt x="1447800" y="152400"/>
                </a:lnTo>
                <a:close/>
                <a:moveTo>
                  <a:pt x="1952625" y="142875"/>
                </a:moveTo>
                <a:lnTo>
                  <a:pt x="2181225" y="142875"/>
                </a:lnTo>
                <a:lnTo>
                  <a:pt x="2181225" y="152400"/>
                </a:lnTo>
                <a:lnTo>
                  <a:pt x="1952625" y="152400"/>
                </a:lnTo>
                <a:close/>
                <a:moveTo>
                  <a:pt x="2324100" y="142875"/>
                </a:moveTo>
                <a:lnTo>
                  <a:pt x="2466975" y="142875"/>
                </a:lnTo>
                <a:lnTo>
                  <a:pt x="2466975" y="152400"/>
                </a:lnTo>
                <a:lnTo>
                  <a:pt x="2324100" y="152400"/>
                </a:lnTo>
                <a:close/>
                <a:moveTo>
                  <a:pt x="85725" y="152400"/>
                </a:moveTo>
                <a:lnTo>
                  <a:pt x="266700" y="152400"/>
                </a:lnTo>
                <a:lnTo>
                  <a:pt x="266700" y="161925"/>
                </a:lnTo>
                <a:lnTo>
                  <a:pt x="85725" y="161925"/>
                </a:lnTo>
                <a:close/>
                <a:moveTo>
                  <a:pt x="285750" y="152400"/>
                </a:moveTo>
                <a:lnTo>
                  <a:pt x="390525" y="152400"/>
                </a:lnTo>
                <a:lnTo>
                  <a:pt x="390525" y="161925"/>
                </a:lnTo>
                <a:lnTo>
                  <a:pt x="285750" y="161925"/>
                </a:lnTo>
                <a:close/>
                <a:moveTo>
                  <a:pt x="409575" y="152400"/>
                </a:moveTo>
                <a:lnTo>
                  <a:pt x="581025" y="152400"/>
                </a:lnTo>
                <a:lnTo>
                  <a:pt x="581025" y="161925"/>
                </a:lnTo>
                <a:lnTo>
                  <a:pt x="409575" y="161925"/>
                </a:lnTo>
                <a:close/>
                <a:moveTo>
                  <a:pt x="904875" y="152400"/>
                </a:moveTo>
                <a:lnTo>
                  <a:pt x="1047750" y="152400"/>
                </a:lnTo>
                <a:lnTo>
                  <a:pt x="1047750" y="161925"/>
                </a:lnTo>
                <a:lnTo>
                  <a:pt x="904875" y="161925"/>
                </a:lnTo>
                <a:close/>
                <a:moveTo>
                  <a:pt x="1266825" y="152400"/>
                </a:moveTo>
                <a:lnTo>
                  <a:pt x="1409700" y="152400"/>
                </a:lnTo>
                <a:lnTo>
                  <a:pt x="1409700" y="161925"/>
                </a:lnTo>
                <a:lnTo>
                  <a:pt x="1266825" y="161925"/>
                </a:lnTo>
                <a:close/>
                <a:moveTo>
                  <a:pt x="1447800" y="152400"/>
                </a:moveTo>
                <a:lnTo>
                  <a:pt x="1914525" y="152400"/>
                </a:lnTo>
                <a:lnTo>
                  <a:pt x="1914525" y="161925"/>
                </a:lnTo>
                <a:lnTo>
                  <a:pt x="1447800" y="161925"/>
                </a:lnTo>
                <a:close/>
                <a:moveTo>
                  <a:pt x="1952625" y="152400"/>
                </a:moveTo>
                <a:lnTo>
                  <a:pt x="2190750" y="152400"/>
                </a:lnTo>
                <a:lnTo>
                  <a:pt x="2190750" y="161925"/>
                </a:lnTo>
                <a:lnTo>
                  <a:pt x="1952625" y="161925"/>
                </a:lnTo>
                <a:close/>
                <a:moveTo>
                  <a:pt x="2324100" y="152400"/>
                </a:moveTo>
                <a:lnTo>
                  <a:pt x="2466975" y="152400"/>
                </a:lnTo>
                <a:lnTo>
                  <a:pt x="2466975" y="161925"/>
                </a:lnTo>
                <a:lnTo>
                  <a:pt x="2324100" y="161925"/>
                </a:lnTo>
                <a:close/>
                <a:moveTo>
                  <a:pt x="95250" y="161925"/>
                </a:moveTo>
                <a:lnTo>
                  <a:pt x="571500" y="161925"/>
                </a:lnTo>
                <a:lnTo>
                  <a:pt x="571500" y="171450"/>
                </a:lnTo>
                <a:lnTo>
                  <a:pt x="95250" y="171450"/>
                </a:lnTo>
                <a:close/>
                <a:moveTo>
                  <a:pt x="904875" y="161925"/>
                </a:moveTo>
                <a:lnTo>
                  <a:pt x="1047750" y="161925"/>
                </a:lnTo>
                <a:lnTo>
                  <a:pt x="1047750" y="171450"/>
                </a:lnTo>
                <a:lnTo>
                  <a:pt x="904875" y="171450"/>
                </a:lnTo>
                <a:close/>
                <a:moveTo>
                  <a:pt x="1266825" y="161925"/>
                </a:moveTo>
                <a:lnTo>
                  <a:pt x="1409700" y="161925"/>
                </a:lnTo>
                <a:lnTo>
                  <a:pt x="1409700" y="171450"/>
                </a:lnTo>
                <a:lnTo>
                  <a:pt x="1266825" y="171450"/>
                </a:lnTo>
                <a:close/>
                <a:moveTo>
                  <a:pt x="1609725" y="161925"/>
                </a:moveTo>
                <a:lnTo>
                  <a:pt x="1752600" y="161925"/>
                </a:lnTo>
                <a:lnTo>
                  <a:pt x="1752600" y="171450"/>
                </a:lnTo>
                <a:lnTo>
                  <a:pt x="1609725" y="171450"/>
                </a:lnTo>
                <a:close/>
                <a:moveTo>
                  <a:pt x="1952625" y="161925"/>
                </a:moveTo>
                <a:lnTo>
                  <a:pt x="2190750" y="161925"/>
                </a:lnTo>
                <a:lnTo>
                  <a:pt x="2190750" y="171450"/>
                </a:lnTo>
                <a:lnTo>
                  <a:pt x="1952625" y="171450"/>
                </a:lnTo>
                <a:close/>
                <a:moveTo>
                  <a:pt x="2324100" y="161925"/>
                </a:moveTo>
                <a:lnTo>
                  <a:pt x="2466975" y="161925"/>
                </a:lnTo>
                <a:lnTo>
                  <a:pt x="2466975" y="171450"/>
                </a:lnTo>
                <a:lnTo>
                  <a:pt x="2324100" y="171450"/>
                </a:lnTo>
                <a:close/>
                <a:moveTo>
                  <a:pt x="104775" y="171450"/>
                </a:moveTo>
                <a:lnTo>
                  <a:pt x="561975" y="171450"/>
                </a:lnTo>
                <a:lnTo>
                  <a:pt x="561975" y="180975"/>
                </a:lnTo>
                <a:lnTo>
                  <a:pt x="104775" y="180975"/>
                </a:lnTo>
                <a:close/>
                <a:moveTo>
                  <a:pt x="904875" y="171450"/>
                </a:moveTo>
                <a:lnTo>
                  <a:pt x="1047750" y="171450"/>
                </a:lnTo>
                <a:lnTo>
                  <a:pt x="1047750" y="180975"/>
                </a:lnTo>
                <a:lnTo>
                  <a:pt x="904875" y="180975"/>
                </a:lnTo>
                <a:close/>
                <a:moveTo>
                  <a:pt x="1266825" y="171450"/>
                </a:moveTo>
                <a:lnTo>
                  <a:pt x="1409700" y="171450"/>
                </a:lnTo>
                <a:lnTo>
                  <a:pt x="1409700" y="180975"/>
                </a:lnTo>
                <a:lnTo>
                  <a:pt x="1266825" y="180975"/>
                </a:lnTo>
                <a:close/>
                <a:moveTo>
                  <a:pt x="1609725" y="171450"/>
                </a:moveTo>
                <a:lnTo>
                  <a:pt x="1752600" y="171450"/>
                </a:lnTo>
                <a:lnTo>
                  <a:pt x="1752600" y="180975"/>
                </a:lnTo>
                <a:lnTo>
                  <a:pt x="1609725" y="180975"/>
                </a:lnTo>
                <a:close/>
                <a:moveTo>
                  <a:pt x="1952625" y="171450"/>
                </a:moveTo>
                <a:lnTo>
                  <a:pt x="2200275" y="171450"/>
                </a:lnTo>
                <a:lnTo>
                  <a:pt x="2200275" y="180975"/>
                </a:lnTo>
                <a:lnTo>
                  <a:pt x="1952625" y="180975"/>
                </a:lnTo>
                <a:close/>
                <a:moveTo>
                  <a:pt x="2324100" y="171450"/>
                </a:moveTo>
                <a:lnTo>
                  <a:pt x="2466975" y="171450"/>
                </a:lnTo>
                <a:lnTo>
                  <a:pt x="2466975" y="180975"/>
                </a:lnTo>
                <a:lnTo>
                  <a:pt x="2324100" y="180975"/>
                </a:lnTo>
                <a:close/>
                <a:moveTo>
                  <a:pt x="114300" y="180975"/>
                </a:moveTo>
                <a:lnTo>
                  <a:pt x="561975" y="180975"/>
                </a:lnTo>
                <a:lnTo>
                  <a:pt x="561975" y="190500"/>
                </a:lnTo>
                <a:lnTo>
                  <a:pt x="114300" y="190500"/>
                </a:lnTo>
                <a:close/>
                <a:moveTo>
                  <a:pt x="904875" y="180975"/>
                </a:moveTo>
                <a:lnTo>
                  <a:pt x="1047750" y="180975"/>
                </a:lnTo>
                <a:lnTo>
                  <a:pt x="1047750" y="190500"/>
                </a:lnTo>
                <a:lnTo>
                  <a:pt x="904875" y="190500"/>
                </a:lnTo>
                <a:close/>
                <a:moveTo>
                  <a:pt x="1266825" y="180975"/>
                </a:moveTo>
                <a:lnTo>
                  <a:pt x="1409700" y="180975"/>
                </a:lnTo>
                <a:lnTo>
                  <a:pt x="1409700" y="190500"/>
                </a:lnTo>
                <a:lnTo>
                  <a:pt x="1266825" y="190500"/>
                </a:lnTo>
                <a:close/>
                <a:moveTo>
                  <a:pt x="1609725" y="180975"/>
                </a:moveTo>
                <a:lnTo>
                  <a:pt x="1752600" y="180975"/>
                </a:lnTo>
                <a:lnTo>
                  <a:pt x="1752600" y="190500"/>
                </a:lnTo>
                <a:lnTo>
                  <a:pt x="1609725" y="190500"/>
                </a:lnTo>
                <a:close/>
                <a:moveTo>
                  <a:pt x="1952625" y="180975"/>
                </a:moveTo>
                <a:lnTo>
                  <a:pt x="2200275" y="180975"/>
                </a:lnTo>
                <a:lnTo>
                  <a:pt x="2200275" y="190500"/>
                </a:lnTo>
                <a:lnTo>
                  <a:pt x="1952625" y="190500"/>
                </a:lnTo>
                <a:close/>
                <a:moveTo>
                  <a:pt x="2324100" y="180975"/>
                </a:moveTo>
                <a:lnTo>
                  <a:pt x="2466975" y="180975"/>
                </a:lnTo>
                <a:lnTo>
                  <a:pt x="2466975" y="190500"/>
                </a:lnTo>
                <a:lnTo>
                  <a:pt x="2324100" y="190500"/>
                </a:lnTo>
                <a:close/>
                <a:moveTo>
                  <a:pt x="123825" y="190500"/>
                </a:moveTo>
                <a:lnTo>
                  <a:pt x="542925" y="190500"/>
                </a:lnTo>
                <a:lnTo>
                  <a:pt x="542925" y="200025"/>
                </a:lnTo>
                <a:lnTo>
                  <a:pt x="123825" y="200025"/>
                </a:lnTo>
                <a:close/>
                <a:moveTo>
                  <a:pt x="904875" y="190500"/>
                </a:moveTo>
                <a:lnTo>
                  <a:pt x="1047750" y="190500"/>
                </a:lnTo>
                <a:lnTo>
                  <a:pt x="1047750" y="200025"/>
                </a:lnTo>
                <a:lnTo>
                  <a:pt x="904875" y="200025"/>
                </a:lnTo>
                <a:close/>
                <a:moveTo>
                  <a:pt x="1266825" y="190500"/>
                </a:moveTo>
                <a:lnTo>
                  <a:pt x="1409700" y="190500"/>
                </a:lnTo>
                <a:lnTo>
                  <a:pt x="1409700" y="200025"/>
                </a:lnTo>
                <a:lnTo>
                  <a:pt x="1266825" y="200025"/>
                </a:lnTo>
                <a:close/>
                <a:moveTo>
                  <a:pt x="1609725" y="190500"/>
                </a:moveTo>
                <a:lnTo>
                  <a:pt x="1752600" y="190500"/>
                </a:lnTo>
                <a:lnTo>
                  <a:pt x="1752600" y="200025"/>
                </a:lnTo>
                <a:lnTo>
                  <a:pt x="1609725" y="200025"/>
                </a:lnTo>
                <a:close/>
                <a:moveTo>
                  <a:pt x="1952625" y="190500"/>
                </a:moveTo>
                <a:lnTo>
                  <a:pt x="2209800" y="190500"/>
                </a:lnTo>
                <a:lnTo>
                  <a:pt x="2209800" y="200025"/>
                </a:lnTo>
                <a:lnTo>
                  <a:pt x="1952625" y="200025"/>
                </a:lnTo>
                <a:close/>
                <a:moveTo>
                  <a:pt x="2324100" y="190500"/>
                </a:moveTo>
                <a:lnTo>
                  <a:pt x="2466975" y="190500"/>
                </a:lnTo>
                <a:lnTo>
                  <a:pt x="2466975" y="200025"/>
                </a:lnTo>
                <a:lnTo>
                  <a:pt x="2324100" y="200025"/>
                </a:lnTo>
                <a:close/>
                <a:moveTo>
                  <a:pt x="133350" y="200025"/>
                </a:moveTo>
                <a:lnTo>
                  <a:pt x="533400" y="200025"/>
                </a:lnTo>
                <a:lnTo>
                  <a:pt x="533400" y="209550"/>
                </a:lnTo>
                <a:lnTo>
                  <a:pt x="133350" y="209550"/>
                </a:lnTo>
                <a:close/>
                <a:moveTo>
                  <a:pt x="904875" y="200025"/>
                </a:moveTo>
                <a:lnTo>
                  <a:pt x="1047750" y="200025"/>
                </a:lnTo>
                <a:lnTo>
                  <a:pt x="1047750" y="209550"/>
                </a:lnTo>
                <a:lnTo>
                  <a:pt x="904875" y="209550"/>
                </a:lnTo>
                <a:close/>
                <a:moveTo>
                  <a:pt x="1266825" y="200025"/>
                </a:moveTo>
                <a:lnTo>
                  <a:pt x="1409700" y="200025"/>
                </a:lnTo>
                <a:lnTo>
                  <a:pt x="1409700" y="209550"/>
                </a:lnTo>
                <a:lnTo>
                  <a:pt x="1266825" y="209550"/>
                </a:lnTo>
                <a:close/>
                <a:moveTo>
                  <a:pt x="1609725" y="200025"/>
                </a:moveTo>
                <a:lnTo>
                  <a:pt x="1752600" y="200025"/>
                </a:lnTo>
                <a:lnTo>
                  <a:pt x="1752600" y="209550"/>
                </a:lnTo>
                <a:lnTo>
                  <a:pt x="1609725" y="209550"/>
                </a:lnTo>
                <a:close/>
                <a:moveTo>
                  <a:pt x="1952625" y="200025"/>
                </a:moveTo>
                <a:lnTo>
                  <a:pt x="2219325" y="200025"/>
                </a:lnTo>
                <a:lnTo>
                  <a:pt x="2219325" y="209550"/>
                </a:lnTo>
                <a:lnTo>
                  <a:pt x="1952625" y="209550"/>
                </a:lnTo>
                <a:close/>
                <a:moveTo>
                  <a:pt x="2324100" y="200025"/>
                </a:moveTo>
                <a:lnTo>
                  <a:pt x="2466975" y="200025"/>
                </a:lnTo>
                <a:lnTo>
                  <a:pt x="2466975" y="209550"/>
                </a:lnTo>
                <a:lnTo>
                  <a:pt x="2324100" y="209550"/>
                </a:lnTo>
                <a:close/>
                <a:moveTo>
                  <a:pt x="142875" y="209550"/>
                </a:moveTo>
                <a:lnTo>
                  <a:pt x="523875" y="209550"/>
                </a:lnTo>
                <a:lnTo>
                  <a:pt x="523875" y="219075"/>
                </a:lnTo>
                <a:lnTo>
                  <a:pt x="142875" y="219075"/>
                </a:lnTo>
                <a:close/>
                <a:moveTo>
                  <a:pt x="904875" y="209550"/>
                </a:moveTo>
                <a:lnTo>
                  <a:pt x="1047750" y="209550"/>
                </a:lnTo>
                <a:lnTo>
                  <a:pt x="1047750" y="219075"/>
                </a:lnTo>
                <a:lnTo>
                  <a:pt x="904875" y="219075"/>
                </a:lnTo>
                <a:close/>
                <a:moveTo>
                  <a:pt x="1266825" y="209550"/>
                </a:moveTo>
                <a:lnTo>
                  <a:pt x="1409700" y="209550"/>
                </a:lnTo>
                <a:lnTo>
                  <a:pt x="1409700" y="219075"/>
                </a:lnTo>
                <a:lnTo>
                  <a:pt x="1266825" y="219075"/>
                </a:lnTo>
                <a:close/>
                <a:moveTo>
                  <a:pt x="1609725" y="209550"/>
                </a:moveTo>
                <a:lnTo>
                  <a:pt x="1752600" y="209550"/>
                </a:lnTo>
                <a:lnTo>
                  <a:pt x="1752600" y="219075"/>
                </a:lnTo>
                <a:lnTo>
                  <a:pt x="1609725" y="219075"/>
                </a:lnTo>
                <a:close/>
                <a:moveTo>
                  <a:pt x="1952625" y="209550"/>
                </a:moveTo>
                <a:lnTo>
                  <a:pt x="2219325" y="209550"/>
                </a:lnTo>
                <a:lnTo>
                  <a:pt x="2219325" y="219075"/>
                </a:lnTo>
                <a:lnTo>
                  <a:pt x="1952625" y="219075"/>
                </a:lnTo>
                <a:close/>
                <a:moveTo>
                  <a:pt x="2324100" y="209550"/>
                </a:moveTo>
                <a:lnTo>
                  <a:pt x="2466975" y="209550"/>
                </a:lnTo>
                <a:lnTo>
                  <a:pt x="2466975" y="219075"/>
                </a:lnTo>
                <a:lnTo>
                  <a:pt x="2324100" y="219075"/>
                </a:lnTo>
                <a:close/>
                <a:moveTo>
                  <a:pt x="161925" y="219075"/>
                </a:moveTo>
                <a:lnTo>
                  <a:pt x="514350" y="219075"/>
                </a:lnTo>
                <a:lnTo>
                  <a:pt x="514350" y="228600"/>
                </a:lnTo>
                <a:lnTo>
                  <a:pt x="161925" y="228600"/>
                </a:lnTo>
                <a:close/>
                <a:moveTo>
                  <a:pt x="904875" y="219075"/>
                </a:moveTo>
                <a:lnTo>
                  <a:pt x="1047750" y="219075"/>
                </a:lnTo>
                <a:lnTo>
                  <a:pt x="1047750" y="228600"/>
                </a:lnTo>
                <a:lnTo>
                  <a:pt x="904875" y="228600"/>
                </a:lnTo>
                <a:close/>
                <a:moveTo>
                  <a:pt x="1266825" y="219075"/>
                </a:moveTo>
                <a:lnTo>
                  <a:pt x="1409700" y="219075"/>
                </a:lnTo>
                <a:lnTo>
                  <a:pt x="1409700" y="228600"/>
                </a:lnTo>
                <a:lnTo>
                  <a:pt x="1266825" y="228600"/>
                </a:lnTo>
                <a:close/>
                <a:moveTo>
                  <a:pt x="1609725" y="219075"/>
                </a:moveTo>
                <a:lnTo>
                  <a:pt x="1752600" y="219075"/>
                </a:lnTo>
                <a:lnTo>
                  <a:pt x="1752600" y="228600"/>
                </a:lnTo>
                <a:lnTo>
                  <a:pt x="1609725" y="228600"/>
                </a:lnTo>
                <a:close/>
                <a:moveTo>
                  <a:pt x="1952625" y="219075"/>
                </a:moveTo>
                <a:lnTo>
                  <a:pt x="2228850" y="219075"/>
                </a:lnTo>
                <a:lnTo>
                  <a:pt x="2228850" y="228600"/>
                </a:lnTo>
                <a:lnTo>
                  <a:pt x="1952625" y="228600"/>
                </a:lnTo>
                <a:close/>
                <a:moveTo>
                  <a:pt x="2324100" y="219075"/>
                </a:moveTo>
                <a:lnTo>
                  <a:pt x="2466975" y="219075"/>
                </a:lnTo>
                <a:lnTo>
                  <a:pt x="2466975" y="228600"/>
                </a:lnTo>
                <a:lnTo>
                  <a:pt x="2324100" y="228600"/>
                </a:lnTo>
                <a:close/>
                <a:moveTo>
                  <a:pt x="171450" y="228600"/>
                </a:moveTo>
                <a:lnTo>
                  <a:pt x="495300" y="228600"/>
                </a:lnTo>
                <a:lnTo>
                  <a:pt x="495300" y="238125"/>
                </a:lnTo>
                <a:lnTo>
                  <a:pt x="171450" y="238125"/>
                </a:lnTo>
                <a:close/>
                <a:moveTo>
                  <a:pt x="904875" y="228600"/>
                </a:moveTo>
                <a:lnTo>
                  <a:pt x="1047750" y="228600"/>
                </a:lnTo>
                <a:lnTo>
                  <a:pt x="1047750" y="238125"/>
                </a:lnTo>
                <a:lnTo>
                  <a:pt x="904875" y="238125"/>
                </a:lnTo>
                <a:close/>
                <a:moveTo>
                  <a:pt x="1266825" y="228600"/>
                </a:moveTo>
                <a:lnTo>
                  <a:pt x="1409700" y="228600"/>
                </a:lnTo>
                <a:lnTo>
                  <a:pt x="1409700" y="238125"/>
                </a:lnTo>
                <a:lnTo>
                  <a:pt x="1266825" y="238125"/>
                </a:lnTo>
                <a:close/>
                <a:moveTo>
                  <a:pt x="1609725" y="228600"/>
                </a:moveTo>
                <a:lnTo>
                  <a:pt x="1752600" y="228600"/>
                </a:lnTo>
                <a:lnTo>
                  <a:pt x="1752600" y="238125"/>
                </a:lnTo>
                <a:lnTo>
                  <a:pt x="1609725" y="238125"/>
                </a:lnTo>
                <a:close/>
                <a:moveTo>
                  <a:pt x="1952625" y="228600"/>
                </a:moveTo>
                <a:lnTo>
                  <a:pt x="2238375" y="228600"/>
                </a:lnTo>
                <a:lnTo>
                  <a:pt x="2238375" y="238125"/>
                </a:lnTo>
                <a:lnTo>
                  <a:pt x="1952625" y="238125"/>
                </a:lnTo>
                <a:close/>
                <a:moveTo>
                  <a:pt x="2324100" y="228600"/>
                </a:moveTo>
                <a:lnTo>
                  <a:pt x="2466975" y="228600"/>
                </a:lnTo>
                <a:lnTo>
                  <a:pt x="2466975" y="238125"/>
                </a:lnTo>
                <a:lnTo>
                  <a:pt x="2324100" y="238125"/>
                </a:lnTo>
                <a:close/>
                <a:moveTo>
                  <a:pt x="190500" y="238125"/>
                </a:moveTo>
                <a:lnTo>
                  <a:pt x="476250" y="238125"/>
                </a:lnTo>
                <a:lnTo>
                  <a:pt x="476250" y="247650"/>
                </a:lnTo>
                <a:lnTo>
                  <a:pt x="190500" y="247650"/>
                </a:lnTo>
                <a:close/>
                <a:moveTo>
                  <a:pt x="904875" y="238125"/>
                </a:moveTo>
                <a:lnTo>
                  <a:pt x="1047750" y="238125"/>
                </a:lnTo>
                <a:lnTo>
                  <a:pt x="1047750" y="247650"/>
                </a:lnTo>
                <a:lnTo>
                  <a:pt x="904875" y="247650"/>
                </a:lnTo>
                <a:close/>
                <a:moveTo>
                  <a:pt x="1266825" y="238125"/>
                </a:moveTo>
                <a:lnTo>
                  <a:pt x="1409700" y="238125"/>
                </a:lnTo>
                <a:lnTo>
                  <a:pt x="1409700" y="247650"/>
                </a:lnTo>
                <a:lnTo>
                  <a:pt x="1266825" y="247650"/>
                </a:lnTo>
                <a:close/>
                <a:moveTo>
                  <a:pt x="1609725" y="238125"/>
                </a:moveTo>
                <a:lnTo>
                  <a:pt x="1752600" y="238125"/>
                </a:lnTo>
                <a:lnTo>
                  <a:pt x="1752600" y="247650"/>
                </a:lnTo>
                <a:lnTo>
                  <a:pt x="1609725" y="247650"/>
                </a:lnTo>
                <a:close/>
                <a:moveTo>
                  <a:pt x="1952625" y="238125"/>
                </a:moveTo>
                <a:lnTo>
                  <a:pt x="2238375" y="238125"/>
                </a:lnTo>
                <a:lnTo>
                  <a:pt x="2238375" y="247650"/>
                </a:lnTo>
                <a:lnTo>
                  <a:pt x="1952625" y="247650"/>
                </a:lnTo>
                <a:close/>
                <a:moveTo>
                  <a:pt x="2324100" y="238125"/>
                </a:moveTo>
                <a:lnTo>
                  <a:pt x="2466975" y="238125"/>
                </a:lnTo>
                <a:lnTo>
                  <a:pt x="2466975" y="247650"/>
                </a:lnTo>
                <a:lnTo>
                  <a:pt x="2324100" y="247650"/>
                </a:lnTo>
                <a:close/>
                <a:moveTo>
                  <a:pt x="209550" y="247650"/>
                </a:moveTo>
                <a:lnTo>
                  <a:pt x="457200" y="247650"/>
                </a:lnTo>
                <a:lnTo>
                  <a:pt x="457200" y="257175"/>
                </a:lnTo>
                <a:lnTo>
                  <a:pt x="209550" y="257175"/>
                </a:lnTo>
                <a:close/>
                <a:moveTo>
                  <a:pt x="904875" y="247650"/>
                </a:moveTo>
                <a:lnTo>
                  <a:pt x="1047750" y="247650"/>
                </a:lnTo>
                <a:lnTo>
                  <a:pt x="1047750" y="257175"/>
                </a:lnTo>
                <a:lnTo>
                  <a:pt x="904875" y="257175"/>
                </a:lnTo>
                <a:close/>
                <a:moveTo>
                  <a:pt x="1266825" y="247650"/>
                </a:moveTo>
                <a:lnTo>
                  <a:pt x="1409700" y="247650"/>
                </a:lnTo>
                <a:lnTo>
                  <a:pt x="1409700" y="257175"/>
                </a:lnTo>
                <a:lnTo>
                  <a:pt x="1266825" y="257175"/>
                </a:lnTo>
                <a:close/>
                <a:moveTo>
                  <a:pt x="1609725" y="247650"/>
                </a:moveTo>
                <a:lnTo>
                  <a:pt x="1752600" y="247650"/>
                </a:lnTo>
                <a:lnTo>
                  <a:pt x="1752600" y="257175"/>
                </a:lnTo>
                <a:lnTo>
                  <a:pt x="1609725" y="257175"/>
                </a:lnTo>
                <a:close/>
                <a:moveTo>
                  <a:pt x="1952625" y="247650"/>
                </a:moveTo>
                <a:lnTo>
                  <a:pt x="2247900" y="247650"/>
                </a:lnTo>
                <a:lnTo>
                  <a:pt x="2247900" y="257175"/>
                </a:lnTo>
                <a:lnTo>
                  <a:pt x="1952625" y="257175"/>
                </a:lnTo>
                <a:close/>
                <a:moveTo>
                  <a:pt x="2324100" y="247650"/>
                </a:moveTo>
                <a:lnTo>
                  <a:pt x="2466975" y="247650"/>
                </a:lnTo>
                <a:lnTo>
                  <a:pt x="2466975" y="257175"/>
                </a:lnTo>
                <a:lnTo>
                  <a:pt x="2324100" y="257175"/>
                </a:lnTo>
                <a:close/>
                <a:moveTo>
                  <a:pt x="238125" y="257175"/>
                </a:moveTo>
                <a:lnTo>
                  <a:pt x="428625" y="257175"/>
                </a:lnTo>
                <a:lnTo>
                  <a:pt x="428625" y="266700"/>
                </a:lnTo>
                <a:lnTo>
                  <a:pt x="238125" y="266700"/>
                </a:lnTo>
                <a:close/>
                <a:moveTo>
                  <a:pt x="904875" y="257175"/>
                </a:moveTo>
                <a:lnTo>
                  <a:pt x="1047750" y="257175"/>
                </a:lnTo>
                <a:lnTo>
                  <a:pt x="1047750" y="266700"/>
                </a:lnTo>
                <a:lnTo>
                  <a:pt x="904875" y="266700"/>
                </a:lnTo>
                <a:close/>
                <a:moveTo>
                  <a:pt x="1266825" y="257175"/>
                </a:moveTo>
                <a:lnTo>
                  <a:pt x="1409700" y="257175"/>
                </a:lnTo>
                <a:lnTo>
                  <a:pt x="1409700" y="266700"/>
                </a:lnTo>
                <a:lnTo>
                  <a:pt x="1266825" y="266700"/>
                </a:lnTo>
                <a:close/>
                <a:moveTo>
                  <a:pt x="1609725" y="257175"/>
                </a:moveTo>
                <a:lnTo>
                  <a:pt x="1752600" y="257175"/>
                </a:lnTo>
                <a:lnTo>
                  <a:pt x="1752600" y="266700"/>
                </a:lnTo>
                <a:lnTo>
                  <a:pt x="1609725" y="266700"/>
                </a:lnTo>
                <a:close/>
                <a:moveTo>
                  <a:pt x="1952625" y="257175"/>
                </a:moveTo>
                <a:lnTo>
                  <a:pt x="2247900" y="257175"/>
                </a:lnTo>
                <a:lnTo>
                  <a:pt x="2247900" y="266700"/>
                </a:lnTo>
                <a:lnTo>
                  <a:pt x="1952625" y="266700"/>
                </a:lnTo>
                <a:close/>
                <a:moveTo>
                  <a:pt x="2324100" y="257175"/>
                </a:moveTo>
                <a:lnTo>
                  <a:pt x="2466975" y="257175"/>
                </a:lnTo>
                <a:lnTo>
                  <a:pt x="2466975" y="266700"/>
                </a:lnTo>
                <a:lnTo>
                  <a:pt x="2324100" y="266700"/>
                </a:lnTo>
                <a:close/>
                <a:moveTo>
                  <a:pt x="28575" y="266700"/>
                </a:moveTo>
                <a:lnTo>
                  <a:pt x="638175" y="266700"/>
                </a:lnTo>
                <a:lnTo>
                  <a:pt x="638175" y="276225"/>
                </a:lnTo>
                <a:lnTo>
                  <a:pt x="28575" y="276225"/>
                </a:lnTo>
                <a:close/>
                <a:moveTo>
                  <a:pt x="904875" y="266700"/>
                </a:moveTo>
                <a:lnTo>
                  <a:pt x="1047750" y="266700"/>
                </a:lnTo>
                <a:lnTo>
                  <a:pt x="1047750" y="276225"/>
                </a:lnTo>
                <a:lnTo>
                  <a:pt x="904875" y="276225"/>
                </a:lnTo>
                <a:close/>
                <a:moveTo>
                  <a:pt x="1266825" y="266700"/>
                </a:moveTo>
                <a:lnTo>
                  <a:pt x="1409700" y="266700"/>
                </a:lnTo>
                <a:lnTo>
                  <a:pt x="1409700" y="276225"/>
                </a:lnTo>
                <a:lnTo>
                  <a:pt x="1266825" y="276225"/>
                </a:lnTo>
                <a:close/>
                <a:moveTo>
                  <a:pt x="1609725" y="266700"/>
                </a:moveTo>
                <a:lnTo>
                  <a:pt x="1752600" y="266700"/>
                </a:lnTo>
                <a:lnTo>
                  <a:pt x="1752600" y="276225"/>
                </a:lnTo>
                <a:lnTo>
                  <a:pt x="1609725" y="276225"/>
                </a:lnTo>
                <a:close/>
                <a:moveTo>
                  <a:pt x="1952625" y="266700"/>
                </a:moveTo>
                <a:lnTo>
                  <a:pt x="2095500" y="266700"/>
                </a:lnTo>
                <a:lnTo>
                  <a:pt x="2095500" y="276225"/>
                </a:lnTo>
                <a:lnTo>
                  <a:pt x="1952625" y="276225"/>
                </a:lnTo>
                <a:close/>
                <a:moveTo>
                  <a:pt x="2105025" y="266700"/>
                </a:moveTo>
                <a:lnTo>
                  <a:pt x="2257425" y="266700"/>
                </a:lnTo>
                <a:lnTo>
                  <a:pt x="2257425" y="276225"/>
                </a:lnTo>
                <a:lnTo>
                  <a:pt x="2105025" y="276225"/>
                </a:lnTo>
                <a:close/>
                <a:moveTo>
                  <a:pt x="2324100" y="266700"/>
                </a:moveTo>
                <a:lnTo>
                  <a:pt x="2466975" y="266700"/>
                </a:lnTo>
                <a:lnTo>
                  <a:pt x="2466975" y="276225"/>
                </a:lnTo>
                <a:lnTo>
                  <a:pt x="2324100" y="276225"/>
                </a:lnTo>
                <a:close/>
                <a:moveTo>
                  <a:pt x="28575" y="276225"/>
                </a:moveTo>
                <a:lnTo>
                  <a:pt x="638175" y="276225"/>
                </a:lnTo>
                <a:lnTo>
                  <a:pt x="638175" y="285750"/>
                </a:lnTo>
                <a:lnTo>
                  <a:pt x="28575" y="285750"/>
                </a:lnTo>
                <a:close/>
                <a:moveTo>
                  <a:pt x="904875" y="276225"/>
                </a:moveTo>
                <a:lnTo>
                  <a:pt x="1047750" y="276225"/>
                </a:lnTo>
                <a:lnTo>
                  <a:pt x="1047750" y="285750"/>
                </a:lnTo>
                <a:lnTo>
                  <a:pt x="904875" y="285750"/>
                </a:lnTo>
                <a:close/>
                <a:moveTo>
                  <a:pt x="1266825" y="276225"/>
                </a:moveTo>
                <a:lnTo>
                  <a:pt x="1409700" y="276225"/>
                </a:lnTo>
                <a:lnTo>
                  <a:pt x="1409700" y="285750"/>
                </a:lnTo>
                <a:lnTo>
                  <a:pt x="1266825" y="285750"/>
                </a:lnTo>
                <a:close/>
                <a:moveTo>
                  <a:pt x="1609725" y="276225"/>
                </a:moveTo>
                <a:lnTo>
                  <a:pt x="1752600" y="276225"/>
                </a:lnTo>
                <a:lnTo>
                  <a:pt x="1752600" y="285750"/>
                </a:lnTo>
                <a:lnTo>
                  <a:pt x="1609725" y="285750"/>
                </a:lnTo>
                <a:close/>
                <a:moveTo>
                  <a:pt x="1952625" y="276225"/>
                </a:moveTo>
                <a:lnTo>
                  <a:pt x="2095500" y="276225"/>
                </a:lnTo>
                <a:lnTo>
                  <a:pt x="2095500" y="285750"/>
                </a:lnTo>
                <a:lnTo>
                  <a:pt x="1952625" y="285750"/>
                </a:lnTo>
                <a:close/>
                <a:moveTo>
                  <a:pt x="2114550" y="276225"/>
                </a:moveTo>
                <a:lnTo>
                  <a:pt x="2266950" y="276225"/>
                </a:lnTo>
                <a:lnTo>
                  <a:pt x="2266950" y="285750"/>
                </a:lnTo>
                <a:lnTo>
                  <a:pt x="2114550" y="285750"/>
                </a:lnTo>
                <a:close/>
                <a:moveTo>
                  <a:pt x="2324100" y="276225"/>
                </a:moveTo>
                <a:lnTo>
                  <a:pt x="2466975" y="276225"/>
                </a:lnTo>
                <a:lnTo>
                  <a:pt x="2466975" y="285750"/>
                </a:lnTo>
                <a:lnTo>
                  <a:pt x="2324100" y="285750"/>
                </a:lnTo>
                <a:close/>
                <a:moveTo>
                  <a:pt x="28575" y="285750"/>
                </a:moveTo>
                <a:lnTo>
                  <a:pt x="638175" y="285750"/>
                </a:lnTo>
                <a:lnTo>
                  <a:pt x="638175" y="295275"/>
                </a:lnTo>
                <a:lnTo>
                  <a:pt x="28575" y="295275"/>
                </a:lnTo>
                <a:close/>
                <a:moveTo>
                  <a:pt x="904875" y="285750"/>
                </a:moveTo>
                <a:lnTo>
                  <a:pt x="1047750" y="285750"/>
                </a:lnTo>
                <a:lnTo>
                  <a:pt x="1047750" y="295275"/>
                </a:lnTo>
                <a:lnTo>
                  <a:pt x="904875" y="295275"/>
                </a:lnTo>
                <a:close/>
                <a:moveTo>
                  <a:pt x="1266825" y="285750"/>
                </a:moveTo>
                <a:lnTo>
                  <a:pt x="1409700" y="285750"/>
                </a:lnTo>
                <a:lnTo>
                  <a:pt x="1409700" y="295275"/>
                </a:lnTo>
                <a:lnTo>
                  <a:pt x="1266825" y="295275"/>
                </a:lnTo>
                <a:close/>
                <a:moveTo>
                  <a:pt x="1609725" y="285750"/>
                </a:moveTo>
                <a:lnTo>
                  <a:pt x="1752600" y="285750"/>
                </a:lnTo>
                <a:lnTo>
                  <a:pt x="1752600" y="295275"/>
                </a:lnTo>
                <a:lnTo>
                  <a:pt x="1609725" y="295275"/>
                </a:lnTo>
                <a:close/>
                <a:moveTo>
                  <a:pt x="1952625" y="285750"/>
                </a:moveTo>
                <a:lnTo>
                  <a:pt x="2095500" y="285750"/>
                </a:lnTo>
                <a:lnTo>
                  <a:pt x="2095500" y="295275"/>
                </a:lnTo>
                <a:lnTo>
                  <a:pt x="1952625" y="295275"/>
                </a:lnTo>
                <a:close/>
                <a:moveTo>
                  <a:pt x="2114550" y="285750"/>
                </a:moveTo>
                <a:lnTo>
                  <a:pt x="2266950" y="285750"/>
                </a:lnTo>
                <a:lnTo>
                  <a:pt x="2266950" y="295275"/>
                </a:lnTo>
                <a:lnTo>
                  <a:pt x="2114550" y="295275"/>
                </a:lnTo>
                <a:close/>
                <a:moveTo>
                  <a:pt x="2324100" y="285750"/>
                </a:moveTo>
                <a:lnTo>
                  <a:pt x="2466975" y="285750"/>
                </a:lnTo>
                <a:lnTo>
                  <a:pt x="2466975" y="295275"/>
                </a:lnTo>
                <a:lnTo>
                  <a:pt x="2324100" y="295275"/>
                </a:lnTo>
                <a:close/>
                <a:moveTo>
                  <a:pt x="28575" y="295275"/>
                </a:moveTo>
                <a:lnTo>
                  <a:pt x="638175" y="295275"/>
                </a:lnTo>
                <a:lnTo>
                  <a:pt x="638175" y="304800"/>
                </a:lnTo>
                <a:lnTo>
                  <a:pt x="28575" y="304800"/>
                </a:lnTo>
                <a:close/>
                <a:moveTo>
                  <a:pt x="904875" y="295275"/>
                </a:moveTo>
                <a:lnTo>
                  <a:pt x="1047750" y="295275"/>
                </a:lnTo>
                <a:lnTo>
                  <a:pt x="1047750" y="304800"/>
                </a:lnTo>
                <a:lnTo>
                  <a:pt x="904875" y="304800"/>
                </a:lnTo>
                <a:close/>
                <a:moveTo>
                  <a:pt x="1266825" y="295275"/>
                </a:moveTo>
                <a:lnTo>
                  <a:pt x="1409700" y="295275"/>
                </a:lnTo>
                <a:lnTo>
                  <a:pt x="1409700" y="304800"/>
                </a:lnTo>
                <a:lnTo>
                  <a:pt x="1266825" y="304800"/>
                </a:lnTo>
                <a:close/>
                <a:moveTo>
                  <a:pt x="1609725" y="295275"/>
                </a:moveTo>
                <a:lnTo>
                  <a:pt x="1752600" y="295275"/>
                </a:lnTo>
                <a:lnTo>
                  <a:pt x="1752600" y="304800"/>
                </a:lnTo>
                <a:lnTo>
                  <a:pt x="1609725" y="304800"/>
                </a:lnTo>
                <a:close/>
                <a:moveTo>
                  <a:pt x="1952625" y="295275"/>
                </a:moveTo>
                <a:lnTo>
                  <a:pt x="2095500" y="295275"/>
                </a:lnTo>
                <a:lnTo>
                  <a:pt x="2095500" y="304800"/>
                </a:lnTo>
                <a:lnTo>
                  <a:pt x="1952625" y="304800"/>
                </a:lnTo>
                <a:close/>
                <a:moveTo>
                  <a:pt x="2124075" y="295275"/>
                </a:moveTo>
                <a:lnTo>
                  <a:pt x="2276475" y="295275"/>
                </a:lnTo>
                <a:lnTo>
                  <a:pt x="2276475" y="304800"/>
                </a:lnTo>
                <a:lnTo>
                  <a:pt x="2124075" y="304800"/>
                </a:lnTo>
                <a:close/>
                <a:moveTo>
                  <a:pt x="2324100" y="295275"/>
                </a:moveTo>
                <a:lnTo>
                  <a:pt x="2466975" y="295275"/>
                </a:lnTo>
                <a:lnTo>
                  <a:pt x="2466975" y="304800"/>
                </a:lnTo>
                <a:lnTo>
                  <a:pt x="2324100" y="304800"/>
                </a:lnTo>
                <a:close/>
                <a:moveTo>
                  <a:pt x="28575" y="304800"/>
                </a:moveTo>
                <a:lnTo>
                  <a:pt x="638175" y="304800"/>
                </a:lnTo>
                <a:lnTo>
                  <a:pt x="638175" y="314325"/>
                </a:lnTo>
                <a:lnTo>
                  <a:pt x="28575" y="314325"/>
                </a:lnTo>
                <a:close/>
                <a:moveTo>
                  <a:pt x="904875" y="304800"/>
                </a:moveTo>
                <a:lnTo>
                  <a:pt x="1047750" y="304800"/>
                </a:lnTo>
                <a:lnTo>
                  <a:pt x="1047750" y="314325"/>
                </a:lnTo>
                <a:lnTo>
                  <a:pt x="904875" y="314325"/>
                </a:lnTo>
                <a:close/>
                <a:moveTo>
                  <a:pt x="1266825" y="304800"/>
                </a:moveTo>
                <a:lnTo>
                  <a:pt x="1409700" y="304800"/>
                </a:lnTo>
                <a:lnTo>
                  <a:pt x="1409700" y="314325"/>
                </a:lnTo>
                <a:lnTo>
                  <a:pt x="1266825" y="314325"/>
                </a:lnTo>
                <a:close/>
                <a:moveTo>
                  <a:pt x="1609725" y="304800"/>
                </a:moveTo>
                <a:lnTo>
                  <a:pt x="1752600" y="304800"/>
                </a:lnTo>
                <a:lnTo>
                  <a:pt x="1752600" y="314325"/>
                </a:lnTo>
                <a:lnTo>
                  <a:pt x="1609725" y="314325"/>
                </a:lnTo>
                <a:close/>
                <a:moveTo>
                  <a:pt x="1952625" y="304800"/>
                </a:moveTo>
                <a:lnTo>
                  <a:pt x="2095500" y="304800"/>
                </a:lnTo>
                <a:lnTo>
                  <a:pt x="2095500" y="314325"/>
                </a:lnTo>
                <a:lnTo>
                  <a:pt x="1952625" y="314325"/>
                </a:lnTo>
                <a:close/>
                <a:moveTo>
                  <a:pt x="2124075" y="304800"/>
                </a:moveTo>
                <a:lnTo>
                  <a:pt x="2286000" y="304800"/>
                </a:lnTo>
                <a:lnTo>
                  <a:pt x="2286000" y="314325"/>
                </a:lnTo>
                <a:lnTo>
                  <a:pt x="2124075" y="314325"/>
                </a:lnTo>
                <a:close/>
                <a:moveTo>
                  <a:pt x="2324100" y="304800"/>
                </a:moveTo>
                <a:lnTo>
                  <a:pt x="2466975" y="304800"/>
                </a:lnTo>
                <a:lnTo>
                  <a:pt x="2466975" y="314325"/>
                </a:lnTo>
                <a:lnTo>
                  <a:pt x="2324100" y="314325"/>
                </a:lnTo>
                <a:close/>
                <a:moveTo>
                  <a:pt x="28575" y="314325"/>
                </a:moveTo>
                <a:lnTo>
                  <a:pt x="638175" y="314325"/>
                </a:lnTo>
                <a:lnTo>
                  <a:pt x="638175" y="323850"/>
                </a:lnTo>
                <a:lnTo>
                  <a:pt x="28575" y="323850"/>
                </a:lnTo>
                <a:close/>
                <a:moveTo>
                  <a:pt x="904875" y="314325"/>
                </a:moveTo>
                <a:lnTo>
                  <a:pt x="1047750" y="314325"/>
                </a:lnTo>
                <a:lnTo>
                  <a:pt x="1047750" y="323850"/>
                </a:lnTo>
                <a:lnTo>
                  <a:pt x="904875" y="323850"/>
                </a:lnTo>
                <a:close/>
                <a:moveTo>
                  <a:pt x="1266825" y="314325"/>
                </a:moveTo>
                <a:lnTo>
                  <a:pt x="1409700" y="314325"/>
                </a:lnTo>
                <a:lnTo>
                  <a:pt x="1409700" y="323850"/>
                </a:lnTo>
                <a:lnTo>
                  <a:pt x="1266825" y="323850"/>
                </a:lnTo>
                <a:close/>
                <a:moveTo>
                  <a:pt x="1609725" y="314325"/>
                </a:moveTo>
                <a:lnTo>
                  <a:pt x="1752600" y="314325"/>
                </a:lnTo>
                <a:lnTo>
                  <a:pt x="1752600" y="323850"/>
                </a:lnTo>
                <a:lnTo>
                  <a:pt x="1609725" y="323850"/>
                </a:lnTo>
                <a:close/>
                <a:moveTo>
                  <a:pt x="1952625" y="314325"/>
                </a:moveTo>
                <a:lnTo>
                  <a:pt x="2095500" y="314325"/>
                </a:lnTo>
                <a:lnTo>
                  <a:pt x="2095500" y="323850"/>
                </a:lnTo>
                <a:lnTo>
                  <a:pt x="1952625" y="323850"/>
                </a:lnTo>
                <a:close/>
                <a:moveTo>
                  <a:pt x="2133600" y="314325"/>
                </a:moveTo>
                <a:lnTo>
                  <a:pt x="2286000" y="314325"/>
                </a:lnTo>
                <a:lnTo>
                  <a:pt x="2286000" y="323850"/>
                </a:lnTo>
                <a:lnTo>
                  <a:pt x="2133600" y="323850"/>
                </a:lnTo>
                <a:close/>
                <a:moveTo>
                  <a:pt x="2324100" y="314325"/>
                </a:moveTo>
                <a:lnTo>
                  <a:pt x="2466975" y="314325"/>
                </a:lnTo>
                <a:lnTo>
                  <a:pt x="2466975" y="323850"/>
                </a:lnTo>
                <a:lnTo>
                  <a:pt x="2324100" y="323850"/>
                </a:lnTo>
                <a:close/>
                <a:moveTo>
                  <a:pt x="28575" y="323850"/>
                </a:moveTo>
                <a:lnTo>
                  <a:pt x="638175" y="323850"/>
                </a:lnTo>
                <a:lnTo>
                  <a:pt x="638175" y="333375"/>
                </a:lnTo>
                <a:lnTo>
                  <a:pt x="28575" y="333375"/>
                </a:lnTo>
                <a:close/>
                <a:moveTo>
                  <a:pt x="904875" y="323850"/>
                </a:moveTo>
                <a:lnTo>
                  <a:pt x="1047750" y="323850"/>
                </a:lnTo>
                <a:lnTo>
                  <a:pt x="1047750" y="333375"/>
                </a:lnTo>
                <a:lnTo>
                  <a:pt x="904875" y="333375"/>
                </a:lnTo>
                <a:close/>
                <a:moveTo>
                  <a:pt x="1266825" y="323850"/>
                </a:moveTo>
                <a:lnTo>
                  <a:pt x="1409700" y="323850"/>
                </a:lnTo>
                <a:lnTo>
                  <a:pt x="1409700" y="333375"/>
                </a:lnTo>
                <a:lnTo>
                  <a:pt x="1266825" y="333375"/>
                </a:lnTo>
                <a:close/>
                <a:moveTo>
                  <a:pt x="1609725" y="323850"/>
                </a:moveTo>
                <a:lnTo>
                  <a:pt x="1752600" y="323850"/>
                </a:lnTo>
                <a:lnTo>
                  <a:pt x="1752600" y="333375"/>
                </a:lnTo>
                <a:lnTo>
                  <a:pt x="1609725" y="333375"/>
                </a:lnTo>
                <a:close/>
                <a:moveTo>
                  <a:pt x="1952625" y="323850"/>
                </a:moveTo>
                <a:lnTo>
                  <a:pt x="2095500" y="323850"/>
                </a:lnTo>
                <a:lnTo>
                  <a:pt x="2095500" y="333375"/>
                </a:lnTo>
                <a:lnTo>
                  <a:pt x="1952625" y="333375"/>
                </a:lnTo>
                <a:close/>
                <a:moveTo>
                  <a:pt x="2143125" y="323850"/>
                </a:moveTo>
                <a:lnTo>
                  <a:pt x="2295525" y="323850"/>
                </a:lnTo>
                <a:lnTo>
                  <a:pt x="2295525" y="333375"/>
                </a:lnTo>
                <a:lnTo>
                  <a:pt x="2143125" y="333375"/>
                </a:lnTo>
                <a:close/>
                <a:moveTo>
                  <a:pt x="2324100" y="323850"/>
                </a:moveTo>
                <a:lnTo>
                  <a:pt x="2466975" y="323850"/>
                </a:lnTo>
                <a:lnTo>
                  <a:pt x="2466975" y="333375"/>
                </a:lnTo>
                <a:lnTo>
                  <a:pt x="2324100" y="333375"/>
                </a:lnTo>
                <a:close/>
                <a:moveTo>
                  <a:pt x="28575" y="333375"/>
                </a:moveTo>
                <a:lnTo>
                  <a:pt x="638175" y="333375"/>
                </a:lnTo>
                <a:lnTo>
                  <a:pt x="638175" y="342900"/>
                </a:lnTo>
                <a:lnTo>
                  <a:pt x="28575" y="342900"/>
                </a:lnTo>
                <a:close/>
                <a:moveTo>
                  <a:pt x="904875" y="333375"/>
                </a:moveTo>
                <a:lnTo>
                  <a:pt x="1047750" y="333375"/>
                </a:lnTo>
                <a:lnTo>
                  <a:pt x="1047750" y="342900"/>
                </a:lnTo>
                <a:lnTo>
                  <a:pt x="904875" y="342900"/>
                </a:lnTo>
                <a:close/>
                <a:moveTo>
                  <a:pt x="1266825" y="333375"/>
                </a:moveTo>
                <a:lnTo>
                  <a:pt x="1409700" y="333375"/>
                </a:lnTo>
                <a:lnTo>
                  <a:pt x="1409700" y="342900"/>
                </a:lnTo>
                <a:lnTo>
                  <a:pt x="1266825" y="342900"/>
                </a:lnTo>
                <a:close/>
                <a:moveTo>
                  <a:pt x="1609725" y="333375"/>
                </a:moveTo>
                <a:lnTo>
                  <a:pt x="1752600" y="333375"/>
                </a:lnTo>
                <a:lnTo>
                  <a:pt x="1752600" y="342900"/>
                </a:lnTo>
                <a:lnTo>
                  <a:pt x="1609725" y="342900"/>
                </a:lnTo>
                <a:close/>
                <a:moveTo>
                  <a:pt x="1952625" y="333375"/>
                </a:moveTo>
                <a:lnTo>
                  <a:pt x="2095500" y="333375"/>
                </a:lnTo>
                <a:lnTo>
                  <a:pt x="2095500" y="342900"/>
                </a:lnTo>
                <a:lnTo>
                  <a:pt x="1952625" y="342900"/>
                </a:lnTo>
                <a:close/>
                <a:moveTo>
                  <a:pt x="2143125" y="333375"/>
                </a:moveTo>
                <a:lnTo>
                  <a:pt x="2305050" y="333375"/>
                </a:lnTo>
                <a:lnTo>
                  <a:pt x="2305050" y="342900"/>
                </a:lnTo>
                <a:lnTo>
                  <a:pt x="2143125" y="342900"/>
                </a:lnTo>
                <a:close/>
                <a:moveTo>
                  <a:pt x="2324100" y="333375"/>
                </a:moveTo>
                <a:lnTo>
                  <a:pt x="2466975" y="333375"/>
                </a:lnTo>
                <a:lnTo>
                  <a:pt x="2466975" y="342900"/>
                </a:lnTo>
                <a:lnTo>
                  <a:pt x="2324100" y="342900"/>
                </a:lnTo>
                <a:close/>
                <a:moveTo>
                  <a:pt x="28575" y="342900"/>
                </a:moveTo>
                <a:lnTo>
                  <a:pt x="638175" y="342900"/>
                </a:lnTo>
                <a:lnTo>
                  <a:pt x="638175" y="352425"/>
                </a:lnTo>
                <a:lnTo>
                  <a:pt x="28575" y="352425"/>
                </a:lnTo>
                <a:close/>
                <a:moveTo>
                  <a:pt x="904875" y="342900"/>
                </a:moveTo>
                <a:lnTo>
                  <a:pt x="1047750" y="342900"/>
                </a:lnTo>
                <a:lnTo>
                  <a:pt x="1047750" y="352425"/>
                </a:lnTo>
                <a:lnTo>
                  <a:pt x="904875" y="352425"/>
                </a:lnTo>
                <a:close/>
                <a:moveTo>
                  <a:pt x="1266825" y="342900"/>
                </a:moveTo>
                <a:lnTo>
                  <a:pt x="1409700" y="342900"/>
                </a:lnTo>
                <a:lnTo>
                  <a:pt x="1409700" y="352425"/>
                </a:lnTo>
                <a:lnTo>
                  <a:pt x="1266825" y="352425"/>
                </a:lnTo>
                <a:close/>
                <a:moveTo>
                  <a:pt x="1609725" y="342900"/>
                </a:moveTo>
                <a:lnTo>
                  <a:pt x="1752600" y="342900"/>
                </a:lnTo>
                <a:lnTo>
                  <a:pt x="1752600" y="352425"/>
                </a:lnTo>
                <a:lnTo>
                  <a:pt x="1609725" y="352425"/>
                </a:lnTo>
                <a:close/>
                <a:moveTo>
                  <a:pt x="1952625" y="342900"/>
                </a:moveTo>
                <a:lnTo>
                  <a:pt x="2095500" y="342900"/>
                </a:lnTo>
                <a:lnTo>
                  <a:pt x="2095500" y="352425"/>
                </a:lnTo>
                <a:lnTo>
                  <a:pt x="1952625" y="352425"/>
                </a:lnTo>
                <a:close/>
                <a:moveTo>
                  <a:pt x="2152650" y="342900"/>
                </a:moveTo>
                <a:lnTo>
                  <a:pt x="2305050" y="342900"/>
                </a:lnTo>
                <a:lnTo>
                  <a:pt x="2305050" y="352425"/>
                </a:lnTo>
                <a:lnTo>
                  <a:pt x="2152650" y="352425"/>
                </a:lnTo>
                <a:close/>
                <a:moveTo>
                  <a:pt x="2324100" y="342900"/>
                </a:moveTo>
                <a:lnTo>
                  <a:pt x="2466975" y="342900"/>
                </a:lnTo>
                <a:lnTo>
                  <a:pt x="2466975" y="352425"/>
                </a:lnTo>
                <a:lnTo>
                  <a:pt x="2324100" y="352425"/>
                </a:lnTo>
                <a:close/>
                <a:moveTo>
                  <a:pt x="28575" y="352425"/>
                </a:moveTo>
                <a:lnTo>
                  <a:pt x="638175" y="352425"/>
                </a:lnTo>
                <a:lnTo>
                  <a:pt x="638175" y="361950"/>
                </a:lnTo>
                <a:lnTo>
                  <a:pt x="28575" y="361950"/>
                </a:lnTo>
                <a:close/>
                <a:moveTo>
                  <a:pt x="904875" y="352425"/>
                </a:moveTo>
                <a:lnTo>
                  <a:pt x="1047750" y="352425"/>
                </a:lnTo>
                <a:lnTo>
                  <a:pt x="1047750" y="361950"/>
                </a:lnTo>
                <a:lnTo>
                  <a:pt x="904875" y="361950"/>
                </a:lnTo>
                <a:close/>
                <a:moveTo>
                  <a:pt x="1266825" y="352425"/>
                </a:moveTo>
                <a:lnTo>
                  <a:pt x="1409700" y="352425"/>
                </a:lnTo>
                <a:lnTo>
                  <a:pt x="1409700" y="361950"/>
                </a:lnTo>
                <a:lnTo>
                  <a:pt x="1266825" y="361950"/>
                </a:lnTo>
                <a:close/>
                <a:moveTo>
                  <a:pt x="1609725" y="352425"/>
                </a:moveTo>
                <a:lnTo>
                  <a:pt x="1752600" y="352425"/>
                </a:lnTo>
                <a:lnTo>
                  <a:pt x="1752600" y="361950"/>
                </a:lnTo>
                <a:lnTo>
                  <a:pt x="1609725" y="361950"/>
                </a:lnTo>
                <a:close/>
                <a:moveTo>
                  <a:pt x="1952625" y="352425"/>
                </a:moveTo>
                <a:lnTo>
                  <a:pt x="2095500" y="352425"/>
                </a:lnTo>
                <a:lnTo>
                  <a:pt x="2095500" y="361950"/>
                </a:lnTo>
                <a:lnTo>
                  <a:pt x="1952625" y="361950"/>
                </a:lnTo>
                <a:close/>
                <a:moveTo>
                  <a:pt x="2162175" y="352425"/>
                </a:moveTo>
                <a:lnTo>
                  <a:pt x="2314575" y="352425"/>
                </a:lnTo>
                <a:lnTo>
                  <a:pt x="2314575" y="361950"/>
                </a:lnTo>
                <a:lnTo>
                  <a:pt x="2162175" y="361950"/>
                </a:lnTo>
                <a:close/>
                <a:moveTo>
                  <a:pt x="2324100" y="352425"/>
                </a:moveTo>
                <a:lnTo>
                  <a:pt x="2466975" y="352425"/>
                </a:lnTo>
                <a:lnTo>
                  <a:pt x="2466975" y="361950"/>
                </a:lnTo>
                <a:lnTo>
                  <a:pt x="2324100" y="361950"/>
                </a:lnTo>
                <a:close/>
                <a:moveTo>
                  <a:pt x="28575" y="361950"/>
                </a:moveTo>
                <a:lnTo>
                  <a:pt x="638175" y="361950"/>
                </a:lnTo>
                <a:lnTo>
                  <a:pt x="638175" y="371475"/>
                </a:lnTo>
                <a:lnTo>
                  <a:pt x="28575" y="371475"/>
                </a:lnTo>
                <a:close/>
                <a:moveTo>
                  <a:pt x="904875" y="361950"/>
                </a:moveTo>
                <a:lnTo>
                  <a:pt x="1047750" y="361950"/>
                </a:lnTo>
                <a:lnTo>
                  <a:pt x="1047750" y="371475"/>
                </a:lnTo>
                <a:lnTo>
                  <a:pt x="904875" y="371475"/>
                </a:lnTo>
                <a:close/>
                <a:moveTo>
                  <a:pt x="1266825" y="361950"/>
                </a:moveTo>
                <a:lnTo>
                  <a:pt x="1409700" y="361950"/>
                </a:lnTo>
                <a:lnTo>
                  <a:pt x="1409700" y="371475"/>
                </a:lnTo>
                <a:lnTo>
                  <a:pt x="1266825" y="371475"/>
                </a:lnTo>
                <a:close/>
                <a:moveTo>
                  <a:pt x="1609725" y="361950"/>
                </a:moveTo>
                <a:lnTo>
                  <a:pt x="1752600" y="361950"/>
                </a:lnTo>
                <a:lnTo>
                  <a:pt x="1752600" y="371475"/>
                </a:lnTo>
                <a:lnTo>
                  <a:pt x="1609725" y="371475"/>
                </a:lnTo>
                <a:close/>
                <a:moveTo>
                  <a:pt x="1952625" y="361950"/>
                </a:moveTo>
                <a:lnTo>
                  <a:pt x="2095500" y="361950"/>
                </a:lnTo>
                <a:lnTo>
                  <a:pt x="2095500" y="371475"/>
                </a:lnTo>
                <a:lnTo>
                  <a:pt x="1952625" y="371475"/>
                </a:lnTo>
                <a:close/>
                <a:moveTo>
                  <a:pt x="2162175" y="361950"/>
                </a:moveTo>
                <a:lnTo>
                  <a:pt x="2466975" y="361950"/>
                </a:lnTo>
                <a:lnTo>
                  <a:pt x="2466975" y="371475"/>
                </a:lnTo>
                <a:lnTo>
                  <a:pt x="2162175" y="371475"/>
                </a:lnTo>
                <a:close/>
                <a:moveTo>
                  <a:pt x="238125" y="371475"/>
                </a:moveTo>
                <a:lnTo>
                  <a:pt x="438150" y="371475"/>
                </a:lnTo>
                <a:lnTo>
                  <a:pt x="438150" y="381000"/>
                </a:lnTo>
                <a:lnTo>
                  <a:pt x="238125" y="381000"/>
                </a:lnTo>
                <a:close/>
                <a:moveTo>
                  <a:pt x="904875" y="371475"/>
                </a:moveTo>
                <a:lnTo>
                  <a:pt x="1047750" y="371475"/>
                </a:lnTo>
                <a:lnTo>
                  <a:pt x="1047750" y="381000"/>
                </a:lnTo>
                <a:lnTo>
                  <a:pt x="904875" y="381000"/>
                </a:lnTo>
                <a:close/>
                <a:moveTo>
                  <a:pt x="1266825" y="371475"/>
                </a:moveTo>
                <a:lnTo>
                  <a:pt x="1409700" y="371475"/>
                </a:lnTo>
                <a:lnTo>
                  <a:pt x="1409700" y="381000"/>
                </a:lnTo>
                <a:lnTo>
                  <a:pt x="1266825" y="381000"/>
                </a:lnTo>
                <a:close/>
                <a:moveTo>
                  <a:pt x="1609725" y="371475"/>
                </a:moveTo>
                <a:lnTo>
                  <a:pt x="1752600" y="371475"/>
                </a:lnTo>
                <a:lnTo>
                  <a:pt x="1752600" y="381000"/>
                </a:lnTo>
                <a:lnTo>
                  <a:pt x="1609725" y="381000"/>
                </a:lnTo>
                <a:close/>
                <a:moveTo>
                  <a:pt x="1952625" y="371475"/>
                </a:moveTo>
                <a:lnTo>
                  <a:pt x="2095500" y="371475"/>
                </a:lnTo>
                <a:lnTo>
                  <a:pt x="2095500" y="381000"/>
                </a:lnTo>
                <a:lnTo>
                  <a:pt x="1952625" y="381000"/>
                </a:lnTo>
                <a:close/>
                <a:moveTo>
                  <a:pt x="2171700" y="371475"/>
                </a:moveTo>
                <a:lnTo>
                  <a:pt x="2466975" y="371475"/>
                </a:lnTo>
                <a:lnTo>
                  <a:pt x="2466975" y="381000"/>
                </a:lnTo>
                <a:lnTo>
                  <a:pt x="2171700" y="381000"/>
                </a:lnTo>
                <a:close/>
                <a:moveTo>
                  <a:pt x="219075" y="381000"/>
                </a:moveTo>
                <a:lnTo>
                  <a:pt x="457200" y="381000"/>
                </a:lnTo>
                <a:lnTo>
                  <a:pt x="457200" y="390525"/>
                </a:lnTo>
                <a:lnTo>
                  <a:pt x="219075" y="390525"/>
                </a:lnTo>
                <a:close/>
                <a:moveTo>
                  <a:pt x="904875" y="381000"/>
                </a:moveTo>
                <a:lnTo>
                  <a:pt x="1047750" y="381000"/>
                </a:lnTo>
                <a:lnTo>
                  <a:pt x="1047750" y="390525"/>
                </a:lnTo>
                <a:lnTo>
                  <a:pt x="904875" y="390525"/>
                </a:lnTo>
                <a:close/>
                <a:moveTo>
                  <a:pt x="1266825" y="381000"/>
                </a:moveTo>
                <a:lnTo>
                  <a:pt x="1409700" y="381000"/>
                </a:lnTo>
                <a:lnTo>
                  <a:pt x="1409700" y="390525"/>
                </a:lnTo>
                <a:lnTo>
                  <a:pt x="1266825" y="390525"/>
                </a:lnTo>
                <a:close/>
                <a:moveTo>
                  <a:pt x="1609725" y="381000"/>
                </a:moveTo>
                <a:lnTo>
                  <a:pt x="1752600" y="381000"/>
                </a:lnTo>
                <a:lnTo>
                  <a:pt x="1752600" y="390525"/>
                </a:lnTo>
                <a:lnTo>
                  <a:pt x="1609725" y="390525"/>
                </a:lnTo>
                <a:close/>
                <a:moveTo>
                  <a:pt x="1952625" y="381000"/>
                </a:moveTo>
                <a:lnTo>
                  <a:pt x="2095500" y="381000"/>
                </a:lnTo>
                <a:lnTo>
                  <a:pt x="2095500" y="390525"/>
                </a:lnTo>
                <a:lnTo>
                  <a:pt x="1952625" y="390525"/>
                </a:lnTo>
                <a:close/>
                <a:moveTo>
                  <a:pt x="2171700" y="381000"/>
                </a:moveTo>
                <a:lnTo>
                  <a:pt x="2466975" y="381000"/>
                </a:lnTo>
                <a:lnTo>
                  <a:pt x="2466975" y="390525"/>
                </a:lnTo>
                <a:lnTo>
                  <a:pt x="2171700" y="390525"/>
                </a:lnTo>
                <a:close/>
                <a:moveTo>
                  <a:pt x="190500" y="390525"/>
                </a:moveTo>
                <a:lnTo>
                  <a:pt x="476250" y="390525"/>
                </a:lnTo>
                <a:lnTo>
                  <a:pt x="476250" y="400050"/>
                </a:lnTo>
                <a:lnTo>
                  <a:pt x="190500" y="400050"/>
                </a:lnTo>
                <a:close/>
                <a:moveTo>
                  <a:pt x="904875" y="390525"/>
                </a:moveTo>
                <a:lnTo>
                  <a:pt x="1047750" y="390525"/>
                </a:lnTo>
                <a:lnTo>
                  <a:pt x="1047750" y="400050"/>
                </a:lnTo>
                <a:lnTo>
                  <a:pt x="904875" y="400050"/>
                </a:lnTo>
                <a:close/>
                <a:moveTo>
                  <a:pt x="1266825" y="390525"/>
                </a:moveTo>
                <a:lnTo>
                  <a:pt x="1409700" y="390525"/>
                </a:lnTo>
                <a:lnTo>
                  <a:pt x="1409700" y="400050"/>
                </a:lnTo>
                <a:lnTo>
                  <a:pt x="1266825" y="400050"/>
                </a:lnTo>
                <a:close/>
                <a:moveTo>
                  <a:pt x="1609725" y="390525"/>
                </a:moveTo>
                <a:lnTo>
                  <a:pt x="1752600" y="390525"/>
                </a:lnTo>
                <a:lnTo>
                  <a:pt x="1752600" y="400050"/>
                </a:lnTo>
                <a:lnTo>
                  <a:pt x="1609725" y="400050"/>
                </a:lnTo>
                <a:close/>
                <a:moveTo>
                  <a:pt x="1952625" y="390525"/>
                </a:moveTo>
                <a:lnTo>
                  <a:pt x="2095500" y="390525"/>
                </a:lnTo>
                <a:lnTo>
                  <a:pt x="2095500" y="400050"/>
                </a:lnTo>
                <a:lnTo>
                  <a:pt x="1952625" y="400050"/>
                </a:lnTo>
                <a:close/>
                <a:moveTo>
                  <a:pt x="2181225" y="390525"/>
                </a:moveTo>
                <a:lnTo>
                  <a:pt x="2466975" y="390525"/>
                </a:lnTo>
                <a:lnTo>
                  <a:pt x="2466975" y="400050"/>
                </a:lnTo>
                <a:lnTo>
                  <a:pt x="2181225" y="400050"/>
                </a:lnTo>
                <a:close/>
                <a:moveTo>
                  <a:pt x="171450" y="400050"/>
                </a:moveTo>
                <a:lnTo>
                  <a:pt x="495300" y="400050"/>
                </a:lnTo>
                <a:lnTo>
                  <a:pt x="495300" y="409575"/>
                </a:lnTo>
                <a:lnTo>
                  <a:pt x="171450" y="409575"/>
                </a:lnTo>
                <a:close/>
                <a:moveTo>
                  <a:pt x="904875" y="400050"/>
                </a:moveTo>
                <a:lnTo>
                  <a:pt x="1047750" y="400050"/>
                </a:lnTo>
                <a:lnTo>
                  <a:pt x="1047750" y="409575"/>
                </a:lnTo>
                <a:lnTo>
                  <a:pt x="904875" y="409575"/>
                </a:lnTo>
                <a:close/>
                <a:moveTo>
                  <a:pt x="1257300" y="400050"/>
                </a:moveTo>
                <a:lnTo>
                  <a:pt x="1409700" y="400050"/>
                </a:lnTo>
                <a:lnTo>
                  <a:pt x="1409700" y="409575"/>
                </a:lnTo>
                <a:lnTo>
                  <a:pt x="1257300" y="409575"/>
                </a:lnTo>
                <a:close/>
                <a:moveTo>
                  <a:pt x="1609725" y="400050"/>
                </a:moveTo>
                <a:lnTo>
                  <a:pt x="1752600" y="400050"/>
                </a:lnTo>
                <a:lnTo>
                  <a:pt x="1752600" y="409575"/>
                </a:lnTo>
                <a:lnTo>
                  <a:pt x="1609725" y="409575"/>
                </a:lnTo>
                <a:close/>
                <a:moveTo>
                  <a:pt x="1952625" y="400050"/>
                </a:moveTo>
                <a:lnTo>
                  <a:pt x="2095500" y="400050"/>
                </a:lnTo>
                <a:lnTo>
                  <a:pt x="2095500" y="409575"/>
                </a:lnTo>
                <a:lnTo>
                  <a:pt x="1952625" y="409575"/>
                </a:lnTo>
                <a:close/>
                <a:moveTo>
                  <a:pt x="2190750" y="400050"/>
                </a:moveTo>
                <a:lnTo>
                  <a:pt x="2466975" y="400050"/>
                </a:lnTo>
                <a:lnTo>
                  <a:pt x="2466975" y="409575"/>
                </a:lnTo>
                <a:lnTo>
                  <a:pt x="2190750" y="409575"/>
                </a:lnTo>
                <a:close/>
                <a:moveTo>
                  <a:pt x="161925" y="409575"/>
                </a:moveTo>
                <a:lnTo>
                  <a:pt x="514350" y="409575"/>
                </a:lnTo>
                <a:lnTo>
                  <a:pt x="514350" y="419100"/>
                </a:lnTo>
                <a:lnTo>
                  <a:pt x="161925" y="419100"/>
                </a:lnTo>
                <a:close/>
                <a:moveTo>
                  <a:pt x="904875" y="409575"/>
                </a:moveTo>
                <a:lnTo>
                  <a:pt x="1057275" y="409575"/>
                </a:lnTo>
                <a:lnTo>
                  <a:pt x="1057275" y="419100"/>
                </a:lnTo>
                <a:lnTo>
                  <a:pt x="904875" y="419100"/>
                </a:lnTo>
                <a:close/>
                <a:moveTo>
                  <a:pt x="1257300" y="409575"/>
                </a:moveTo>
                <a:lnTo>
                  <a:pt x="1409700" y="409575"/>
                </a:lnTo>
                <a:lnTo>
                  <a:pt x="1409700" y="419100"/>
                </a:lnTo>
                <a:lnTo>
                  <a:pt x="1257300" y="419100"/>
                </a:lnTo>
                <a:close/>
                <a:moveTo>
                  <a:pt x="1609725" y="409575"/>
                </a:moveTo>
                <a:lnTo>
                  <a:pt x="1752600" y="409575"/>
                </a:lnTo>
                <a:lnTo>
                  <a:pt x="1752600" y="419100"/>
                </a:lnTo>
                <a:lnTo>
                  <a:pt x="1609725" y="419100"/>
                </a:lnTo>
                <a:close/>
                <a:moveTo>
                  <a:pt x="1952625" y="409575"/>
                </a:moveTo>
                <a:lnTo>
                  <a:pt x="2095500" y="409575"/>
                </a:lnTo>
                <a:lnTo>
                  <a:pt x="2095500" y="419100"/>
                </a:lnTo>
                <a:lnTo>
                  <a:pt x="1952625" y="419100"/>
                </a:lnTo>
                <a:close/>
                <a:moveTo>
                  <a:pt x="2190750" y="409575"/>
                </a:moveTo>
                <a:lnTo>
                  <a:pt x="2466975" y="409575"/>
                </a:lnTo>
                <a:lnTo>
                  <a:pt x="2466975" y="419100"/>
                </a:lnTo>
                <a:lnTo>
                  <a:pt x="2190750" y="419100"/>
                </a:lnTo>
                <a:close/>
                <a:moveTo>
                  <a:pt x="142875" y="419100"/>
                </a:moveTo>
                <a:lnTo>
                  <a:pt x="523875" y="419100"/>
                </a:lnTo>
                <a:lnTo>
                  <a:pt x="523875" y="428625"/>
                </a:lnTo>
                <a:lnTo>
                  <a:pt x="142875" y="428625"/>
                </a:lnTo>
                <a:close/>
                <a:moveTo>
                  <a:pt x="904875" y="419100"/>
                </a:moveTo>
                <a:lnTo>
                  <a:pt x="1057275" y="419100"/>
                </a:lnTo>
                <a:lnTo>
                  <a:pt x="1057275" y="428625"/>
                </a:lnTo>
                <a:lnTo>
                  <a:pt x="904875" y="428625"/>
                </a:lnTo>
                <a:close/>
                <a:moveTo>
                  <a:pt x="1257300" y="419100"/>
                </a:moveTo>
                <a:lnTo>
                  <a:pt x="1400175" y="419100"/>
                </a:lnTo>
                <a:lnTo>
                  <a:pt x="1400175" y="428625"/>
                </a:lnTo>
                <a:lnTo>
                  <a:pt x="1257300" y="428625"/>
                </a:lnTo>
                <a:close/>
                <a:moveTo>
                  <a:pt x="1609725" y="419100"/>
                </a:moveTo>
                <a:lnTo>
                  <a:pt x="1752600" y="419100"/>
                </a:lnTo>
                <a:lnTo>
                  <a:pt x="1752600" y="428625"/>
                </a:lnTo>
                <a:lnTo>
                  <a:pt x="1609725" y="428625"/>
                </a:lnTo>
                <a:close/>
                <a:moveTo>
                  <a:pt x="1952625" y="419100"/>
                </a:moveTo>
                <a:lnTo>
                  <a:pt x="2095500" y="419100"/>
                </a:lnTo>
                <a:lnTo>
                  <a:pt x="2095500" y="428625"/>
                </a:lnTo>
                <a:lnTo>
                  <a:pt x="1952625" y="428625"/>
                </a:lnTo>
                <a:close/>
                <a:moveTo>
                  <a:pt x="2200275" y="419100"/>
                </a:moveTo>
                <a:lnTo>
                  <a:pt x="2466975" y="419100"/>
                </a:lnTo>
                <a:lnTo>
                  <a:pt x="2466975" y="428625"/>
                </a:lnTo>
                <a:lnTo>
                  <a:pt x="2200275" y="428625"/>
                </a:lnTo>
                <a:close/>
                <a:moveTo>
                  <a:pt x="133350" y="428625"/>
                </a:moveTo>
                <a:lnTo>
                  <a:pt x="533400" y="428625"/>
                </a:lnTo>
                <a:lnTo>
                  <a:pt x="533400" y="438150"/>
                </a:lnTo>
                <a:lnTo>
                  <a:pt x="133350" y="438150"/>
                </a:lnTo>
                <a:close/>
                <a:moveTo>
                  <a:pt x="904875" y="428625"/>
                </a:moveTo>
                <a:lnTo>
                  <a:pt x="1057275" y="428625"/>
                </a:lnTo>
                <a:lnTo>
                  <a:pt x="1057275" y="438150"/>
                </a:lnTo>
                <a:lnTo>
                  <a:pt x="904875" y="438150"/>
                </a:lnTo>
                <a:close/>
                <a:moveTo>
                  <a:pt x="1247775" y="428625"/>
                </a:moveTo>
                <a:lnTo>
                  <a:pt x="1400175" y="428625"/>
                </a:lnTo>
                <a:lnTo>
                  <a:pt x="1400175" y="438150"/>
                </a:lnTo>
                <a:lnTo>
                  <a:pt x="1247775" y="438150"/>
                </a:lnTo>
                <a:close/>
                <a:moveTo>
                  <a:pt x="1609725" y="428625"/>
                </a:moveTo>
                <a:lnTo>
                  <a:pt x="1752600" y="428625"/>
                </a:lnTo>
                <a:lnTo>
                  <a:pt x="1752600" y="438150"/>
                </a:lnTo>
                <a:lnTo>
                  <a:pt x="1609725" y="438150"/>
                </a:lnTo>
                <a:close/>
                <a:moveTo>
                  <a:pt x="1952625" y="428625"/>
                </a:moveTo>
                <a:lnTo>
                  <a:pt x="2095500" y="428625"/>
                </a:lnTo>
                <a:lnTo>
                  <a:pt x="2095500" y="438150"/>
                </a:lnTo>
                <a:lnTo>
                  <a:pt x="1952625" y="438150"/>
                </a:lnTo>
                <a:close/>
                <a:moveTo>
                  <a:pt x="2209800" y="428625"/>
                </a:moveTo>
                <a:lnTo>
                  <a:pt x="2466975" y="428625"/>
                </a:lnTo>
                <a:lnTo>
                  <a:pt x="2466975" y="438150"/>
                </a:lnTo>
                <a:lnTo>
                  <a:pt x="2209800" y="438150"/>
                </a:lnTo>
                <a:close/>
                <a:moveTo>
                  <a:pt x="123825" y="438150"/>
                </a:moveTo>
                <a:lnTo>
                  <a:pt x="552450" y="438150"/>
                </a:lnTo>
                <a:lnTo>
                  <a:pt x="552450" y="447675"/>
                </a:lnTo>
                <a:lnTo>
                  <a:pt x="123825" y="447675"/>
                </a:lnTo>
                <a:close/>
                <a:moveTo>
                  <a:pt x="914400" y="438150"/>
                </a:moveTo>
                <a:lnTo>
                  <a:pt x="1066800" y="438150"/>
                </a:lnTo>
                <a:lnTo>
                  <a:pt x="1066800" y="447675"/>
                </a:lnTo>
                <a:lnTo>
                  <a:pt x="914400" y="447675"/>
                </a:lnTo>
                <a:close/>
                <a:moveTo>
                  <a:pt x="1247775" y="438150"/>
                </a:moveTo>
                <a:lnTo>
                  <a:pt x="1400175" y="438150"/>
                </a:lnTo>
                <a:lnTo>
                  <a:pt x="1400175" y="447675"/>
                </a:lnTo>
                <a:lnTo>
                  <a:pt x="1247775" y="447675"/>
                </a:lnTo>
                <a:close/>
                <a:moveTo>
                  <a:pt x="1609725" y="438150"/>
                </a:moveTo>
                <a:lnTo>
                  <a:pt x="1752600" y="438150"/>
                </a:lnTo>
                <a:lnTo>
                  <a:pt x="1752600" y="447675"/>
                </a:lnTo>
                <a:lnTo>
                  <a:pt x="1609725" y="447675"/>
                </a:lnTo>
                <a:close/>
                <a:moveTo>
                  <a:pt x="1952625" y="438150"/>
                </a:moveTo>
                <a:lnTo>
                  <a:pt x="2095500" y="438150"/>
                </a:lnTo>
                <a:lnTo>
                  <a:pt x="2095500" y="447675"/>
                </a:lnTo>
                <a:lnTo>
                  <a:pt x="1952625" y="447675"/>
                </a:lnTo>
                <a:close/>
                <a:moveTo>
                  <a:pt x="2209800" y="438150"/>
                </a:moveTo>
                <a:lnTo>
                  <a:pt x="2466975" y="438150"/>
                </a:lnTo>
                <a:lnTo>
                  <a:pt x="2466975" y="447675"/>
                </a:lnTo>
                <a:lnTo>
                  <a:pt x="2209800" y="447675"/>
                </a:lnTo>
                <a:close/>
                <a:moveTo>
                  <a:pt x="114300" y="447675"/>
                </a:moveTo>
                <a:lnTo>
                  <a:pt x="561975" y="447675"/>
                </a:lnTo>
                <a:lnTo>
                  <a:pt x="561975" y="457200"/>
                </a:lnTo>
                <a:lnTo>
                  <a:pt x="114300" y="457200"/>
                </a:lnTo>
                <a:close/>
                <a:moveTo>
                  <a:pt x="914400" y="447675"/>
                </a:moveTo>
                <a:lnTo>
                  <a:pt x="1076325" y="447675"/>
                </a:lnTo>
                <a:lnTo>
                  <a:pt x="1076325" y="457200"/>
                </a:lnTo>
                <a:lnTo>
                  <a:pt x="914400" y="457200"/>
                </a:lnTo>
                <a:close/>
                <a:moveTo>
                  <a:pt x="1238250" y="447675"/>
                </a:moveTo>
                <a:lnTo>
                  <a:pt x="1400175" y="447675"/>
                </a:lnTo>
                <a:lnTo>
                  <a:pt x="1400175" y="457200"/>
                </a:lnTo>
                <a:lnTo>
                  <a:pt x="1238250" y="457200"/>
                </a:lnTo>
                <a:close/>
                <a:moveTo>
                  <a:pt x="1609725" y="447675"/>
                </a:moveTo>
                <a:lnTo>
                  <a:pt x="1752600" y="447675"/>
                </a:lnTo>
                <a:lnTo>
                  <a:pt x="1752600" y="457200"/>
                </a:lnTo>
                <a:lnTo>
                  <a:pt x="1609725" y="457200"/>
                </a:lnTo>
                <a:close/>
                <a:moveTo>
                  <a:pt x="1952625" y="447675"/>
                </a:moveTo>
                <a:lnTo>
                  <a:pt x="2095500" y="447675"/>
                </a:lnTo>
                <a:lnTo>
                  <a:pt x="2095500" y="457200"/>
                </a:lnTo>
                <a:lnTo>
                  <a:pt x="1952625" y="457200"/>
                </a:lnTo>
                <a:close/>
                <a:moveTo>
                  <a:pt x="2219325" y="447675"/>
                </a:moveTo>
                <a:lnTo>
                  <a:pt x="2466975" y="447675"/>
                </a:lnTo>
                <a:lnTo>
                  <a:pt x="2466975" y="457200"/>
                </a:lnTo>
                <a:lnTo>
                  <a:pt x="2219325" y="457200"/>
                </a:lnTo>
                <a:close/>
                <a:moveTo>
                  <a:pt x="104775" y="457200"/>
                </a:moveTo>
                <a:lnTo>
                  <a:pt x="571500" y="457200"/>
                </a:lnTo>
                <a:lnTo>
                  <a:pt x="571500" y="466725"/>
                </a:lnTo>
                <a:lnTo>
                  <a:pt x="104775" y="466725"/>
                </a:lnTo>
                <a:close/>
                <a:moveTo>
                  <a:pt x="914400" y="457200"/>
                </a:moveTo>
                <a:lnTo>
                  <a:pt x="1085850" y="457200"/>
                </a:lnTo>
                <a:lnTo>
                  <a:pt x="1085850" y="466725"/>
                </a:lnTo>
                <a:lnTo>
                  <a:pt x="914400" y="466725"/>
                </a:lnTo>
                <a:close/>
                <a:moveTo>
                  <a:pt x="1228725" y="457200"/>
                </a:moveTo>
                <a:lnTo>
                  <a:pt x="1390650" y="457200"/>
                </a:lnTo>
                <a:lnTo>
                  <a:pt x="1390650" y="466725"/>
                </a:lnTo>
                <a:lnTo>
                  <a:pt x="1228725" y="466725"/>
                </a:lnTo>
                <a:close/>
                <a:moveTo>
                  <a:pt x="1609725" y="457200"/>
                </a:moveTo>
                <a:lnTo>
                  <a:pt x="1752600" y="457200"/>
                </a:lnTo>
                <a:lnTo>
                  <a:pt x="1752600" y="466725"/>
                </a:lnTo>
                <a:lnTo>
                  <a:pt x="1609725" y="466725"/>
                </a:lnTo>
                <a:close/>
                <a:moveTo>
                  <a:pt x="1952625" y="457200"/>
                </a:moveTo>
                <a:lnTo>
                  <a:pt x="2095500" y="457200"/>
                </a:lnTo>
                <a:lnTo>
                  <a:pt x="2095500" y="466725"/>
                </a:lnTo>
                <a:lnTo>
                  <a:pt x="1952625" y="466725"/>
                </a:lnTo>
                <a:close/>
                <a:moveTo>
                  <a:pt x="2219325" y="457200"/>
                </a:moveTo>
                <a:lnTo>
                  <a:pt x="2466975" y="457200"/>
                </a:lnTo>
                <a:lnTo>
                  <a:pt x="2466975" y="466725"/>
                </a:lnTo>
                <a:lnTo>
                  <a:pt x="2219325" y="466725"/>
                </a:lnTo>
                <a:close/>
                <a:moveTo>
                  <a:pt x="95250" y="466725"/>
                </a:moveTo>
                <a:lnTo>
                  <a:pt x="581025" y="466725"/>
                </a:lnTo>
                <a:lnTo>
                  <a:pt x="581025" y="476250"/>
                </a:lnTo>
                <a:lnTo>
                  <a:pt x="95250" y="476250"/>
                </a:lnTo>
                <a:close/>
                <a:moveTo>
                  <a:pt x="923925" y="466725"/>
                </a:moveTo>
                <a:lnTo>
                  <a:pt x="1095375" y="466725"/>
                </a:lnTo>
                <a:lnTo>
                  <a:pt x="1095375" y="476250"/>
                </a:lnTo>
                <a:lnTo>
                  <a:pt x="923925" y="476250"/>
                </a:lnTo>
                <a:close/>
                <a:moveTo>
                  <a:pt x="1209675" y="466725"/>
                </a:moveTo>
                <a:lnTo>
                  <a:pt x="1390650" y="466725"/>
                </a:lnTo>
                <a:lnTo>
                  <a:pt x="1390650" y="476250"/>
                </a:lnTo>
                <a:lnTo>
                  <a:pt x="1209675" y="476250"/>
                </a:lnTo>
                <a:close/>
                <a:moveTo>
                  <a:pt x="1609725" y="466725"/>
                </a:moveTo>
                <a:lnTo>
                  <a:pt x="1752600" y="466725"/>
                </a:lnTo>
                <a:lnTo>
                  <a:pt x="1752600" y="476250"/>
                </a:lnTo>
                <a:lnTo>
                  <a:pt x="1609725" y="476250"/>
                </a:lnTo>
                <a:close/>
                <a:moveTo>
                  <a:pt x="1952625" y="466725"/>
                </a:moveTo>
                <a:lnTo>
                  <a:pt x="2095500" y="466725"/>
                </a:lnTo>
                <a:lnTo>
                  <a:pt x="2095500" y="476250"/>
                </a:lnTo>
                <a:lnTo>
                  <a:pt x="1952625" y="476250"/>
                </a:lnTo>
                <a:close/>
                <a:moveTo>
                  <a:pt x="2228850" y="466725"/>
                </a:moveTo>
                <a:lnTo>
                  <a:pt x="2466975" y="466725"/>
                </a:lnTo>
                <a:lnTo>
                  <a:pt x="2466975" y="476250"/>
                </a:lnTo>
                <a:lnTo>
                  <a:pt x="2228850" y="476250"/>
                </a:lnTo>
                <a:close/>
                <a:moveTo>
                  <a:pt x="85725" y="476250"/>
                </a:moveTo>
                <a:lnTo>
                  <a:pt x="257175" y="476250"/>
                </a:lnTo>
                <a:lnTo>
                  <a:pt x="257175" y="485775"/>
                </a:lnTo>
                <a:lnTo>
                  <a:pt x="85725" y="485775"/>
                </a:lnTo>
                <a:close/>
                <a:moveTo>
                  <a:pt x="285750" y="476250"/>
                </a:moveTo>
                <a:lnTo>
                  <a:pt x="390525" y="476250"/>
                </a:lnTo>
                <a:lnTo>
                  <a:pt x="390525" y="485775"/>
                </a:lnTo>
                <a:lnTo>
                  <a:pt x="285750" y="485775"/>
                </a:lnTo>
                <a:close/>
                <a:moveTo>
                  <a:pt x="409575" y="476250"/>
                </a:moveTo>
                <a:lnTo>
                  <a:pt x="581025" y="476250"/>
                </a:lnTo>
                <a:lnTo>
                  <a:pt x="581025" y="485775"/>
                </a:lnTo>
                <a:lnTo>
                  <a:pt x="409575" y="485775"/>
                </a:lnTo>
                <a:close/>
                <a:moveTo>
                  <a:pt x="923925" y="476250"/>
                </a:moveTo>
                <a:lnTo>
                  <a:pt x="1123950" y="476250"/>
                </a:lnTo>
                <a:lnTo>
                  <a:pt x="1123950" y="485775"/>
                </a:lnTo>
                <a:lnTo>
                  <a:pt x="923925" y="485775"/>
                </a:lnTo>
                <a:close/>
                <a:moveTo>
                  <a:pt x="1190625" y="476250"/>
                </a:moveTo>
                <a:lnTo>
                  <a:pt x="1390650" y="476250"/>
                </a:lnTo>
                <a:lnTo>
                  <a:pt x="1390650" y="485775"/>
                </a:lnTo>
                <a:lnTo>
                  <a:pt x="1190625" y="485775"/>
                </a:lnTo>
                <a:close/>
                <a:moveTo>
                  <a:pt x="1609725" y="476250"/>
                </a:moveTo>
                <a:lnTo>
                  <a:pt x="1752600" y="476250"/>
                </a:lnTo>
                <a:lnTo>
                  <a:pt x="1752600" y="485775"/>
                </a:lnTo>
                <a:lnTo>
                  <a:pt x="1609725" y="485775"/>
                </a:lnTo>
                <a:close/>
                <a:moveTo>
                  <a:pt x="1952625" y="476250"/>
                </a:moveTo>
                <a:lnTo>
                  <a:pt x="2095500" y="476250"/>
                </a:lnTo>
                <a:lnTo>
                  <a:pt x="2095500" y="485775"/>
                </a:lnTo>
                <a:lnTo>
                  <a:pt x="1952625" y="485775"/>
                </a:lnTo>
                <a:close/>
                <a:moveTo>
                  <a:pt x="2238375" y="476250"/>
                </a:moveTo>
                <a:lnTo>
                  <a:pt x="2466975" y="476250"/>
                </a:lnTo>
                <a:lnTo>
                  <a:pt x="2466975" y="485775"/>
                </a:lnTo>
                <a:lnTo>
                  <a:pt x="2238375" y="485775"/>
                </a:lnTo>
                <a:close/>
                <a:moveTo>
                  <a:pt x="76200" y="485775"/>
                </a:moveTo>
                <a:lnTo>
                  <a:pt x="238125" y="485775"/>
                </a:lnTo>
                <a:lnTo>
                  <a:pt x="238125" y="495300"/>
                </a:lnTo>
                <a:lnTo>
                  <a:pt x="76200" y="495300"/>
                </a:lnTo>
                <a:close/>
                <a:moveTo>
                  <a:pt x="285750" y="485775"/>
                </a:moveTo>
                <a:lnTo>
                  <a:pt x="390525" y="485775"/>
                </a:lnTo>
                <a:lnTo>
                  <a:pt x="390525" y="495300"/>
                </a:lnTo>
                <a:lnTo>
                  <a:pt x="285750" y="495300"/>
                </a:lnTo>
                <a:close/>
                <a:moveTo>
                  <a:pt x="438150" y="485775"/>
                </a:moveTo>
                <a:lnTo>
                  <a:pt x="590550" y="485775"/>
                </a:lnTo>
                <a:lnTo>
                  <a:pt x="590550" y="495300"/>
                </a:lnTo>
                <a:lnTo>
                  <a:pt x="438150" y="495300"/>
                </a:lnTo>
                <a:close/>
                <a:moveTo>
                  <a:pt x="923925" y="485775"/>
                </a:moveTo>
                <a:lnTo>
                  <a:pt x="1381125" y="485775"/>
                </a:lnTo>
                <a:lnTo>
                  <a:pt x="1381125" y="495300"/>
                </a:lnTo>
                <a:lnTo>
                  <a:pt x="923925" y="495300"/>
                </a:lnTo>
                <a:close/>
                <a:moveTo>
                  <a:pt x="1609725" y="485775"/>
                </a:moveTo>
                <a:lnTo>
                  <a:pt x="1752600" y="485775"/>
                </a:lnTo>
                <a:lnTo>
                  <a:pt x="1752600" y="495300"/>
                </a:lnTo>
                <a:lnTo>
                  <a:pt x="1609725" y="495300"/>
                </a:lnTo>
                <a:close/>
                <a:moveTo>
                  <a:pt x="1952625" y="485775"/>
                </a:moveTo>
                <a:lnTo>
                  <a:pt x="2095500" y="485775"/>
                </a:lnTo>
                <a:lnTo>
                  <a:pt x="2095500" y="495300"/>
                </a:lnTo>
                <a:lnTo>
                  <a:pt x="1952625" y="495300"/>
                </a:lnTo>
                <a:close/>
                <a:moveTo>
                  <a:pt x="2238375" y="485775"/>
                </a:moveTo>
                <a:lnTo>
                  <a:pt x="2466975" y="485775"/>
                </a:lnTo>
                <a:lnTo>
                  <a:pt x="2466975" y="495300"/>
                </a:lnTo>
                <a:lnTo>
                  <a:pt x="2238375" y="495300"/>
                </a:lnTo>
                <a:close/>
                <a:moveTo>
                  <a:pt x="76200" y="495300"/>
                </a:moveTo>
                <a:lnTo>
                  <a:pt x="219075" y="495300"/>
                </a:lnTo>
                <a:lnTo>
                  <a:pt x="219075" y="504825"/>
                </a:lnTo>
                <a:lnTo>
                  <a:pt x="76200" y="504825"/>
                </a:lnTo>
                <a:close/>
                <a:moveTo>
                  <a:pt x="285750" y="495300"/>
                </a:moveTo>
                <a:lnTo>
                  <a:pt x="390525" y="495300"/>
                </a:lnTo>
                <a:lnTo>
                  <a:pt x="390525" y="504825"/>
                </a:lnTo>
                <a:lnTo>
                  <a:pt x="285750" y="504825"/>
                </a:lnTo>
                <a:close/>
                <a:moveTo>
                  <a:pt x="447675" y="495300"/>
                </a:moveTo>
                <a:lnTo>
                  <a:pt x="600075" y="495300"/>
                </a:lnTo>
                <a:lnTo>
                  <a:pt x="600075" y="504825"/>
                </a:lnTo>
                <a:lnTo>
                  <a:pt x="447675" y="504825"/>
                </a:lnTo>
                <a:close/>
                <a:moveTo>
                  <a:pt x="933450" y="495300"/>
                </a:moveTo>
                <a:lnTo>
                  <a:pt x="1381125" y="495300"/>
                </a:lnTo>
                <a:lnTo>
                  <a:pt x="1381125" y="504825"/>
                </a:lnTo>
                <a:lnTo>
                  <a:pt x="933450" y="504825"/>
                </a:lnTo>
                <a:close/>
                <a:moveTo>
                  <a:pt x="1609725" y="495300"/>
                </a:moveTo>
                <a:lnTo>
                  <a:pt x="1752600" y="495300"/>
                </a:lnTo>
                <a:lnTo>
                  <a:pt x="1752600" y="504825"/>
                </a:lnTo>
                <a:lnTo>
                  <a:pt x="1609725" y="504825"/>
                </a:lnTo>
                <a:close/>
                <a:moveTo>
                  <a:pt x="1952625" y="495300"/>
                </a:moveTo>
                <a:lnTo>
                  <a:pt x="2095500" y="495300"/>
                </a:lnTo>
                <a:lnTo>
                  <a:pt x="2095500" y="504825"/>
                </a:lnTo>
                <a:lnTo>
                  <a:pt x="1952625" y="504825"/>
                </a:lnTo>
                <a:close/>
                <a:moveTo>
                  <a:pt x="2247900" y="495300"/>
                </a:moveTo>
                <a:lnTo>
                  <a:pt x="2466975" y="495300"/>
                </a:lnTo>
                <a:lnTo>
                  <a:pt x="2466975" y="504825"/>
                </a:lnTo>
                <a:lnTo>
                  <a:pt x="2247900" y="504825"/>
                </a:lnTo>
                <a:close/>
                <a:moveTo>
                  <a:pt x="66675" y="504825"/>
                </a:moveTo>
                <a:lnTo>
                  <a:pt x="209550" y="504825"/>
                </a:lnTo>
                <a:lnTo>
                  <a:pt x="209550" y="514350"/>
                </a:lnTo>
                <a:lnTo>
                  <a:pt x="66675" y="514350"/>
                </a:lnTo>
                <a:close/>
                <a:moveTo>
                  <a:pt x="285750" y="504825"/>
                </a:moveTo>
                <a:lnTo>
                  <a:pt x="390525" y="504825"/>
                </a:lnTo>
                <a:lnTo>
                  <a:pt x="390525" y="514350"/>
                </a:lnTo>
                <a:lnTo>
                  <a:pt x="285750" y="514350"/>
                </a:lnTo>
                <a:close/>
                <a:moveTo>
                  <a:pt x="466725" y="504825"/>
                </a:moveTo>
                <a:lnTo>
                  <a:pt x="600075" y="504825"/>
                </a:lnTo>
                <a:lnTo>
                  <a:pt x="600075" y="514350"/>
                </a:lnTo>
                <a:lnTo>
                  <a:pt x="466725" y="514350"/>
                </a:lnTo>
                <a:close/>
                <a:moveTo>
                  <a:pt x="933450" y="504825"/>
                </a:moveTo>
                <a:lnTo>
                  <a:pt x="1371600" y="504825"/>
                </a:lnTo>
                <a:lnTo>
                  <a:pt x="1371600" y="514350"/>
                </a:lnTo>
                <a:lnTo>
                  <a:pt x="933450" y="514350"/>
                </a:lnTo>
                <a:close/>
                <a:moveTo>
                  <a:pt x="1609725" y="504825"/>
                </a:moveTo>
                <a:lnTo>
                  <a:pt x="1752600" y="504825"/>
                </a:lnTo>
                <a:lnTo>
                  <a:pt x="1752600" y="514350"/>
                </a:lnTo>
                <a:lnTo>
                  <a:pt x="1609725" y="514350"/>
                </a:lnTo>
                <a:close/>
                <a:moveTo>
                  <a:pt x="1952625" y="504825"/>
                </a:moveTo>
                <a:lnTo>
                  <a:pt x="2095500" y="504825"/>
                </a:lnTo>
                <a:lnTo>
                  <a:pt x="2095500" y="514350"/>
                </a:lnTo>
                <a:lnTo>
                  <a:pt x="1952625" y="514350"/>
                </a:lnTo>
                <a:close/>
                <a:moveTo>
                  <a:pt x="2257425" y="504825"/>
                </a:moveTo>
                <a:lnTo>
                  <a:pt x="2466975" y="504825"/>
                </a:lnTo>
                <a:lnTo>
                  <a:pt x="2466975" y="514350"/>
                </a:lnTo>
                <a:lnTo>
                  <a:pt x="2257425" y="514350"/>
                </a:lnTo>
                <a:close/>
                <a:moveTo>
                  <a:pt x="66675" y="514350"/>
                </a:moveTo>
                <a:lnTo>
                  <a:pt x="190500" y="514350"/>
                </a:lnTo>
                <a:lnTo>
                  <a:pt x="190500" y="523875"/>
                </a:lnTo>
                <a:lnTo>
                  <a:pt x="66675" y="523875"/>
                </a:lnTo>
                <a:close/>
                <a:moveTo>
                  <a:pt x="285750" y="514350"/>
                </a:moveTo>
                <a:lnTo>
                  <a:pt x="390525" y="514350"/>
                </a:lnTo>
                <a:lnTo>
                  <a:pt x="390525" y="523875"/>
                </a:lnTo>
                <a:lnTo>
                  <a:pt x="285750" y="523875"/>
                </a:lnTo>
                <a:close/>
                <a:moveTo>
                  <a:pt x="476250" y="514350"/>
                </a:moveTo>
                <a:lnTo>
                  <a:pt x="609600" y="514350"/>
                </a:lnTo>
                <a:lnTo>
                  <a:pt x="609600" y="523875"/>
                </a:lnTo>
                <a:lnTo>
                  <a:pt x="476250" y="523875"/>
                </a:lnTo>
                <a:close/>
                <a:moveTo>
                  <a:pt x="942975" y="514350"/>
                </a:moveTo>
                <a:lnTo>
                  <a:pt x="1371600" y="514350"/>
                </a:lnTo>
                <a:lnTo>
                  <a:pt x="1371600" y="523875"/>
                </a:lnTo>
                <a:lnTo>
                  <a:pt x="942975" y="523875"/>
                </a:lnTo>
                <a:close/>
                <a:moveTo>
                  <a:pt x="1609725" y="514350"/>
                </a:moveTo>
                <a:lnTo>
                  <a:pt x="1752600" y="514350"/>
                </a:lnTo>
                <a:lnTo>
                  <a:pt x="1752600" y="523875"/>
                </a:lnTo>
                <a:lnTo>
                  <a:pt x="1609725" y="523875"/>
                </a:lnTo>
                <a:close/>
                <a:moveTo>
                  <a:pt x="1952625" y="514350"/>
                </a:moveTo>
                <a:lnTo>
                  <a:pt x="2095500" y="514350"/>
                </a:lnTo>
                <a:lnTo>
                  <a:pt x="2095500" y="523875"/>
                </a:lnTo>
                <a:lnTo>
                  <a:pt x="1952625" y="523875"/>
                </a:lnTo>
                <a:close/>
                <a:moveTo>
                  <a:pt x="2257425" y="514350"/>
                </a:moveTo>
                <a:lnTo>
                  <a:pt x="2466975" y="514350"/>
                </a:lnTo>
                <a:lnTo>
                  <a:pt x="2466975" y="523875"/>
                </a:lnTo>
                <a:lnTo>
                  <a:pt x="2257425" y="523875"/>
                </a:lnTo>
                <a:close/>
                <a:moveTo>
                  <a:pt x="57150" y="523875"/>
                </a:moveTo>
                <a:lnTo>
                  <a:pt x="180975" y="523875"/>
                </a:lnTo>
                <a:lnTo>
                  <a:pt x="180975" y="533400"/>
                </a:lnTo>
                <a:lnTo>
                  <a:pt x="57150" y="533400"/>
                </a:lnTo>
                <a:close/>
                <a:moveTo>
                  <a:pt x="285750" y="523875"/>
                </a:moveTo>
                <a:lnTo>
                  <a:pt x="390525" y="523875"/>
                </a:lnTo>
                <a:lnTo>
                  <a:pt x="390525" y="533400"/>
                </a:lnTo>
                <a:lnTo>
                  <a:pt x="285750" y="533400"/>
                </a:lnTo>
                <a:close/>
                <a:moveTo>
                  <a:pt x="485775" y="523875"/>
                </a:moveTo>
                <a:lnTo>
                  <a:pt x="609600" y="523875"/>
                </a:lnTo>
                <a:lnTo>
                  <a:pt x="609600" y="533400"/>
                </a:lnTo>
                <a:lnTo>
                  <a:pt x="485775" y="533400"/>
                </a:lnTo>
                <a:close/>
                <a:moveTo>
                  <a:pt x="952500" y="523875"/>
                </a:moveTo>
                <a:lnTo>
                  <a:pt x="1362075" y="523875"/>
                </a:lnTo>
                <a:lnTo>
                  <a:pt x="1362075" y="533400"/>
                </a:lnTo>
                <a:lnTo>
                  <a:pt x="952500" y="533400"/>
                </a:lnTo>
                <a:close/>
                <a:moveTo>
                  <a:pt x="1609725" y="523875"/>
                </a:moveTo>
                <a:lnTo>
                  <a:pt x="1752600" y="523875"/>
                </a:lnTo>
                <a:lnTo>
                  <a:pt x="1752600" y="533400"/>
                </a:lnTo>
                <a:lnTo>
                  <a:pt x="1609725" y="533400"/>
                </a:lnTo>
                <a:close/>
                <a:moveTo>
                  <a:pt x="1952625" y="523875"/>
                </a:moveTo>
                <a:lnTo>
                  <a:pt x="2095500" y="523875"/>
                </a:lnTo>
                <a:lnTo>
                  <a:pt x="2095500" y="533400"/>
                </a:lnTo>
                <a:lnTo>
                  <a:pt x="1952625" y="533400"/>
                </a:lnTo>
                <a:close/>
                <a:moveTo>
                  <a:pt x="2266950" y="523875"/>
                </a:moveTo>
                <a:lnTo>
                  <a:pt x="2466975" y="523875"/>
                </a:lnTo>
                <a:lnTo>
                  <a:pt x="2466975" y="533400"/>
                </a:lnTo>
                <a:lnTo>
                  <a:pt x="2266950" y="533400"/>
                </a:lnTo>
                <a:close/>
                <a:moveTo>
                  <a:pt x="57150" y="533400"/>
                </a:moveTo>
                <a:lnTo>
                  <a:pt x="171450" y="533400"/>
                </a:lnTo>
                <a:lnTo>
                  <a:pt x="171450" y="542925"/>
                </a:lnTo>
                <a:lnTo>
                  <a:pt x="57150" y="542925"/>
                </a:lnTo>
                <a:close/>
                <a:moveTo>
                  <a:pt x="285750" y="533400"/>
                </a:moveTo>
                <a:lnTo>
                  <a:pt x="390525" y="533400"/>
                </a:lnTo>
                <a:lnTo>
                  <a:pt x="390525" y="542925"/>
                </a:lnTo>
                <a:lnTo>
                  <a:pt x="285750" y="542925"/>
                </a:lnTo>
                <a:close/>
                <a:moveTo>
                  <a:pt x="495300" y="533400"/>
                </a:moveTo>
                <a:lnTo>
                  <a:pt x="619125" y="533400"/>
                </a:lnTo>
                <a:lnTo>
                  <a:pt x="619125" y="542925"/>
                </a:lnTo>
                <a:lnTo>
                  <a:pt x="495300" y="542925"/>
                </a:lnTo>
                <a:close/>
                <a:moveTo>
                  <a:pt x="962025" y="533400"/>
                </a:moveTo>
                <a:lnTo>
                  <a:pt x="1352550" y="533400"/>
                </a:lnTo>
                <a:lnTo>
                  <a:pt x="1352550" y="542925"/>
                </a:lnTo>
                <a:lnTo>
                  <a:pt x="962025" y="542925"/>
                </a:lnTo>
                <a:close/>
                <a:moveTo>
                  <a:pt x="1609725" y="533400"/>
                </a:moveTo>
                <a:lnTo>
                  <a:pt x="1752600" y="533400"/>
                </a:lnTo>
                <a:lnTo>
                  <a:pt x="1752600" y="542925"/>
                </a:lnTo>
                <a:lnTo>
                  <a:pt x="1609725" y="542925"/>
                </a:lnTo>
                <a:close/>
                <a:moveTo>
                  <a:pt x="1952625" y="533400"/>
                </a:moveTo>
                <a:lnTo>
                  <a:pt x="2095500" y="533400"/>
                </a:lnTo>
                <a:lnTo>
                  <a:pt x="2095500" y="542925"/>
                </a:lnTo>
                <a:lnTo>
                  <a:pt x="1952625" y="542925"/>
                </a:lnTo>
                <a:close/>
                <a:moveTo>
                  <a:pt x="2276475" y="533400"/>
                </a:moveTo>
                <a:lnTo>
                  <a:pt x="2466975" y="533400"/>
                </a:lnTo>
                <a:lnTo>
                  <a:pt x="2466975" y="542925"/>
                </a:lnTo>
                <a:lnTo>
                  <a:pt x="2276475" y="542925"/>
                </a:lnTo>
                <a:close/>
                <a:moveTo>
                  <a:pt x="47625" y="542925"/>
                </a:moveTo>
                <a:lnTo>
                  <a:pt x="171450" y="542925"/>
                </a:lnTo>
                <a:lnTo>
                  <a:pt x="171450" y="552450"/>
                </a:lnTo>
                <a:lnTo>
                  <a:pt x="47625" y="552450"/>
                </a:lnTo>
                <a:close/>
                <a:moveTo>
                  <a:pt x="285750" y="542925"/>
                </a:moveTo>
                <a:lnTo>
                  <a:pt x="390525" y="542925"/>
                </a:lnTo>
                <a:lnTo>
                  <a:pt x="390525" y="552450"/>
                </a:lnTo>
                <a:lnTo>
                  <a:pt x="285750" y="552450"/>
                </a:lnTo>
                <a:close/>
                <a:moveTo>
                  <a:pt x="495300" y="542925"/>
                </a:moveTo>
                <a:lnTo>
                  <a:pt x="619125" y="542925"/>
                </a:lnTo>
                <a:lnTo>
                  <a:pt x="619125" y="552450"/>
                </a:lnTo>
                <a:lnTo>
                  <a:pt x="495300" y="552450"/>
                </a:lnTo>
                <a:close/>
                <a:moveTo>
                  <a:pt x="962025" y="542925"/>
                </a:moveTo>
                <a:lnTo>
                  <a:pt x="1343025" y="542925"/>
                </a:lnTo>
                <a:lnTo>
                  <a:pt x="1343025" y="552450"/>
                </a:lnTo>
                <a:lnTo>
                  <a:pt x="962025" y="552450"/>
                </a:lnTo>
                <a:close/>
                <a:moveTo>
                  <a:pt x="1609725" y="542925"/>
                </a:moveTo>
                <a:lnTo>
                  <a:pt x="1752600" y="542925"/>
                </a:lnTo>
                <a:lnTo>
                  <a:pt x="1752600" y="552450"/>
                </a:lnTo>
                <a:lnTo>
                  <a:pt x="1609725" y="552450"/>
                </a:lnTo>
                <a:close/>
                <a:moveTo>
                  <a:pt x="1952625" y="542925"/>
                </a:moveTo>
                <a:lnTo>
                  <a:pt x="2095500" y="542925"/>
                </a:lnTo>
                <a:lnTo>
                  <a:pt x="2095500" y="552450"/>
                </a:lnTo>
                <a:lnTo>
                  <a:pt x="1952625" y="552450"/>
                </a:lnTo>
                <a:close/>
                <a:moveTo>
                  <a:pt x="2276475" y="542925"/>
                </a:moveTo>
                <a:lnTo>
                  <a:pt x="2466975" y="542925"/>
                </a:lnTo>
                <a:lnTo>
                  <a:pt x="2466975" y="552450"/>
                </a:lnTo>
                <a:lnTo>
                  <a:pt x="2276475" y="552450"/>
                </a:lnTo>
                <a:close/>
                <a:moveTo>
                  <a:pt x="47625" y="552450"/>
                </a:moveTo>
                <a:lnTo>
                  <a:pt x="161925" y="552450"/>
                </a:lnTo>
                <a:lnTo>
                  <a:pt x="161925" y="561975"/>
                </a:lnTo>
                <a:lnTo>
                  <a:pt x="47625" y="561975"/>
                </a:lnTo>
                <a:close/>
                <a:moveTo>
                  <a:pt x="285750" y="552450"/>
                </a:moveTo>
                <a:lnTo>
                  <a:pt x="390525" y="552450"/>
                </a:lnTo>
                <a:lnTo>
                  <a:pt x="390525" y="561975"/>
                </a:lnTo>
                <a:lnTo>
                  <a:pt x="285750" y="561975"/>
                </a:lnTo>
                <a:close/>
                <a:moveTo>
                  <a:pt x="504825" y="552450"/>
                </a:moveTo>
                <a:lnTo>
                  <a:pt x="619125" y="552450"/>
                </a:lnTo>
                <a:lnTo>
                  <a:pt x="619125" y="561975"/>
                </a:lnTo>
                <a:lnTo>
                  <a:pt x="504825" y="561975"/>
                </a:lnTo>
                <a:close/>
                <a:moveTo>
                  <a:pt x="981075" y="552450"/>
                </a:moveTo>
                <a:lnTo>
                  <a:pt x="1333500" y="552450"/>
                </a:lnTo>
                <a:lnTo>
                  <a:pt x="1333500" y="561975"/>
                </a:lnTo>
                <a:lnTo>
                  <a:pt x="981075" y="561975"/>
                </a:lnTo>
                <a:close/>
                <a:moveTo>
                  <a:pt x="1609725" y="552450"/>
                </a:moveTo>
                <a:lnTo>
                  <a:pt x="1752600" y="552450"/>
                </a:lnTo>
                <a:lnTo>
                  <a:pt x="1752600" y="561975"/>
                </a:lnTo>
                <a:lnTo>
                  <a:pt x="1609725" y="561975"/>
                </a:lnTo>
                <a:close/>
                <a:moveTo>
                  <a:pt x="1952625" y="552450"/>
                </a:moveTo>
                <a:lnTo>
                  <a:pt x="2095500" y="552450"/>
                </a:lnTo>
                <a:lnTo>
                  <a:pt x="2095500" y="561975"/>
                </a:lnTo>
                <a:lnTo>
                  <a:pt x="1952625" y="561975"/>
                </a:lnTo>
                <a:close/>
                <a:moveTo>
                  <a:pt x="2286000" y="552450"/>
                </a:moveTo>
                <a:lnTo>
                  <a:pt x="2466975" y="552450"/>
                </a:lnTo>
                <a:lnTo>
                  <a:pt x="2466975" y="561975"/>
                </a:lnTo>
                <a:lnTo>
                  <a:pt x="2286000" y="561975"/>
                </a:lnTo>
                <a:close/>
                <a:moveTo>
                  <a:pt x="38100" y="561975"/>
                </a:moveTo>
                <a:lnTo>
                  <a:pt x="161925" y="561975"/>
                </a:lnTo>
                <a:lnTo>
                  <a:pt x="161925" y="571500"/>
                </a:lnTo>
                <a:lnTo>
                  <a:pt x="38100" y="571500"/>
                </a:lnTo>
                <a:close/>
                <a:moveTo>
                  <a:pt x="285750" y="561975"/>
                </a:moveTo>
                <a:lnTo>
                  <a:pt x="390525" y="561975"/>
                </a:lnTo>
                <a:lnTo>
                  <a:pt x="390525" y="571500"/>
                </a:lnTo>
                <a:lnTo>
                  <a:pt x="285750" y="571500"/>
                </a:lnTo>
                <a:close/>
                <a:moveTo>
                  <a:pt x="514350" y="561975"/>
                </a:moveTo>
                <a:lnTo>
                  <a:pt x="628650" y="561975"/>
                </a:lnTo>
                <a:lnTo>
                  <a:pt x="628650" y="571500"/>
                </a:lnTo>
                <a:lnTo>
                  <a:pt x="514350" y="571500"/>
                </a:lnTo>
                <a:close/>
                <a:moveTo>
                  <a:pt x="990600" y="561975"/>
                </a:moveTo>
                <a:lnTo>
                  <a:pt x="1323975" y="561975"/>
                </a:lnTo>
                <a:lnTo>
                  <a:pt x="1323975" y="571500"/>
                </a:lnTo>
                <a:lnTo>
                  <a:pt x="990600" y="571500"/>
                </a:lnTo>
                <a:close/>
                <a:moveTo>
                  <a:pt x="1609725" y="561975"/>
                </a:moveTo>
                <a:lnTo>
                  <a:pt x="1752600" y="561975"/>
                </a:lnTo>
                <a:lnTo>
                  <a:pt x="1752600" y="571500"/>
                </a:lnTo>
                <a:lnTo>
                  <a:pt x="1609725" y="571500"/>
                </a:lnTo>
                <a:close/>
                <a:moveTo>
                  <a:pt x="1952625" y="561975"/>
                </a:moveTo>
                <a:lnTo>
                  <a:pt x="2095500" y="561975"/>
                </a:lnTo>
                <a:lnTo>
                  <a:pt x="2095500" y="571500"/>
                </a:lnTo>
                <a:lnTo>
                  <a:pt x="1952625" y="571500"/>
                </a:lnTo>
                <a:close/>
                <a:moveTo>
                  <a:pt x="2286000" y="561975"/>
                </a:moveTo>
                <a:lnTo>
                  <a:pt x="2466975" y="561975"/>
                </a:lnTo>
                <a:lnTo>
                  <a:pt x="2466975" y="571500"/>
                </a:lnTo>
                <a:lnTo>
                  <a:pt x="2286000" y="571500"/>
                </a:lnTo>
                <a:close/>
                <a:moveTo>
                  <a:pt x="38100" y="571500"/>
                </a:moveTo>
                <a:lnTo>
                  <a:pt x="152400" y="571500"/>
                </a:lnTo>
                <a:lnTo>
                  <a:pt x="152400" y="581025"/>
                </a:lnTo>
                <a:lnTo>
                  <a:pt x="38100" y="581025"/>
                </a:lnTo>
                <a:close/>
                <a:moveTo>
                  <a:pt x="285750" y="571500"/>
                </a:moveTo>
                <a:lnTo>
                  <a:pt x="390525" y="571500"/>
                </a:lnTo>
                <a:lnTo>
                  <a:pt x="390525" y="581025"/>
                </a:lnTo>
                <a:lnTo>
                  <a:pt x="285750" y="581025"/>
                </a:lnTo>
                <a:close/>
                <a:moveTo>
                  <a:pt x="514350" y="571500"/>
                </a:moveTo>
                <a:lnTo>
                  <a:pt x="628650" y="571500"/>
                </a:lnTo>
                <a:lnTo>
                  <a:pt x="628650" y="581025"/>
                </a:lnTo>
                <a:lnTo>
                  <a:pt x="514350" y="581025"/>
                </a:lnTo>
                <a:close/>
                <a:moveTo>
                  <a:pt x="1000125" y="571500"/>
                </a:moveTo>
                <a:lnTo>
                  <a:pt x="1304925" y="571500"/>
                </a:lnTo>
                <a:lnTo>
                  <a:pt x="1304925" y="581025"/>
                </a:lnTo>
                <a:lnTo>
                  <a:pt x="1000125" y="581025"/>
                </a:lnTo>
                <a:close/>
                <a:moveTo>
                  <a:pt x="1609725" y="571500"/>
                </a:moveTo>
                <a:lnTo>
                  <a:pt x="1752600" y="571500"/>
                </a:lnTo>
                <a:lnTo>
                  <a:pt x="1752600" y="581025"/>
                </a:lnTo>
                <a:lnTo>
                  <a:pt x="1609725" y="581025"/>
                </a:lnTo>
                <a:close/>
                <a:moveTo>
                  <a:pt x="1952625" y="571500"/>
                </a:moveTo>
                <a:lnTo>
                  <a:pt x="2095500" y="571500"/>
                </a:lnTo>
                <a:lnTo>
                  <a:pt x="2095500" y="581025"/>
                </a:lnTo>
                <a:lnTo>
                  <a:pt x="1952625" y="581025"/>
                </a:lnTo>
                <a:close/>
                <a:moveTo>
                  <a:pt x="2295525" y="571500"/>
                </a:moveTo>
                <a:lnTo>
                  <a:pt x="2466975" y="571500"/>
                </a:lnTo>
                <a:lnTo>
                  <a:pt x="2466975" y="581025"/>
                </a:lnTo>
                <a:lnTo>
                  <a:pt x="2295525" y="581025"/>
                </a:lnTo>
                <a:close/>
                <a:moveTo>
                  <a:pt x="38100" y="581025"/>
                </a:moveTo>
                <a:lnTo>
                  <a:pt x="152400" y="581025"/>
                </a:lnTo>
                <a:lnTo>
                  <a:pt x="152400" y="590550"/>
                </a:lnTo>
                <a:lnTo>
                  <a:pt x="38100" y="590550"/>
                </a:lnTo>
                <a:close/>
                <a:moveTo>
                  <a:pt x="285750" y="581025"/>
                </a:moveTo>
                <a:lnTo>
                  <a:pt x="390525" y="581025"/>
                </a:lnTo>
                <a:lnTo>
                  <a:pt x="390525" y="590550"/>
                </a:lnTo>
                <a:lnTo>
                  <a:pt x="285750" y="590550"/>
                </a:lnTo>
                <a:close/>
                <a:moveTo>
                  <a:pt x="514350" y="581025"/>
                </a:moveTo>
                <a:lnTo>
                  <a:pt x="628650" y="581025"/>
                </a:lnTo>
                <a:lnTo>
                  <a:pt x="628650" y="590550"/>
                </a:lnTo>
                <a:lnTo>
                  <a:pt x="514350" y="590550"/>
                </a:lnTo>
                <a:close/>
                <a:moveTo>
                  <a:pt x="1019175" y="581025"/>
                </a:moveTo>
                <a:lnTo>
                  <a:pt x="1295400" y="581025"/>
                </a:lnTo>
                <a:lnTo>
                  <a:pt x="1295400" y="590550"/>
                </a:lnTo>
                <a:lnTo>
                  <a:pt x="1019175" y="590550"/>
                </a:lnTo>
                <a:close/>
                <a:moveTo>
                  <a:pt x="1609725" y="581025"/>
                </a:moveTo>
                <a:lnTo>
                  <a:pt x="1752600" y="581025"/>
                </a:lnTo>
                <a:lnTo>
                  <a:pt x="1752600" y="590550"/>
                </a:lnTo>
                <a:lnTo>
                  <a:pt x="1609725" y="590550"/>
                </a:lnTo>
                <a:close/>
                <a:moveTo>
                  <a:pt x="1952625" y="581025"/>
                </a:moveTo>
                <a:lnTo>
                  <a:pt x="2095500" y="581025"/>
                </a:lnTo>
                <a:lnTo>
                  <a:pt x="2095500" y="590550"/>
                </a:lnTo>
                <a:lnTo>
                  <a:pt x="1952625" y="590550"/>
                </a:lnTo>
                <a:close/>
                <a:moveTo>
                  <a:pt x="2305050" y="581025"/>
                </a:moveTo>
                <a:lnTo>
                  <a:pt x="2466975" y="581025"/>
                </a:lnTo>
                <a:lnTo>
                  <a:pt x="2466975" y="590550"/>
                </a:lnTo>
                <a:lnTo>
                  <a:pt x="2305050" y="590550"/>
                </a:lnTo>
                <a:close/>
                <a:moveTo>
                  <a:pt x="38100" y="590550"/>
                </a:moveTo>
                <a:lnTo>
                  <a:pt x="142875" y="590550"/>
                </a:lnTo>
                <a:lnTo>
                  <a:pt x="142875" y="600075"/>
                </a:lnTo>
                <a:lnTo>
                  <a:pt x="38100" y="600075"/>
                </a:lnTo>
                <a:close/>
                <a:moveTo>
                  <a:pt x="285750" y="590550"/>
                </a:moveTo>
                <a:lnTo>
                  <a:pt x="390525" y="590550"/>
                </a:lnTo>
                <a:lnTo>
                  <a:pt x="390525" y="600075"/>
                </a:lnTo>
                <a:lnTo>
                  <a:pt x="285750" y="600075"/>
                </a:lnTo>
                <a:close/>
                <a:moveTo>
                  <a:pt x="523875" y="590550"/>
                </a:moveTo>
                <a:lnTo>
                  <a:pt x="628650" y="590550"/>
                </a:lnTo>
                <a:lnTo>
                  <a:pt x="628650" y="600075"/>
                </a:lnTo>
                <a:lnTo>
                  <a:pt x="523875" y="600075"/>
                </a:lnTo>
                <a:close/>
                <a:moveTo>
                  <a:pt x="1038225" y="590550"/>
                </a:moveTo>
                <a:lnTo>
                  <a:pt x="1276350" y="590550"/>
                </a:lnTo>
                <a:lnTo>
                  <a:pt x="1276350" y="600075"/>
                </a:lnTo>
                <a:lnTo>
                  <a:pt x="1038225" y="600075"/>
                </a:lnTo>
                <a:close/>
                <a:moveTo>
                  <a:pt x="1609725" y="590550"/>
                </a:moveTo>
                <a:lnTo>
                  <a:pt x="1752600" y="590550"/>
                </a:lnTo>
                <a:lnTo>
                  <a:pt x="1752600" y="600075"/>
                </a:lnTo>
                <a:lnTo>
                  <a:pt x="1609725" y="600075"/>
                </a:lnTo>
                <a:close/>
                <a:moveTo>
                  <a:pt x="1952625" y="590550"/>
                </a:moveTo>
                <a:lnTo>
                  <a:pt x="2095500" y="590550"/>
                </a:lnTo>
                <a:lnTo>
                  <a:pt x="2095500" y="600075"/>
                </a:lnTo>
                <a:lnTo>
                  <a:pt x="1952625" y="600075"/>
                </a:lnTo>
                <a:close/>
                <a:moveTo>
                  <a:pt x="2305050" y="590550"/>
                </a:moveTo>
                <a:lnTo>
                  <a:pt x="2466975" y="590550"/>
                </a:lnTo>
                <a:lnTo>
                  <a:pt x="2466975" y="600075"/>
                </a:lnTo>
                <a:lnTo>
                  <a:pt x="2305050" y="600075"/>
                </a:lnTo>
                <a:close/>
                <a:moveTo>
                  <a:pt x="38100" y="600075"/>
                </a:moveTo>
                <a:lnTo>
                  <a:pt x="142875" y="600075"/>
                </a:lnTo>
                <a:lnTo>
                  <a:pt x="142875" y="609600"/>
                </a:lnTo>
                <a:lnTo>
                  <a:pt x="38100" y="609600"/>
                </a:lnTo>
                <a:close/>
                <a:moveTo>
                  <a:pt x="285750" y="600075"/>
                </a:moveTo>
                <a:lnTo>
                  <a:pt x="390525" y="600075"/>
                </a:lnTo>
                <a:lnTo>
                  <a:pt x="390525" y="609600"/>
                </a:lnTo>
                <a:lnTo>
                  <a:pt x="285750" y="609600"/>
                </a:lnTo>
                <a:close/>
                <a:moveTo>
                  <a:pt x="523875" y="600075"/>
                </a:moveTo>
                <a:lnTo>
                  <a:pt x="638175" y="600075"/>
                </a:lnTo>
                <a:lnTo>
                  <a:pt x="638175" y="609600"/>
                </a:lnTo>
                <a:lnTo>
                  <a:pt x="523875" y="609600"/>
                </a:lnTo>
                <a:close/>
                <a:moveTo>
                  <a:pt x="1066800" y="600075"/>
                </a:moveTo>
                <a:lnTo>
                  <a:pt x="1247775" y="600075"/>
                </a:lnTo>
                <a:lnTo>
                  <a:pt x="1247775" y="609600"/>
                </a:lnTo>
                <a:lnTo>
                  <a:pt x="1066800" y="609600"/>
                </a:lnTo>
                <a:close/>
                <a:moveTo>
                  <a:pt x="1609725" y="600075"/>
                </a:moveTo>
                <a:lnTo>
                  <a:pt x="1743075" y="600075"/>
                </a:lnTo>
                <a:lnTo>
                  <a:pt x="1743075" y="609600"/>
                </a:lnTo>
                <a:lnTo>
                  <a:pt x="1609725" y="609600"/>
                </a:lnTo>
                <a:close/>
                <a:moveTo>
                  <a:pt x="1952625" y="600075"/>
                </a:moveTo>
                <a:lnTo>
                  <a:pt x="2095500" y="600075"/>
                </a:lnTo>
                <a:lnTo>
                  <a:pt x="2095500" y="609600"/>
                </a:lnTo>
                <a:lnTo>
                  <a:pt x="1952625" y="609600"/>
                </a:lnTo>
                <a:close/>
                <a:moveTo>
                  <a:pt x="2314575" y="600075"/>
                </a:moveTo>
                <a:lnTo>
                  <a:pt x="2466975" y="600075"/>
                </a:lnTo>
                <a:lnTo>
                  <a:pt x="2466975" y="609600"/>
                </a:lnTo>
                <a:lnTo>
                  <a:pt x="2314575" y="609600"/>
                </a:lnTo>
                <a:close/>
                <a:moveTo>
                  <a:pt x="28575" y="609600"/>
                </a:moveTo>
                <a:lnTo>
                  <a:pt x="142875" y="609600"/>
                </a:lnTo>
                <a:lnTo>
                  <a:pt x="142875" y="619125"/>
                </a:lnTo>
                <a:lnTo>
                  <a:pt x="28575" y="619125"/>
                </a:lnTo>
                <a:close/>
                <a:moveTo>
                  <a:pt x="285750" y="609600"/>
                </a:moveTo>
                <a:lnTo>
                  <a:pt x="390525" y="609600"/>
                </a:lnTo>
                <a:lnTo>
                  <a:pt x="390525" y="619125"/>
                </a:lnTo>
                <a:lnTo>
                  <a:pt x="285750" y="619125"/>
                </a:lnTo>
                <a:close/>
                <a:moveTo>
                  <a:pt x="523875" y="609600"/>
                </a:moveTo>
                <a:lnTo>
                  <a:pt x="638175" y="609600"/>
                </a:lnTo>
                <a:lnTo>
                  <a:pt x="638175" y="619125"/>
                </a:lnTo>
                <a:lnTo>
                  <a:pt x="523875" y="619125"/>
                </a:lnTo>
                <a:close/>
                <a:moveTo>
                  <a:pt x="1104900" y="609600"/>
                </a:moveTo>
                <a:lnTo>
                  <a:pt x="1209675" y="609600"/>
                </a:lnTo>
                <a:lnTo>
                  <a:pt x="1209675" y="619125"/>
                </a:lnTo>
                <a:lnTo>
                  <a:pt x="1104900" y="619125"/>
                </a:lnTo>
                <a:close/>
                <a:moveTo>
                  <a:pt x="38100" y="619125"/>
                </a:moveTo>
                <a:lnTo>
                  <a:pt x="142875" y="619125"/>
                </a:lnTo>
                <a:lnTo>
                  <a:pt x="142875" y="628650"/>
                </a:lnTo>
                <a:lnTo>
                  <a:pt x="38100" y="628650"/>
                </a:lnTo>
                <a:close/>
                <a:moveTo>
                  <a:pt x="285750" y="619125"/>
                </a:moveTo>
                <a:lnTo>
                  <a:pt x="390525" y="619125"/>
                </a:lnTo>
                <a:lnTo>
                  <a:pt x="390525" y="628650"/>
                </a:lnTo>
                <a:lnTo>
                  <a:pt x="285750" y="628650"/>
                </a:lnTo>
                <a:close/>
                <a:moveTo>
                  <a:pt x="533400" y="619125"/>
                </a:moveTo>
                <a:lnTo>
                  <a:pt x="628650" y="619125"/>
                </a:lnTo>
                <a:lnTo>
                  <a:pt x="628650" y="628650"/>
                </a:lnTo>
                <a:lnTo>
                  <a:pt x="533400" y="628650"/>
                </a:lnTo>
                <a:close/>
              </a:path>
            </a:pathLst>
          </a:custGeom>
          <a:solidFill>
            <a:srgbClr val="061A35"/>
          </a:solidFill>
          <a:ln w="0">
            <a:noFill/>
          </a:ln>
        </p:spPr>
        <p:txBody>
          <a:bodyPr/>
          <a:lstStyle/>
          <a:p>
            <a:endParaRPr lang="es-ES"/>
          </a:p>
        </p:txBody>
      </p:sp>
      <p:sp>
        <p:nvSpPr>
          <p:cNvPr id="31" name="Rectángulo 30">
            <a:extLst>
              <a:ext uri="{FF2B5EF4-FFF2-40B4-BE49-F238E27FC236}">
                <a16:creationId xmlns:a16="http://schemas.microsoft.com/office/drawing/2014/main" id="{68812818-176C-4197-B380-9084F3C08BD8}"/>
              </a:ext>
            </a:extLst>
          </p:cNvPr>
          <p:cNvSpPr>
            <a:spLocks noGrp="1"/>
          </p:cNvSpPr>
          <p:nvPr/>
        </p:nvSpPr>
        <p:spPr>
          <a:xfrm>
            <a:off x="2752725" y="6057900"/>
            <a:ext cx="9525" cy="447675"/>
          </a:xfrm>
          <a:prstGeom prst="rect">
            <a:avLst/>
          </a:prstGeom>
          <a:solidFill>
            <a:srgbClr val="6C87AF"/>
          </a:solidFill>
          <a:ln w="0">
            <a:noFill/>
          </a:ln>
        </p:spPr>
        <p:txBody>
          <a:bodyPr/>
          <a:lstStyle/>
          <a:p>
            <a:endParaRPr lang="es-ES"/>
          </a:p>
        </p:txBody>
      </p:sp>
      <p:sp>
        <p:nvSpPr>
          <p:cNvPr id="32" name="Rectángulo 31">
            <a:extLst>
              <a:ext uri="{FF2B5EF4-FFF2-40B4-BE49-F238E27FC236}">
                <a16:creationId xmlns:a16="http://schemas.microsoft.com/office/drawing/2014/main" id="{BAF86146-D962-4F24-BAD1-515F5BAF3F15}"/>
              </a:ext>
            </a:extLst>
          </p:cNvPr>
          <p:cNvSpPr>
            <a:spLocks noGrp="1"/>
          </p:cNvSpPr>
          <p:nvPr/>
        </p:nvSpPr>
        <p:spPr>
          <a:xfrm>
            <a:off x="2971800" y="6076950"/>
            <a:ext cx="3714750" cy="523875"/>
          </a:xfrm>
          <a:prstGeom prst="rect">
            <a:avLst/>
          </a:prstGeom>
          <a:noFill/>
          <a:ln w="0">
            <a:noFill/>
          </a:ln>
        </p:spPr>
        <p:txBody>
          <a:bodyPr/>
          <a:lstStyle>
            <a:defPPr>
              <a:defRPr sz="1425" b="0">
                <a:solidFill>
                  <a:srgbClr val="536B91"/>
                </a:solidFill>
              </a:defRPr>
            </a:defPPr>
            <a:lvl1pPr>
              <a:defRPr sz="1425" b="0">
                <a:solidFill>
                  <a:srgbClr val="536B91"/>
                </a:solidFill>
              </a:defRPr>
            </a:lvl1pPr>
            <a:lvl2pPr>
              <a:defRPr sz="1425" b="0">
                <a:solidFill>
                  <a:srgbClr val="536B91"/>
                </a:solidFill>
              </a:defRPr>
            </a:lvl2pPr>
            <a:lvl3pPr>
              <a:defRPr sz="1425" b="0">
                <a:solidFill>
                  <a:srgbClr val="536B91"/>
                </a:solidFill>
              </a:defRPr>
            </a:lvl3pPr>
            <a:lvl4pPr>
              <a:defRPr sz="1425" b="0">
                <a:solidFill>
                  <a:srgbClr val="536B91"/>
                </a:solidFill>
              </a:defRPr>
            </a:lvl4pPr>
            <a:lvl5pPr>
              <a:defRPr sz="1425" b="0">
                <a:solidFill>
                  <a:srgbClr val="536B91"/>
                </a:solidFill>
              </a:defRPr>
            </a:lvl5pPr>
            <a:lvl6pPr>
              <a:defRPr sz="1425" b="0">
                <a:solidFill>
                  <a:srgbClr val="536B91"/>
                </a:solidFill>
              </a:defRPr>
            </a:lvl6pPr>
            <a:lvl7pPr>
              <a:defRPr sz="1425" b="0">
                <a:solidFill>
                  <a:srgbClr val="536B91"/>
                </a:solidFill>
              </a:defRPr>
            </a:lvl7pPr>
            <a:lvl8pPr>
              <a:defRPr sz="1425" b="0">
                <a:solidFill>
                  <a:srgbClr val="536B91"/>
                </a:solidFill>
              </a:defRPr>
            </a:lvl8pPr>
            <a:lvl9pPr>
              <a:defRPr sz="1425" b="0">
                <a:solidFill>
                  <a:srgbClr val="536B91"/>
                </a:solidFill>
              </a:defRPr>
            </a:lvl9pPr>
          </a:lstStyle>
          <a:p>
            <a:pPr>
              <a:defRPr sz="1425" b="0">
                <a:solidFill>
                  <a:srgbClr val="536B91"/>
                </a:solidFill>
              </a:defRPr>
            </a:pPr>
            <a:r>
              <a:rPr sz="1425" b="0">
                <a:solidFill>
                  <a:srgbClr val="536B91"/>
                </a:solidFill>
              </a:rPr>
              <a:t>TECNICATURA UNIVERSITARIA</a:t>
            </a:r>
          </a:p>
          <a:p>
            <a:pPr>
              <a:defRPr sz="1425" b="0">
                <a:solidFill>
                  <a:srgbClr val="536B91"/>
                </a:solidFill>
              </a:defRPr>
            </a:pPr>
            <a:r>
              <a:rPr sz="1425" b="0">
                <a:solidFill>
                  <a:srgbClr val="536B91"/>
                </a:solidFill>
              </a:rPr>
              <a:t>EN PROGRAMACIÓN</a:t>
            </a:r>
          </a:p>
        </p:txBody>
      </p:sp>
      <p:sp>
        <p:nvSpPr>
          <p:cNvPr id="33" name="Rectángulo: esquinas redondeadas 32">
            <a:extLst>
              <a:ext uri="{FF2B5EF4-FFF2-40B4-BE49-F238E27FC236}">
                <a16:creationId xmlns:a16="http://schemas.microsoft.com/office/drawing/2014/main" id="{197807B0-DA89-4FEF-8A6F-E2A6F76EC4C0}"/>
              </a:ext>
            </a:extLst>
          </p:cNvPr>
          <p:cNvSpPr>
            <a:spLocks noGrp="1"/>
          </p:cNvSpPr>
          <p:nvPr/>
        </p:nvSpPr>
        <p:spPr>
          <a:xfrm>
            <a:off x="8696325" y="6162675"/>
            <a:ext cx="3162300" cy="428625"/>
          </a:xfrm>
          <a:prstGeom prst="roundRect">
            <a:avLst>
              <a:gd name="adj" fmla="val 17778"/>
            </a:avLst>
          </a:prstGeom>
          <a:solidFill>
            <a:srgbClr val="D5E7FF"/>
          </a:solidFill>
          <a:ln w="0">
            <a:noFill/>
          </a:ln>
        </p:spPr>
        <p:txBody>
          <a:bodyPr/>
          <a:lstStyle/>
          <a:p>
            <a:endParaRPr lang="es-ES"/>
          </a:p>
        </p:txBody>
      </p:sp>
      <p:sp>
        <p:nvSpPr>
          <p:cNvPr id="34" name="Rectángulo 33">
            <a:extLst>
              <a:ext uri="{FF2B5EF4-FFF2-40B4-BE49-F238E27FC236}">
                <a16:creationId xmlns:a16="http://schemas.microsoft.com/office/drawing/2014/main" id="{53BF3C15-B075-4C3C-A9A7-6808B97D3D55}"/>
              </a:ext>
            </a:extLst>
          </p:cNvPr>
          <p:cNvSpPr>
            <a:spLocks noGrp="1"/>
          </p:cNvSpPr>
          <p:nvPr/>
        </p:nvSpPr>
        <p:spPr>
          <a:xfrm>
            <a:off x="8720686" y="6257925"/>
            <a:ext cx="3333750" cy="304800"/>
          </a:xfrm>
          <a:prstGeom prst="rect">
            <a:avLst/>
          </a:prstGeom>
          <a:noFill/>
          <a:ln w="0">
            <a:noFill/>
          </a:ln>
        </p:spPr>
        <p:txBody>
          <a:bodyPr/>
          <a:lstStyle>
            <a:defPPr>
              <a:defRPr sz="1275" b="0">
                <a:solidFill>
                  <a:srgbClr val="0860FF"/>
                </a:solidFill>
              </a:defRPr>
            </a:defPPr>
            <a:lvl1pPr>
              <a:defRPr sz="1275" b="0">
                <a:solidFill>
                  <a:srgbClr val="0860FF"/>
                </a:solidFill>
              </a:defRPr>
            </a:lvl1pPr>
            <a:lvl2pPr>
              <a:defRPr sz="1275" b="0">
                <a:solidFill>
                  <a:srgbClr val="0860FF"/>
                </a:solidFill>
              </a:defRPr>
            </a:lvl2pPr>
            <a:lvl3pPr>
              <a:defRPr sz="1275" b="0">
                <a:solidFill>
                  <a:srgbClr val="0860FF"/>
                </a:solidFill>
              </a:defRPr>
            </a:lvl3pPr>
            <a:lvl4pPr>
              <a:defRPr sz="1275" b="0">
                <a:solidFill>
                  <a:srgbClr val="0860FF"/>
                </a:solidFill>
              </a:defRPr>
            </a:lvl4pPr>
            <a:lvl5pPr>
              <a:defRPr sz="1275" b="0">
                <a:solidFill>
                  <a:srgbClr val="0860FF"/>
                </a:solidFill>
              </a:defRPr>
            </a:lvl5pPr>
            <a:lvl6pPr>
              <a:defRPr sz="1275" b="0">
                <a:solidFill>
                  <a:srgbClr val="0860FF"/>
                </a:solidFill>
              </a:defRPr>
            </a:lvl6pPr>
            <a:lvl7pPr>
              <a:defRPr sz="1275" b="0">
                <a:solidFill>
                  <a:srgbClr val="0860FF"/>
                </a:solidFill>
              </a:defRPr>
            </a:lvl7pPr>
            <a:lvl8pPr>
              <a:defRPr sz="1275" b="0">
                <a:solidFill>
                  <a:srgbClr val="0860FF"/>
                </a:solidFill>
              </a:defRPr>
            </a:lvl8pPr>
            <a:lvl9pPr>
              <a:defRPr sz="1275" b="0">
                <a:solidFill>
                  <a:srgbClr val="0860FF"/>
                </a:solidFill>
              </a:defRPr>
            </a:lvl9pPr>
          </a:lstStyle>
          <a:p>
            <a:pPr>
              <a:defRPr sz="1275" b="0">
                <a:solidFill>
                  <a:srgbClr val="0860FF"/>
                </a:solidFill>
              </a:defRPr>
            </a:pPr>
            <a:r>
              <a:rPr sz="1275" b="0" dirty="0">
                <a:solidFill>
                  <a:srgbClr val="0860FF"/>
                </a:solidFill>
              </a:rPr>
              <a:t>Gestión simple para pequeños comercios.</a:t>
            </a:r>
          </a:p>
        </p:txBody>
      </p:sp>
      <p:pic>
        <p:nvPicPr>
          <p:cNvPr id="35" name="Imagen 34">
            <a:extLst>
              <a:ext uri="{FF2B5EF4-FFF2-40B4-BE49-F238E27FC236}">
                <a16:creationId xmlns:a16="http://schemas.microsoft.com/office/drawing/2014/main" id="{15E52278-16E6-424E-ACC4-721D3A923D1D}"/>
              </a:ext>
            </a:extLst>
          </p:cNvPr>
          <p:cNvPicPr>
            <a:picLocks noChangeAspect="1"/>
          </p:cNvPicPr>
          <p:nvPr/>
        </p:nvPicPr>
        <p:blipFill>
          <a:blip r:embed="rId3"/>
          <a:stretch/>
        </p:blipFill>
        <p:spPr>
          <a:xfrm rot="420000">
            <a:off x="9258300" y="729652"/>
            <a:ext cx="2762250" cy="5065321"/>
          </a:xfrm>
          <a:prstGeom prst="rect">
            <a:avLst/>
          </a:prstGeom>
        </p:spPr>
      </p:pic>
      <p:pic>
        <p:nvPicPr>
          <p:cNvPr id="36" name="Imagen 35">
            <a:extLst>
              <a:ext uri="{FF2B5EF4-FFF2-40B4-BE49-F238E27FC236}">
                <a16:creationId xmlns:a16="http://schemas.microsoft.com/office/drawing/2014/main" id="{8B51B27B-4689-45A7-9B5A-06ABF6AFB451}"/>
              </a:ext>
            </a:extLst>
          </p:cNvPr>
          <p:cNvPicPr>
            <a:picLocks noChangeAspect="1"/>
          </p:cNvPicPr>
          <p:nvPr/>
        </p:nvPicPr>
        <p:blipFill>
          <a:blip r:embed="rId4"/>
          <a:stretch/>
        </p:blipFill>
        <p:spPr>
          <a:xfrm rot="-300000">
            <a:off x="6772275" y="476575"/>
            <a:ext cx="3095625" cy="5352401"/>
          </a:xfrm>
          <a:prstGeom prst="rect">
            <a:avLst/>
          </a:prstGeom>
        </p:spPr>
      </p:pic>
    </p:spTree>
    <p:extLst>
      <p:ext uri="{BB962C8B-B14F-4D97-AF65-F5344CB8AC3E}">
        <p14:creationId xmlns:p14="http://schemas.microsoft.com/office/powerpoint/2010/main" val="796203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7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648B6477-127C-4D3C-881D-282AA6E8A9D8}"/>
              </a:ext>
            </a:extLst>
          </p:cNvPr>
          <p:cNvSpPr>
            <a:spLocks noGrp="1"/>
          </p:cNvSpPr>
          <p:nvPr/>
        </p:nvSpPr>
        <p:spPr>
          <a:xfrm>
            <a:off x="609600" y="457200"/>
            <a:ext cx="10972800" cy="742950"/>
          </a:xfrm>
          <a:prstGeom prst="rect">
            <a:avLst/>
          </a:prstGeom>
          <a:noFill/>
          <a:ln w="0">
            <a:noFill/>
          </a:ln>
        </p:spPr>
        <p:txBody>
          <a:bodyPr/>
          <a:lstStyle>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a:pPr>
              <a:defRPr sz="3300" b="1">
                <a:solidFill>
                  <a:srgbClr val="061A35"/>
                </a:solidFill>
              </a:defRPr>
            </a:pPr>
            <a:r>
              <a:rPr sz="3300" b="1" dirty="0">
                <a:solidFill>
                  <a:srgbClr val="061A35"/>
                </a:solidFill>
              </a:rPr>
              <a:t>El </a:t>
            </a:r>
            <a:r>
              <a:rPr sz="3300" b="1" dirty="0" err="1">
                <a:solidFill>
                  <a:srgbClr val="061A35"/>
                </a:solidFill>
              </a:rPr>
              <a:t>problema</a:t>
            </a:r>
            <a:r>
              <a:rPr sz="3300" b="1" dirty="0">
                <a:solidFill>
                  <a:srgbClr val="061A35"/>
                </a:solidFill>
              </a:rPr>
              <a:t> y </a:t>
            </a:r>
            <a:r>
              <a:rPr sz="3300" b="1" dirty="0" err="1">
                <a:solidFill>
                  <a:srgbClr val="061A35"/>
                </a:solidFill>
              </a:rPr>
              <a:t>nuestro</a:t>
            </a:r>
            <a:r>
              <a:rPr sz="3300" b="1" dirty="0">
                <a:solidFill>
                  <a:srgbClr val="061A35"/>
                </a:solidFill>
              </a:rPr>
              <a:t> </a:t>
            </a:r>
            <a:r>
              <a:rPr sz="3300" b="1" dirty="0" err="1">
                <a:solidFill>
                  <a:srgbClr val="061A35"/>
                </a:solidFill>
              </a:rPr>
              <a:t>público</a:t>
            </a:r>
            <a:endParaRPr lang="es-ES" sz="3300" b="1" dirty="0">
              <a:solidFill>
                <a:srgbClr val="061A35"/>
              </a:solidFill>
            </a:endParaRPr>
          </a:p>
          <a:p>
            <a:pPr>
              <a:defRPr sz="3300" b="1">
                <a:solidFill>
                  <a:srgbClr val="061A35"/>
                </a:solidFill>
              </a:defRPr>
            </a:pPr>
            <a:r>
              <a:rPr lang="es-ES" dirty="0"/>
              <a:t>Historia de usuario:</a:t>
            </a:r>
            <a:endParaRPr sz="3300" b="1" dirty="0">
              <a:solidFill>
                <a:srgbClr val="061A35"/>
              </a:solidFill>
            </a:endParaRPr>
          </a:p>
        </p:txBody>
      </p:sp>
      <p:sp>
        <p:nvSpPr>
          <p:cNvPr id="2" name="Rectángulo 1">
            <a:extLst>
              <a:ext uri="{FF2B5EF4-FFF2-40B4-BE49-F238E27FC236}">
                <a16:creationId xmlns:a16="http://schemas.microsoft.com/office/drawing/2014/main" id="{924DA121-CFAD-4A23-A278-5BF75BA35E24}"/>
              </a:ext>
            </a:extLst>
          </p:cNvPr>
          <p:cNvSpPr>
            <a:spLocks noGrp="1"/>
          </p:cNvSpPr>
          <p:nvPr/>
        </p:nvSpPr>
        <p:spPr>
          <a:xfrm>
            <a:off x="11049000" y="6324600"/>
            <a:ext cx="523875" cy="285750"/>
          </a:xfrm>
          <a:prstGeom prst="rect">
            <a:avLst/>
          </a:prstGeom>
          <a:noFill/>
          <a:ln w="0">
            <a:noFill/>
          </a:ln>
        </p:spPr>
        <p:txBody>
          <a:bodyPr/>
          <a:lstStyle>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a:pPr>
              <a:defRPr sz="1350" b="0">
                <a:solidFill>
                  <a:srgbClr val="536B91"/>
                </a:solidFill>
              </a:defRPr>
            </a:pPr>
            <a:r>
              <a:rPr sz="1350" b="0">
                <a:solidFill>
                  <a:srgbClr val="536B91"/>
                </a:solidFill>
              </a:rPr>
              <a:t>02</a:t>
            </a:r>
          </a:p>
        </p:txBody>
      </p:sp>
      <p:sp>
        <p:nvSpPr>
          <p:cNvPr id="3" name="Rectángulo 2">
            <a:extLst>
              <a:ext uri="{FF2B5EF4-FFF2-40B4-BE49-F238E27FC236}">
                <a16:creationId xmlns:a16="http://schemas.microsoft.com/office/drawing/2014/main" id="{48194452-3263-4451-AE90-640BCEC5F243}"/>
              </a:ext>
            </a:extLst>
          </p:cNvPr>
          <p:cNvSpPr>
            <a:spLocks noGrp="1"/>
          </p:cNvSpPr>
          <p:nvPr/>
        </p:nvSpPr>
        <p:spPr>
          <a:xfrm>
            <a:off x="609600" y="1476375"/>
            <a:ext cx="6858000" cy="1285875"/>
          </a:xfrm>
          <a:prstGeom prst="rect">
            <a:avLst/>
          </a:prstGeom>
          <a:noFill/>
          <a:ln w="0">
            <a:noFill/>
          </a:ln>
        </p:spPr>
        <p:txBody>
          <a:bodyPr/>
          <a:lstStyle>
            <a:defPPr>
              <a:defRPr sz="3675" b="1">
                <a:solidFill>
                  <a:srgbClr val="0860FF"/>
                </a:solidFill>
              </a:defRPr>
            </a:defPPr>
            <a:lvl1pPr>
              <a:defRPr sz="3675" b="1">
                <a:solidFill>
                  <a:srgbClr val="0860FF"/>
                </a:solidFill>
              </a:defRPr>
            </a:lvl1pPr>
            <a:lvl2pPr>
              <a:defRPr sz="3675" b="1">
                <a:solidFill>
                  <a:srgbClr val="0860FF"/>
                </a:solidFill>
              </a:defRPr>
            </a:lvl2pPr>
            <a:lvl3pPr>
              <a:defRPr sz="3675" b="1">
                <a:solidFill>
                  <a:srgbClr val="0860FF"/>
                </a:solidFill>
              </a:defRPr>
            </a:lvl3pPr>
            <a:lvl4pPr>
              <a:defRPr sz="3675" b="1">
                <a:solidFill>
                  <a:srgbClr val="0860FF"/>
                </a:solidFill>
              </a:defRPr>
            </a:lvl4pPr>
            <a:lvl5pPr>
              <a:defRPr sz="3675" b="1">
                <a:solidFill>
                  <a:srgbClr val="0860FF"/>
                </a:solidFill>
              </a:defRPr>
            </a:lvl5pPr>
            <a:lvl6pPr>
              <a:defRPr sz="3675" b="1">
                <a:solidFill>
                  <a:srgbClr val="0860FF"/>
                </a:solidFill>
              </a:defRPr>
            </a:lvl6pPr>
            <a:lvl7pPr>
              <a:defRPr sz="3675" b="1">
                <a:solidFill>
                  <a:srgbClr val="0860FF"/>
                </a:solidFill>
              </a:defRPr>
            </a:lvl7pPr>
            <a:lvl8pPr>
              <a:defRPr sz="3675" b="1">
                <a:solidFill>
                  <a:srgbClr val="0860FF"/>
                </a:solidFill>
              </a:defRPr>
            </a:lvl8pPr>
            <a:lvl9pPr>
              <a:defRPr sz="3675" b="1">
                <a:solidFill>
                  <a:srgbClr val="0860FF"/>
                </a:solidFill>
              </a:defRPr>
            </a:lvl9pPr>
          </a:lstStyle>
          <a:p>
            <a:pPr>
              <a:defRPr sz="3675" b="1">
                <a:solidFill>
                  <a:srgbClr val="0860FF"/>
                </a:solidFill>
              </a:defRPr>
            </a:pPr>
            <a:r>
              <a:rPr sz="3675" b="1" dirty="0">
                <a:solidFill>
                  <a:srgbClr val="0860FF"/>
                </a:solidFill>
              </a:rPr>
              <a:t>Juan </a:t>
            </a:r>
            <a:r>
              <a:rPr sz="3675" b="1" dirty="0" err="1">
                <a:solidFill>
                  <a:srgbClr val="0860FF"/>
                </a:solidFill>
              </a:rPr>
              <a:t>atiende</a:t>
            </a:r>
            <a:endParaRPr sz="3675" b="1" dirty="0">
              <a:solidFill>
                <a:srgbClr val="0860FF"/>
              </a:solidFill>
            </a:endParaRPr>
          </a:p>
          <a:p>
            <a:pPr>
              <a:defRPr sz="3675" b="1">
                <a:solidFill>
                  <a:srgbClr val="0860FF"/>
                </a:solidFill>
              </a:defRPr>
            </a:pPr>
            <a:r>
              <a:rPr sz="3675" b="1" dirty="0">
                <a:solidFill>
                  <a:srgbClr val="0860FF"/>
                </a:solidFill>
              </a:rPr>
              <a:t>un </a:t>
            </a:r>
            <a:r>
              <a:rPr sz="3675" b="1" dirty="0" err="1">
                <a:solidFill>
                  <a:srgbClr val="0860FF"/>
                </a:solidFill>
              </a:rPr>
              <a:t>pequeño</a:t>
            </a:r>
            <a:r>
              <a:rPr sz="3675" b="1" dirty="0">
                <a:solidFill>
                  <a:srgbClr val="0860FF"/>
                </a:solidFill>
              </a:rPr>
              <a:t> </a:t>
            </a:r>
            <a:r>
              <a:rPr sz="3675" b="1" dirty="0" err="1">
                <a:solidFill>
                  <a:srgbClr val="0860FF"/>
                </a:solidFill>
              </a:rPr>
              <a:t>almacén</a:t>
            </a:r>
            <a:endParaRPr sz="3675" b="1" dirty="0">
              <a:solidFill>
                <a:srgbClr val="0860FF"/>
              </a:solidFill>
            </a:endParaRPr>
          </a:p>
        </p:txBody>
      </p:sp>
      <p:sp>
        <p:nvSpPr>
          <p:cNvPr id="4" name="Rectángulo 3">
            <a:extLst>
              <a:ext uri="{FF2B5EF4-FFF2-40B4-BE49-F238E27FC236}">
                <a16:creationId xmlns:a16="http://schemas.microsoft.com/office/drawing/2014/main" id="{C7D5794D-7035-437C-A1C8-0CED41E9C8EC}"/>
              </a:ext>
            </a:extLst>
          </p:cNvPr>
          <p:cNvSpPr>
            <a:spLocks noGrp="1"/>
          </p:cNvSpPr>
          <p:nvPr/>
        </p:nvSpPr>
        <p:spPr>
          <a:xfrm>
            <a:off x="609600" y="3000375"/>
            <a:ext cx="6667500" cy="952500"/>
          </a:xfrm>
          <a:prstGeom prst="rect">
            <a:avLst/>
          </a:prstGeom>
          <a:noFill/>
          <a:ln w="0">
            <a:noFill/>
          </a:ln>
        </p:spPr>
        <p:txBody>
          <a:bodyPr/>
          <a:lstStyle>
            <a:defPPr>
              <a:defRPr sz="2250" b="0">
                <a:solidFill>
                  <a:srgbClr val="061A35"/>
                </a:solidFill>
              </a:defRPr>
            </a:defPPr>
            <a:lvl1pPr>
              <a:defRPr sz="2250" b="0">
                <a:solidFill>
                  <a:srgbClr val="061A35"/>
                </a:solidFill>
              </a:defRPr>
            </a:lvl1pPr>
            <a:lvl2pPr>
              <a:defRPr sz="2250" b="0">
                <a:solidFill>
                  <a:srgbClr val="061A35"/>
                </a:solidFill>
              </a:defRPr>
            </a:lvl2pPr>
            <a:lvl3pPr>
              <a:defRPr sz="2250" b="0">
                <a:solidFill>
                  <a:srgbClr val="061A35"/>
                </a:solidFill>
              </a:defRPr>
            </a:lvl3pPr>
            <a:lvl4pPr>
              <a:defRPr sz="2250" b="0">
                <a:solidFill>
                  <a:srgbClr val="061A35"/>
                </a:solidFill>
              </a:defRPr>
            </a:lvl4pPr>
            <a:lvl5pPr>
              <a:defRPr sz="2250" b="0">
                <a:solidFill>
                  <a:srgbClr val="061A35"/>
                </a:solidFill>
              </a:defRPr>
            </a:lvl5pPr>
            <a:lvl6pPr>
              <a:defRPr sz="2250" b="0">
                <a:solidFill>
                  <a:srgbClr val="061A35"/>
                </a:solidFill>
              </a:defRPr>
            </a:lvl6pPr>
            <a:lvl7pPr>
              <a:defRPr sz="2250" b="0">
                <a:solidFill>
                  <a:srgbClr val="061A35"/>
                </a:solidFill>
              </a:defRPr>
            </a:lvl7pPr>
            <a:lvl8pPr>
              <a:defRPr sz="2250" b="0">
                <a:solidFill>
                  <a:srgbClr val="061A35"/>
                </a:solidFill>
              </a:defRPr>
            </a:lvl8pPr>
            <a:lvl9pPr>
              <a:defRPr sz="2250" b="0">
                <a:solidFill>
                  <a:srgbClr val="061A35"/>
                </a:solidFill>
              </a:defRPr>
            </a:lvl9pPr>
          </a:lstStyle>
          <a:p>
            <a:pPr>
              <a:defRPr sz="2250" b="0">
                <a:solidFill>
                  <a:srgbClr val="061A35"/>
                </a:solidFill>
              </a:defRPr>
            </a:pPr>
            <a:r>
              <a:rPr sz="2250" b="0">
                <a:solidFill>
                  <a:srgbClr val="061A35"/>
                </a:solidFill>
              </a:rPr>
              <a:t>Atiende clientes, recibe mercadería</a:t>
            </a:r>
          </a:p>
          <a:p>
            <a:pPr>
              <a:defRPr sz="2250" b="0">
                <a:solidFill>
                  <a:srgbClr val="061A35"/>
                </a:solidFill>
              </a:defRPr>
            </a:pPr>
            <a:r>
              <a:rPr sz="2250" b="0">
                <a:solidFill>
                  <a:srgbClr val="061A35"/>
                </a:solidFill>
              </a:rPr>
              <a:t>y comparte tareas con un empleado.</a:t>
            </a:r>
          </a:p>
        </p:txBody>
      </p:sp>
      <p:sp>
        <p:nvSpPr>
          <p:cNvPr id="5" name="Rectángulo 4">
            <a:extLst>
              <a:ext uri="{FF2B5EF4-FFF2-40B4-BE49-F238E27FC236}">
                <a16:creationId xmlns:a16="http://schemas.microsoft.com/office/drawing/2014/main" id="{C66C0E51-62CA-41D4-A9CE-7617A8552B96}"/>
              </a:ext>
            </a:extLst>
          </p:cNvPr>
          <p:cNvSpPr>
            <a:spLocks noGrp="1"/>
          </p:cNvSpPr>
          <p:nvPr/>
        </p:nvSpPr>
        <p:spPr>
          <a:xfrm>
            <a:off x="609600" y="4238625"/>
            <a:ext cx="6762750" cy="1047750"/>
          </a:xfrm>
          <a:prstGeom prst="rect">
            <a:avLst/>
          </a:prstGeom>
          <a:noFill/>
          <a:ln w="0">
            <a:noFill/>
          </a:ln>
        </p:spPr>
        <p:txBody>
          <a:bodyPr/>
          <a:lstStyle>
            <a:defPPr>
              <a:defRPr sz="2625" b="1">
                <a:solidFill>
                  <a:srgbClr val="061A35"/>
                </a:solidFill>
              </a:defRPr>
            </a:defPPr>
            <a:lvl1pPr>
              <a:defRPr sz="2625" b="1">
                <a:solidFill>
                  <a:srgbClr val="061A35"/>
                </a:solidFill>
              </a:defRPr>
            </a:lvl1pPr>
            <a:lvl2pPr>
              <a:defRPr sz="2625" b="1">
                <a:solidFill>
                  <a:srgbClr val="061A35"/>
                </a:solidFill>
              </a:defRPr>
            </a:lvl2pPr>
            <a:lvl3pPr>
              <a:defRPr sz="2625" b="1">
                <a:solidFill>
                  <a:srgbClr val="061A35"/>
                </a:solidFill>
              </a:defRPr>
            </a:lvl3pPr>
            <a:lvl4pPr>
              <a:defRPr sz="2625" b="1">
                <a:solidFill>
                  <a:srgbClr val="061A35"/>
                </a:solidFill>
              </a:defRPr>
            </a:lvl4pPr>
            <a:lvl5pPr>
              <a:defRPr sz="2625" b="1">
                <a:solidFill>
                  <a:srgbClr val="061A35"/>
                </a:solidFill>
              </a:defRPr>
            </a:lvl5pPr>
            <a:lvl6pPr>
              <a:defRPr sz="2625" b="1">
                <a:solidFill>
                  <a:srgbClr val="061A35"/>
                </a:solidFill>
              </a:defRPr>
            </a:lvl6pPr>
            <a:lvl7pPr>
              <a:defRPr sz="2625" b="1">
                <a:solidFill>
                  <a:srgbClr val="061A35"/>
                </a:solidFill>
              </a:defRPr>
            </a:lvl7pPr>
            <a:lvl8pPr>
              <a:defRPr sz="2625" b="1">
                <a:solidFill>
                  <a:srgbClr val="061A35"/>
                </a:solidFill>
              </a:defRPr>
            </a:lvl8pPr>
            <a:lvl9pPr>
              <a:defRPr sz="2625" b="1">
                <a:solidFill>
                  <a:srgbClr val="061A35"/>
                </a:solidFill>
              </a:defRPr>
            </a:lvl9pPr>
          </a:lstStyle>
          <a:p>
            <a:pPr>
              <a:defRPr sz="2625" b="1">
                <a:solidFill>
                  <a:srgbClr val="061A35"/>
                </a:solidFill>
              </a:defRPr>
            </a:pPr>
            <a:r>
              <a:rPr sz="2625" b="1">
                <a:solidFill>
                  <a:srgbClr val="061A35"/>
                </a:solidFill>
              </a:rPr>
              <a:t>¿Qué queda?</a:t>
            </a:r>
          </a:p>
          <a:p>
            <a:pPr>
              <a:defRPr sz="2625" b="1">
                <a:solidFill>
                  <a:srgbClr val="061A35"/>
                </a:solidFill>
              </a:defRPr>
            </a:pPr>
            <a:r>
              <a:rPr sz="2625" b="1">
                <a:solidFill>
                  <a:srgbClr val="061A35"/>
                </a:solidFill>
              </a:rPr>
              <a:t>¿Qué se compró y qué se vendió?</a:t>
            </a:r>
          </a:p>
        </p:txBody>
      </p:sp>
      <p:sp>
        <p:nvSpPr>
          <p:cNvPr id="6" name="Rectángulo 5">
            <a:extLst>
              <a:ext uri="{FF2B5EF4-FFF2-40B4-BE49-F238E27FC236}">
                <a16:creationId xmlns:a16="http://schemas.microsoft.com/office/drawing/2014/main" id="{0F12C144-13A0-454B-A0DD-6E4FC1C168CE}"/>
              </a:ext>
            </a:extLst>
          </p:cNvPr>
          <p:cNvSpPr>
            <a:spLocks noGrp="1"/>
          </p:cNvSpPr>
          <p:nvPr/>
        </p:nvSpPr>
        <p:spPr>
          <a:xfrm>
            <a:off x="609600" y="5429250"/>
            <a:ext cx="7048500" cy="762000"/>
          </a:xfrm>
          <a:prstGeom prst="rect">
            <a:avLst/>
          </a:prstGeom>
          <a:noFill/>
          <a:ln w="0">
            <a:noFill/>
          </a:ln>
        </p:spPr>
        <p:txBody>
          <a:bodyPr/>
          <a:lstStyle>
            <a:defPPr>
              <a:defRPr sz="2025" b="0">
                <a:solidFill>
                  <a:srgbClr val="536B91"/>
                </a:solidFill>
              </a:defRPr>
            </a:defPPr>
            <a:lvl1pPr>
              <a:defRPr sz="2025" b="0">
                <a:solidFill>
                  <a:srgbClr val="536B91"/>
                </a:solidFill>
              </a:defRPr>
            </a:lvl1pPr>
            <a:lvl2pPr>
              <a:defRPr sz="2025" b="0">
                <a:solidFill>
                  <a:srgbClr val="536B91"/>
                </a:solidFill>
              </a:defRPr>
            </a:lvl2pPr>
            <a:lvl3pPr>
              <a:defRPr sz="2025" b="0">
                <a:solidFill>
                  <a:srgbClr val="536B91"/>
                </a:solidFill>
              </a:defRPr>
            </a:lvl3pPr>
            <a:lvl4pPr>
              <a:defRPr sz="2025" b="0">
                <a:solidFill>
                  <a:srgbClr val="536B91"/>
                </a:solidFill>
              </a:defRPr>
            </a:lvl4pPr>
            <a:lvl5pPr>
              <a:defRPr sz="2025" b="0">
                <a:solidFill>
                  <a:srgbClr val="536B91"/>
                </a:solidFill>
              </a:defRPr>
            </a:lvl5pPr>
            <a:lvl6pPr>
              <a:defRPr sz="2025" b="0">
                <a:solidFill>
                  <a:srgbClr val="536B91"/>
                </a:solidFill>
              </a:defRPr>
            </a:lvl6pPr>
            <a:lvl7pPr>
              <a:defRPr sz="2025" b="0">
                <a:solidFill>
                  <a:srgbClr val="536B91"/>
                </a:solidFill>
              </a:defRPr>
            </a:lvl7pPr>
            <a:lvl8pPr>
              <a:defRPr sz="2025" b="0">
                <a:solidFill>
                  <a:srgbClr val="536B91"/>
                </a:solidFill>
              </a:defRPr>
            </a:lvl8pPr>
            <a:lvl9pPr>
              <a:defRPr sz="2025" b="0">
                <a:solidFill>
                  <a:srgbClr val="536B91"/>
                </a:solidFill>
              </a:defRPr>
            </a:lvl9pPr>
          </a:lstStyle>
          <a:p>
            <a:pPr>
              <a:defRPr sz="2025" b="0">
                <a:solidFill>
                  <a:srgbClr val="536B91"/>
                </a:solidFill>
              </a:defRPr>
            </a:pPr>
            <a:r>
              <a:rPr sz="2025" b="0">
                <a:solidFill>
                  <a:srgbClr val="536B91"/>
                </a:solidFill>
              </a:rPr>
              <a:t>Necesita reunir sus registros y consultar</a:t>
            </a:r>
          </a:p>
          <a:p>
            <a:pPr>
              <a:defRPr sz="2025" b="0">
                <a:solidFill>
                  <a:srgbClr val="536B91"/>
                </a:solidFill>
              </a:defRPr>
            </a:pPr>
            <a:r>
              <a:rPr sz="2025" b="0">
                <a:solidFill>
                  <a:srgbClr val="536B91"/>
                </a:solidFill>
              </a:rPr>
              <a:t>la actividad mientras trabaja.</a:t>
            </a:r>
          </a:p>
        </p:txBody>
      </p:sp>
      <p:pic>
        <p:nvPicPr>
          <p:cNvPr id="7" name="Imagen 6">
            <a:extLst>
              <a:ext uri="{FF2B5EF4-FFF2-40B4-BE49-F238E27FC236}">
                <a16:creationId xmlns:a16="http://schemas.microsoft.com/office/drawing/2014/main" id="{0A4E1F97-431F-478E-B0DE-B74C760D45F1}"/>
              </a:ext>
            </a:extLst>
          </p:cNvPr>
          <p:cNvPicPr>
            <a:picLocks noChangeAspect="1"/>
          </p:cNvPicPr>
          <p:nvPr/>
        </p:nvPicPr>
        <p:blipFill>
          <a:blip r:embed="rId3"/>
          <a:stretch/>
        </p:blipFill>
        <p:spPr>
          <a:xfrm>
            <a:off x="8250490" y="1333500"/>
            <a:ext cx="2644271" cy="4572000"/>
          </a:xfrm>
          <a:prstGeom prst="rect">
            <a:avLst/>
          </a:prstGeom>
        </p:spPr>
      </p:pic>
      <p:sp>
        <p:nvSpPr>
          <p:cNvPr id="8" name="Rectángulo 7">
            <a:extLst>
              <a:ext uri="{FF2B5EF4-FFF2-40B4-BE49-F238E27FC236}">
                <a16:creationId xmlns:a16="http://schemas.microsoft.com/office/drawing/2014/main" id="{30A0778B-FE9F-411E-9016-F8D0DEDE48A1}"/>
              </a:ext>
            </a:extLst>
          </p:cNvPr>
          <p:cNvSpPr>
            <a:spLocks noGrp="1"/>
          </p:cNvSpPr>
          <p:nvPr/>
        </p:nvSpPr>
        <p:spPr>
          <a:xfrm>
            <a:off x="8096250" y="5981700"/>
            <a:ext cx="3333750" cy="333375"/>
          </a:xfrm>
          <a:prstGeom prst="rect">
            <a:avLst/>
          </a:prstGeom>
          <a:noFill/>
          <a:ln w="0">
            <a:noFill/>
          </a:ln>
        </p:spPr>
        <p:txBody>
          <a:bodyPr/>
          <a:lstStyle>
            <a:defPPr>
              <a:defRPr sz="1425" b="0">
                <a:solidFill>
                  <a:srgbClr val="536B91"/>
                </a:solidFill>
              </a:defRPr>
            </a:defPPr>
            <a:lvl1pPr>
              <a:defRPr sz="1425" b="0">
                <a:solidFill>
                  <a:srgbClr val="536B91"/>
                </a:solidFill>
              </a:defRPr>
            </a:lvl1pPr>
            <a:lvl2pPr>
              <a:defRPr sz="1425" b="0">
                <a:solidFill>
                  <a:srgbClr val="536B91"/>
                </a:solidFill>
              </a:defRPr>
            </a:lvl2pPr>
            <a:lvl3pPr>
              <a:defRPr sz="1425" b="0">
                <a:solidFill>
                  <a:srgbClr val="536B91"/>
                </a:solidFill>
              </a:defRPr>
            </a:lvl3pPr>
            <a:lvl4pPr>
              <a:defRPr sz="1425" b="0">
                <a:solidFill>
                  <a:srgbClr val="536B91"/>
                </a:solidFill>
              </a:defRPr>
            </a:lvl4pPr>
            <a:lvl5pPr>
              <a:defRPr sz="1425" b="0">
                <a:solidFill>
                  <a:srgbClr val="536B91"/>
                </a:solidFill>
              </a:defRPr>
            </a:lvl5pPr>
            <a:lvl6pPr>
              <a:defRPr sz="1425" b="0">
                <a:solidFill>
                  <a:srgbClr val="536B91"/>
                </a:solidFill>
              </a:defRPr>
            </a:lvl6pPr>
            <a:lvl7pPr>
              <a:defRPr sz="1425" b="0">
                <a:solidFill>
                  <a:srgbClr val="536B91"/>
                </a:solidFill>
              </a:defRPr>
            </a:lvl7pPr>
            <a:lvl8pPr>
              <a:defRPr sz="1425" b="0">
                <a:solidFill>
                  <a:srgbClr val="536B91"/>
                </a:solidFill>
              </a:defRPr>
            </a:lvl8pPr>
            <a:lvl9pPr>
              <a:defRPr sz="1425" b="0">
                <a:solidFill>
                  <a:srgbClr val="536B91"/>
                </a:solidFill>
              </a:defRPr>
            </a:lvl9pPr>
          </a:lstStyle>
          <a:p>
            <a:pPr>
              <a:defRPr sz="1425" b="0">
                <a:solidFill>
                  <a:srgbClr val="536B91"/>
                </a:solidFill>
              </a:defRPr>
            </a:pPr>
            <a:r>
              <a:rPr sz="1425" b="0">
                <a:solidFill>
                  <a:srgbClr val="536B91"/>
                </a:solidFill>
              </a:rPr>
              <a:t>Caso ficticio del público objetivo</a:t>
            </a:r>
          </a:p>
        </p:txBody>
      </p:sp>
    </p:spTree>
    <p:extLst>
      <p:ext uri="{BB962C8B-B14F-4D97-AF65-F5344CB8AC3E}">
        <p14:creationId xmlns:p14="http://schemas.microsoft.com/office/powerpoint/2010/main" val="1536829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1A35"/>
        </a:solidFill>
        <a:effectLst/>
      </p:bgPr>
    </p:bg>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02A76F5F-41E7-4608-9224-BC3FB63C8C4D}"/>
              </a:ext>
            </a:extLst>
          </p:cNvPr>
          <p:cNvSpPr>
            <a:spLocks noGrp="1"/>
          </p:cNvSpPr>
          <p:nvPr/>
        </p:nvSpPr>
        <p:spPr>
          <a:xfrm>
            <a:off x="609600" y="457200"/>
            <a:ext cx="10972800" cy="742950"/>
          </a:xfrm>
          <a:prstGeom prst="rect">
            <a:avLst/>
          </a:prstGeom>
          <a:noFill/>
          <a:ln w="0">
            <a:noFill/>
          </a:ln>
        </p:spPr>
        <p:txBody>
          <a:bodyPr/>
          <a:lstStyle>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a:pPr>
              <a:defRPr sz="3300" b="1">
                <a:solidFill>
                  <a:srgbClr val="FFFFFF"/>
                </a:solidFill>
              </a:defRPr>
            </a:pPr>
            <a:r>
              <a:rPr sz="3300" b="1">
                <a:solidFill>
                  <a:srgbClr val="FFFFFF"/>
                </a:solidFill>
              </a:rPr>
              <a:t>Nuestra propuesta de valor</a:t>
            </a:r>
          </a:p>
        </p:txBody>
      </p:sp>
      <p:sp>
        <p:nvSpPr>
          <p:cNvPr id="2" name="Rectángulo 1">
            <a:extLst>
              <a:ext uri="{FF2B5EF4-FFF2-40B4-BE49-F238E27FC236}">
                <a16:creationId xmlns:a16="http://schemas.microsoft.com/office/drawing/2014/main" id="{F2A48B95-3E43-4AA4-89AD-94C01AD60102}"/>
              </a:ext>
            </a:extLst>
          </p:cNvPr>
          <p:cNvSpPr>
            <a:spLocks noGrp="1"/>
          </p:cNvSpPr>
          <p:nvPr/>
        </p:nvSpPr>
        <p:spPr>
          <a:xfrm>
            <a:off x="11049000" y="6324600"/>
            <a:ext cx="523875" cy="285750"/>
          </a:xfrm>
          <a:prstGeom prst="rect">
            <a:avLst/>
          </a:prstGeom>
          <a:noFill/>
          <a:ln w="0">
            <a:noFill/>
          </a:ln>
        </p:spPr>
        <p:txBody>
          <a:bodyPr/>
          <a:lstStyle>
            <a:defPPr>
              <a:defRPr sz="1350" b="0">
                <a:solidFill>
                  <a:srgbClr val="B6CCE9"/>
                </a:solidFill>
              </a:defRPr>
            </a:defPPr>
            <a:lvl1pPr>
              <a:defRPr sz="1350" b="0">
                <a:solidFill>
                  <a:srgbClr val="B6CCE9"/>
                </a:solidFill>
              </a:defRPr>
            </a:lvl1pPr>
            <a:lvl2pPr>
              <a:defRPr sz="1350" b="0">
                <a:solidFill>
                  <a:srgbClr val="B6CCE9"/>
                </a:solidFill>
              </a:defRPr>
            </a:lvl2pPr>
            <a:lvl3pPr>
              <a:defRPr sz="1350" b="0">
                <a:solidFill>
                  <a:srgbClr val="B6CCE9"/>
                </a:solidFill>
              </a:defRPr>
            </a:lvl3pPr>
            <a:lvl4pPr>
              <a:defRPr sz="1350" b="0">
                <a:solidFill>
                  <a:srgbClr val="B6CCE9"/>
                </a:solidFill>
              </a:defRPr>
            </a:lvl4pPr>
            <a:lvl5pPr>
              <a:defRPr sz="1350" b="0">
                <a:solidFill>
                  <a:srgbClr val="B6CCE9"/>
                </a:solidFill>
              </a:defRPr>
            </a:lvl5pPr>
            <a:lvl6pPr>
              <a:defRPr sz="1350" b="0">
                <a:solidFill>
                  <a:srgbClr val="B6CCE9"/>
                </a:solidFill>
              </a:defRPr>
            </a:lvl6pPr>
            <a:lvl7pPr>
              <a:defRPr sz="1350" b="0">
                <a:solidFill>
                  <a:srgbClr val="B6CCE9"/>
                </a:solidFill>
              </a:defRPr>
            </a:lvl7pPr>
            <a:lvl8pPr>
              <a:defRPr sz="1350" b="0">
                <a:solidFill>
                  <a:srgbClr val="B6CCE9"/>
                </a:solidFill>
              </a:defRPr>
            </a:lvl8pPr>
            <a:lvl9pPr>
              <a:defRPr sz="1350" b="0">
                <a:solidFill>
                  <a:srgbClr val="B6CCE9"/>
                </a:solidFill>
              </a:defRPr>
            </a:lvl9pPr>
          </a:lstStyle>
          <a:p>
            <a:pPr>
              <a:defRPr sz="1350" b="0">
                <a:solidFill>
                  <a:srgbClr val="B6CCE9"/>
                </a:solidFill>
              </a:defRPr>
            </a:pPr>
            <a:r>
              <a:rPr sz="1350" b="0">
                <a:solidFill>
                  <a:srgbClr val="B6CCE9"/>
                </a:solidFill>
              </a:rPr>
              <a:t>03</a:t>
            </a:r>
          </a:p>
        </p:txBody>
      </p:sp>
      <p:sp>
        <p:nvSpPr>
          <p:cNvPr id="3" name="Rectángulo 2">
            <a:extLst>
              <a:ext uri="{FF2B5EF4-FFF2-40B4-BE49-F238E27FC236}">
                <a16:creationId xmlns:a16="http://schemas.microsoft.com/office/drawing/2014/main" id="{8AACBCB6-D353-4419-8816-06AAA638F6A2}"/>
              </a:ext>
            </a:extLst>
          </p:cNvPr>
          <p:cNvSpPr>
            <a:spLocks noGrp="1"/>
          </p:cNvSpPr>
          <p:nvPr/>
        </p:nvSpPr>
        <p:spPr>
          <a:xfrm>
            <a:off x="609600" y="1809750"/>
            <a:ext cx="3333750" cy="523875"/>
          </a:xfrm>
          <a:prstGeom prst="rect">
            <a:avLst/>
          </a:prstGeom>
          <a:noFill/>
          <a:ln w="0">
            <a:noFill/>
          </a:ln>
        </p:spPr>
        <p:txBody>
          <a:bodyPr/>
          <a:lstStyle>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a:pPr>
              <a:defRPr sz="2175" b="1">
                <a:solidFill>
                  <a:srgbClr val="FFFFFF"/>
                </a:solidFill>
              </a:defRPr>
            </a:pPr>
            <a:r>
              <a:rPr sz="2175" b="1">
                <a:solidFill>
                  <a:srgbClr val="FFFFFF"/>
                </a:solidFill>
              </a:rPr>
              <a:t>Registros dispersos</a:t>
            </a:r>
          </a:p>
        </p:txBody>
      </p:sp>
      <p:sp>
        <p:nvSpPr>
          <p:cNvPr id="4" name="Rectángulo 3">
            <a:extLst>
              <a:ext uri="{FF2B5EF4-FFF2-40B4-BE49-F238E27FC236}">
                <a16:creationId xmlns:a16="http://schemas.microsoft.com/office/drawing/2014/main" id="{9A9C32EE-B52B-4E97-8083-8823BC224AE6}"/>
              </a:ext>
            </a:extLst>
          </p:cNvPr>
          <p:cNvSpPr>
            <a:spLocks noGrp="1"/>
          </p:cNvSpPr>
          <p:nvPr/>
        </p:nvSpPr>
        <p:spPr>
          <a:xfrm>
            <a:off x="609600" y="3143250"/>
            <a:ext cx="3333750" cy="523875"/>
          </a:xfrm>
          <a:prstGeom prst="rect">
            <a:avLst/>
          </a:prstGeom>
          <a:noFill/>
          <a:ln w="0">
            <a:noFill/>
          </a:ln>
        </p:spPr>
        <p:txBody>
          <a:bodyPr/>
          <a:lstStyle>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a:pPr>
              <a:defRPr sz="2175" b="1">
                <a:solidFill>
                  <a:srgbClr val="FFFFFF"/>
                </a:solidFill>
              </a:defRPr>
            </a:pPr>
            <a:r>
              <a:rPr sz="2175" b="1">
                <a:solidFill>
                  <a:srgbClr val="FFFFFF"/>
                </a:solidFill>
              </a:rPr>
              <a:t>Cantidades desactualizadas</a:t>
            </a:r>
          </a:p>
        </p:txBody>
      </p:sp>
      <p:sp>
        <p:nvSpPr>
          <p:cNvPr id="5" name="Rectángulo 4">
            <a:extLst>
              <a:ext uri="{FF2B5EF4-FFF2-40B4-BE49-F238E27FC236}">
                <a16:creationId xmlns:a16="http://schemas.microsoft.com/office/drawing/2014/main" id="{53928FAF-A54C-4993-BA63-04EF07F24AAB}"/>
              </a:ext>
            </a:extLst>
          </p:cNvPr>
          <p:cNvSpPr>
            <a:spLocks noGrp="1"/>
          </p:cNvSpPr>
          <p:nvPr/>
        </p:nvSpPr>
        <p:spPr>
          <a:xfrm>
            <a:off x="609600" y="4476750"/>
            <a:ext cx="3333750" cy="523875"/>
          </a:xfrm>
          <a:prstGeom prst="rect">
            <a:avLst/>
          </a:prstGeom>
          <a:noFill/>
          <a:ln w="0">
            <a:noFill/>
          </a:ln>
        </p:spPr>
        <p:txBody>
          <a:bodyPr/>
          <a:lstStyle>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a:pPr>
              <a:defRPr sz="2175" b="1">
                <a:solidFill>
                  <a:srgbClr val="FFFFFF"/>
                </a:solidFill>
              </a:defRPr>
            </a:pPr>
            <a:r>
              <a:rPr sz="2175" b="1">
                <a:solidFill>
                  <a:srgbClr val="FFFFFF"/>
                </a:solidFill>
              </a:rPr>
              <a:t>Trabajo compartido</a:t>
            </a:r>
          </a:p>
        </p:txBody>
      </p:sp>
      <p:sp>
        <p:nvSpPr>
          <p:cNvPr id="6" name="Rectángulo 5">
            <a:extLst>
              <a:ext uri="{FF2B5EF4-FFF2-40B4-BE49-F238E27FC236}">
                <a16:creationId xmlns:a16="http://schemas.microsoft.com/office/drawing/2014/main" id="{7E41FC30-4701-471C-872A-7CF67DF5662F}"/>
              </a:ext>
            </a:extLst>
          </p:cNvPr>
          <p:cNvSpPr>
            <a:spLocks noGrp="1"/>
          </p:cNvSpPr>
          <p:nvPr/>
        </p:nvSpPr>
        <p:spPr>
          <a:xfrm>
            <a:off x="4381500" y="1809750"/>
            <a:ext cx="3524250" cy="952500"/>
          </a:xfrm>
          <a:prstGeom prst="rect">
            <a:avLst/>
          </a:prstGeom>
          <a:noFill/>
          <a:ln w="0">
            <a:noFill/>
          </a:ln>
        </p:spPr>
        <p:txBody>
          <a:bodyPr/>
          <a:lstStyle>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a:pPr>
              <a:defRPr sz="2100" b="1">
                <a:solidFill>
                  <a:srgbClr val="67B9FF"/>
                </a:solidFill>
              </a:defRPr>
            </a:pPr>
            <a:r>
              <a:rPr sz="2100" b="1">
                <a:solidFill>
                  <a:srgbClr val="67B9FF"/>
                </a:solidFill>
              </a:rPr>
              <a:t>Productos y movimientos</a:t>
            </a:r>
          </a:p>
          <a:p>
            <a:pPr>
              <a:defRPr sz="2100" b="1">
                <a:solidFill>
                  <a:srgbClr val="67B9FF"/>
                </a:solidFill>
              </a:defRPr>
            </a:pPr>
            <a:r>
              <a:rPr sz="2100" b="1">
                <a:solidFill>
                  <a:srgbClr val="67B9FF"/>
                </a:solidFill>
              </a:rPr>
              <a:t>en un mismo sistema</a:t>
            </a:r>
          </a:p>
        </p:txBody>
      </p:sp>
      <p:sp>
        <p:nvSpPr>
          <p:cNvPr id="7" name="Rectángulo 6">
            <a:extLst>
              <a:ext uri="{FF2B5EF4-FFF2-40B4-BE49-F238E27FC236}">
                <a16:creationId xmlns:a16="http://schemas.microsoft.com/office/drawing/2014/main" id="{F9B427E1-5CFA-4BA1-909A-ED1ABD277D25}"/>
              </a:ext>
            </a:extLst>
          </p:cNvPr>
          <p:cNvSpPr>
            <a:spLocks noGrp="1"/>
          </p:cNvSpPr>
          <p:nvPr/>
        </p:nvSpPr>
        <p:spPr>
          <a:xfrm>
            <a:off x="4381500" y="3143250"/>
            <a:ext cx="3524250" cy="952500"/>
          </a:xfrm>
          <a:prstGeom prst="rect">
            <a:avLst/>
          </a:prstGeom>
          <a:noFill/>
          <a:ln w="0">
            <a:noFill/>
          </a:ln>
        </p:spPr>
        <p:txBody>
          <a:bodyPr/>
          <a:lstStyle>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a:pPr>
              <a:defRPr sz="2100" b="1">
                <a:solidFill>
                  <a:srgbClr val="67B9FF"/>
                </a:solidFill>
              </a:defRPr>
            </a:pPr>
            <a:r>
              <a:rPr sz="2100" b="1">
                <a:solidFill>
                  <a:srgbClr val="67B9FF"/>
                </a:solidFill>
              </a:rPr>
              <a:t>Compras y ventas</a:t>
            </a:r>
          </a:p>
          <a:p>
            <a:pPr>
              <a:defRPr sz="2100" b="1">
                <a:solidFill>
                  <a:srgbClr val="67B9FF"/>
                </a:solidFill>
              </a:defRPr>
            </a:pPr>
            <a:r>
              <a:rPr sz="2100" b="1">
                <a:solidFill>
                  <a:srgbClr val="67B9FF"/>
                </a:solidFill>
              </a:rPr>
              <a:t>vinculadas al stock</a:t>
            </a:r>
          </a:p>
        </p:txBody>
      </p:sp>
      <p:sp>
        <p:nvSpPr>
          <p:cNvPr id="8" name="Rectángulo 7">
            <a:extLst>
              <a:ext uri="{FF2B5EF4-FFF2-40B4-BE49-F238E27FC236}">
                <a16:creationId xmlns:a16="http://schemas.microsoft.com/office/drawing/2014/main" id="{9CAE795B-BAA4-434A-90DA-7C3C4C31D6FF}"/>
              </a:ext>
            </a:extLst>
          </p:cNvPr>
          <p:cNvSpPr>
            <a:spLocks noGrp="1"/>
          </p:cNvSpPr>
          <p:nvPr/>
        </p:nvSpPr>
        <p:spPr>
          <a:xfrm>
            <a:off x="4381500" y="4476750"/>
            <a:ext cx="3524250" cy="952500"/>
          </a:xfrm>
          <a:prstGeom prst="rect">
            <a:avLst/>
          </a:prstGeom>
          <a:noFill/>
          <a:ln w="0">
            <a:noFill/>
          </a:ln>
        </p:spPr>
        <p:txBody>
          <a:bodyPr/>
          <a:lstStyle>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a:pPr>
              <a:defRPr sz="2100" b="1">
                <a:solidFill>
                  <a:srgbClr val="67B9FF"/>
                </a:solidFill>
              </a:defRPr>
            </a:pPr>
            <a:r>
              <a:rPr sz="2100" b="1">
                <a:solidFill>
                  <a:srgbClr val="67B9FF"/>
                </a:solidFill>
              </a:rPr>
              <a:t>Roles y turnos</a:t>
            </a:r>
          </a:p>
          <a:p>
            <a:pPr>
              <a:defRPr sz="2100" b="1">
                <a:solidFill>
                  <a:srgbClr val="67B9FF"/>
                </a:solidFill>
              </a:defRPr>
            </a:pPr>
            <a:r>
              <a:rPr sz="2100" b="1">
                <a:solidFill>
                  <a:srgbClr val="67B9FF"/>
                </a:solidFill>
              </a:rPr>
              <a:t>según la tarea</a:t>
            </a:r>
          </a:p>
        </p:txBody>
      </p:sp>
      <p:sp>
        <p:nvSpPr>
          <p:cNvPr id="9" name="Rectángulo 8">
            <a:extLst>
              <a:ext uri="{FF2B5EF4-FFF2-40B4-BE49-F238E27FC236}">
                <a16:creationId xmlns:a16="http://schemas.microsoft.com/office/drawing/2014/main" id="{F6989771-FD47-413C-8F6E-9C16E6A3955F}"/>
              </a:ext>
            </a:extLst>
          </p:cNvPr>
          <p:cNvSpPr>
            <a:spLocks noGrp="1"/>
          </p:cNvSpPr>
          <p:nvPr/>
        </p:nvSpPr>
        <p:spPr>
          <a:xfrm>
            <a:off x="8477250" y="1809750"/>
            <a:ext cx="3048000" cy="952500"/>
          </a:xfrm>
          <a:prstGeom prst="rect">
            <a:avLst/>
          </a:prstGeom>
          <a:noFill/>
          <a:ln w="0">
            <a:noFill/>
          </a:ln>
        </p:spPr>
        <p:txBody>
          <a:bodyPr/>
          <a:lstStyle>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a:pPr>
              <a:defRPr sz="1950" b="0">
                <a:solidFill>
                  <a:srgbClr val="FFFFFF"/>
                </a:solidFill>
              </a:defRPr>
            </a:pPr>
            <a:r>
              <a:rPr sz="1950" b="0">
                <a:solidFill>
                  <a:srgbClr val="FFFFFF"/>
                </a:solidFill>
              </a:rPr>
              <a:t>Consultar la actividad</a:t>
            </a:r>
          </a:p>
        </p:txBody>
      </p:sp>
      <p:sp>
        <p:nvSpPr>
          <p:cNvPr id="10" name="Rectángulo 9">
            <a:extLst>
              <a:ext uri="{FF2B5EF4-FFF2-40B4-BE49-F238E27FC236}">
                <a16:creationId xmlns:a16="http://schemas.microsoft.com/office/drawing/2014/main" id="{F705C2B3-1E0C-4B8C-8930-867D6013B171}"/>
              </a:ext>
            </a:extLst>
          </p:cNvPr>
          <p:cNvSpPr>
            <a:spLocks noGrp="1"/>
          </p:cNvSpPr>
          <p:nvPr/>
        </p:nvSpPr>
        <p:spPr>
          <a:xfrm>
            <a:off x="8477250" y="3143250"/>
            <a:ext cx="3048000" cy="952500"/>
          </a:xfrm>
          <a:prstGeom prst="rect">
            <a:avLst/>
          </a:prstGeom>
          <a:noFill/>
          <a:ln w="0">
            <a:noFill/>
          </a:ln>
        </p:spPr>
        <p:txBody>
          <a:bodyPr/>
          <a:lstStyle>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a:pPr>
              <a:defRPr sz="1950" b="0">
                <a:solidFill>
                  <a:srgbClr val="FFFFFF"/>
                </a:solidFill>
              </a:defRPr>
            </a:pPr>
            <a:r>
              <a:rPr sz="1950" b="0">
                <a:solidFill>
                  <a:srgbClr val="FFFFFF"/>
                </a:solidFill>
              </a:rPr>
              <a:t>Ver las existencias</a:t>
            </a:r>
          </a:p>
        </p:txBody>
      </p:sp>
      <p:sp>
        <p:nvSpPr>
          <p:cNvPr id="11" name="Rectángulo 10">
            <a:extLst>
              <a:ext uri="{FF2B5EF4-FFF2-40B4-BE49-F238E27FC236}">
                <a16:creationId xmlns:a16="http://schemas.microsoft.com/office/drawing/2014/main" id="{C92F91D3-A952-420E-8553-FEAF3D973BAD}"/>
              </a:ext>
            </a:extLst>
          </p:cNvPr>
          <p:cNvSpPr>
            <a:spLocks noGrp="1"/>
          </p:cNvSpPr>
          <p:nvPr/>
        </p:nvSpPr>
        <p:spPr>
          <a:xfrm>
            <a:off x="8477250" y="4476750"/>
            <a:ext cx="3048000" cy="952500"/>
          </a:xfrm>
          <a:prstGeom prst="rect">
            <a:avLst/>
          </a:prstGeom>
          <a:noFill/>
          <a:ln w="0">
            <a:noFill/>
          </a:ln>
        </p:spPr>
        <p:txBody>
          <a:bodyPr/>
          <a:lstStyle>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a:pPr>
              <a:defRPr sz="1950" b="0">
                <a:solidFill>
                  <a:srgbClr val="FFFFFF"/>
                </a:solidFill>
              </a:defRPr>
            </a:pPr>
            <a:r>
              <a:rPr sz="1950" b="0">
                <a:solidFill>
                  <a:srgbClr val="FFFFFF"/>
                </a:solidFill>
              </a:rPr>
              <a:t>Organizar responsabilidades</a:t>
            </a:r>
          </a:p>
        </p:txBody>
      </p:sp>
      <p:sp>
        <p:nvSpPr>
          <p:cNvPr id="12" name="Rectángulo 11">
            <a:extLst>
              <a:ext uri="{FF2B5EF4-FFF2-40B4-BE49-F238E27FC236}">
                <a16:creationId xmlns:a16="http://schemas.microsoft.com/office/drawing/2014/main" id="{68115AFA-E514-473C-AD0C-1BE60E05317A}"/>
              </a:ext>
            </a:extLst>
          </p:cNvPr>
          <p:cNvSpPr>
            <a:spLocks noGrp="1"/>
          </p:cNvSpPr>
          <p:nvPr/>
        </p:nvSpPr>
        <p:spPr>
          <a:xfrm>
            <a:off x="609600" y="1238250"/>
            <a:ext cx="3333750" cy="333375"/>
          </a:xfrm>
          <a:prstGeom prst="rect">
            <a:avLst/>
          </a:prstGeom>
          <a:noFill/>
          <a:ln w="0">
            <a:noFill/>
          </a:ln>
        </p:spPr>
        <p:txBody>
          <a:bodyPr/>
          <a:lstStyle>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a:pPr>
              <a:defRPr sz="1500" b="0">
                <a:solidFill>
                  <a:srgbClr val="B6CCE9"/>
                </a:solidFill>
              </a:defRPr>
            </a:pPr>
            <a:r>
              <a:rPr sz="1500" b="0">
                <a:solidFill>
                  <a:srgbClr val="B6CCE9"/>
                </a:solidFill>
              </a:rPr>
              <a:t>Dificultad</a:t>
            </a:r>
          </a:p>
        </p:txBody>
      </p:sp>
      <p:sp>
        <p:nvSpPr>
          <p:cNvPr id="13" name="Rectángulo 12">
            <a:extLst>
              <a:ext uri="{FF2B5EF4-FFF2-40B4-BE49-F238E27FC236}">
                <a16:creationId xmlns:a16="http://schemas.microsoft.com/office/drawing/2014/main" id="{51242C7B-9AC4-4A8A-BBAE-397A8AB2FCCA}"/>
              </a:ext>
            </a:extLst>
          </p:cNvPr>
          <p:cNvSpPr>
            <a:spLocks noGrp="1"/>
          </p:cNvSpPr>
          <p:nvPr/>
        </p:nvSpPr>
        <p:spPr>
          <a:xfrm>
            <a:off x="4381500" y="1238250"/>
            <a:ext cx="3619500" cy="333375"/>
          </a:xfrm>
          <a:prstGeom prst="rect">
            <a:avLst/>
          </a:prstGeom>
          <a:noFill/>
          <a:ln w="0">
            <a:noFill/>
          </a:ln>
        </p:spPr>
        <p:txBody>
          <a:bodyPr/>
          <a:lstStyle>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a:pPr>
              <a:defRPr sz="1500" b="0">
                <a:solidFill>
                  <a:srgbClr val="B6CCE9"/>
                </a:solidFill>
              </a:defRPr>
            </a:pPr>
            <a:r>
              <a:rPr sz="1500" b="0">
                <a:solidFill>
                  <a:srgbClr val="B6CCE9"/>
                </a:solidFill>
              </a:rPr>
              <a:t>Respuesta de la aplicación</a:t>
            </a:r>
          </a:p>
        </p:txBody>
      </p:sp>
      <p:sp>
        <p:nvSpPr>
          <p:cNvPr id="14" name="Rectángulo 13">
            <a:extLst>
              <a:ext uri="{FF2B5EF4-FFF2-40B4-BE49-F238E27FC236}">
                <a16:creationId xmlns:a16="http://schemas.microsoft.com/office/drawing/2014/main" id="{4568C30A-1A86-4705-9331-252E6B2FD894}"/>
              </a:ext>
            </a:extLst>
          </p:cNvPr>
          <p:cNvSpPr>
            <a:spLocks noGrp="1"/>
          </p:cNvSpPr>
          <p:nvPr/>
        </p:nvSpPr>
        <p:spPr>
          <a:xfrm>
            <a:off x="8477250" y="1238250"/>
            <a:ext cx="3048000" cy="333375"/>
          </a:xfrm>
          <a:prstGeom prst="rect">
            <a:avLst/>
          </a:prstGeom>
          <a:noFill/>
          <a:ln w="0">
            <a:noFill/>
          </a:ln>
        </p:spPr>
        <p:txBody>
          <a:bodyPr/>
          <a:lstStyle>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a:pPr>
              <a:defRPr sz="1500" b="0">
                <a:solidFill>
                  <a:srgbClr val="B6CCE9"/>
                </a:solidFill>
              </a:defRPr>
            </a:pPr>
            <a:r>
              <a:rPr sz="1500" b="0">
                <a:solidFill>
                  <a:srgbClr val="B6CCE9"/>
                </a:solidFill>
              </a:rPr>
              <a:t>Valor esperado</a:t>
            </a:r>
          </a:p>
        </p:txBody>
      </p:sp>
    </p:spTree>
    <p:extLst>
      <p:ext uri="{BB962C8B-B14F-4D97-AF65-F5344CB8AC3E}">
        <p14:creationId xmlns:p14="http://schemas.microsoft.com/office/powerpoint/2010/main" val="883597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7FF"/>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8111F227-4FB0-437A-A4FA-8E1D1FC00341}"/>
              </a:ext>
            </a:extLst>
          </p:cNvPr>
          <p:cNvSpPr>
            <a:spLocks noGrp="1"/>
          </p:cNvSpPr>
          <p:nvPr/>
        </p:nvSpPr>
        <p:spPr>
          <a:xfrm>
            <a:off x="609600" y="457200"/>
            <a:ext cx="10972800" cy="742950"/>
          </a:xfrm>
          <a:prstGeom prst="rect">
            <a:avLst/>
          </a:prstGeom>
          <a:noFill/>
          <a:ln w="0">
            <a:noFill/>
          </a:ln>
        </p:spPr>
        <p:txBody>
          <a:bodyPr/>
          <a:lstStyle>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a:pPr>
              <a:defRPr sz="3300" b="1">
                <a:solidFill>
                  <a:srgbClr val="061A35"/>
                </a:solidFill>
              </a:defRPr>
            </a:pPr>
            <a:r>
              <a:rPr sz="3300" b="1">
                <a:solidFill>
                  <a:srgbClr val="061A35"/>
                </a:solidFill>
              </a:rPr>
              <a:t>Bienvenida y personas</a:t>
            </a:r>
          </a:p>
        </p:txBody>
      </p:sp>
      <p:sp>
        <p:nvSpPr>
          <p:cNvPr id="2" name="Rectángulo 1">
            <a:extLst>
              <a:ext uri="{FF2B5EF4-FFF2-40B4-BE49-F238E27FC236}">
                <a16:creationId xmlns:a16="http://schemas.microsoft.com/office/drawing/2014/main" id="{38FF9070-1AB4-4C05-8997-F9A376C9B499}"/>
              </a:ext>
            </a:extLst>
          </p:cNvPr>
          <p:cNvSpPr>
            <a:spLocks noGrp="1"/>
          </p:cNvSpPr>
          <p:nvPr/>
        </p:nvSpPr>
        <p:spPr>
          <a:xfrm>
            <a:off x="11049000" y="6324600"/>
            <a:ext cx="523875" cy="285750"/>
          </a:xfrm>
          <a:prstGeom prst="rect">
            <a:avLst/>
          </a:prstGeom>
          <a:noFill/>
          <a:ln w="0">
            <a:noFill/>
          </a:ln>
        </p:spPr>
        <p:txBody>
          <a:bodyPr/>
          <a:lstStyle>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a:pPr>
              <a:defRPr sz="1350" b="0">
                <a:solidFill>
                  <a:srgbClr val="536B91"/>
                </a:solidFill>
              </a:defRPr>
            </a:pPr>
            <a:r>
              <a:rPr sz="1350" b="0">
                <a:solidFill>
                  <a:srgbClr val="536B91"/>
                </a:solidFill>
              </a:rPr>
              <a:t>04</a:t>
            </a:r>
          </a:p>
        </p:txBody>
      </p:sp>
      <p:pic>
        <p:nvPicPr>
          <p:cNvPr id="3" name="Imagen 2">
            <a:extLst>
              <a:ext uri="{FF2B5EF4-FFF2-40B4-BE49-F238E27FC236}">
                <a16:creationId xmlns:a16="http://schemas.microsoft.com/office/drawing/2014/main" id="{3687062B-2C8A-4454-925F-E4E711907B5F}"/>
              </a:ext>
            </a:extLst>
          </p:cNvPr>
          <p:cNvPicPr>
            <a:picLocks noChangeAspect="1"/>
          </p:cNvPicPr>
          <p:nvPr/>
        </p:nvPicPr>
        <p:blipFill>
          <a:blip r:embed="rId3"/>
          <a:stretch/>
        </p:blipFill>
        <p:spPr>
          <a:xfrm>
            <a:off x="883491" y="1524000"/>
            <a:ext cx="2233518" cy="4095750"/>
          </a:xfrm>
          <a:prstGeom prst="rect">
            <a:avLst/>
          </a:prstGeom>
        </p:spPr>
      </p:pic>
      <p:pic>
        <p:nvPicPr>
          <p:cNvPr id="4" name="Imagen 3">
            <a:extLst>
              <a:ext uri="{FF2B5EF4-FFF2-40B4-BE49-F238E27FC236}">
                <a16:creationId xmlns:a16="http://schemas.microsoft.com/office/drawing/2014/main" id="{2FD0C940-6FD1-4BAD-9EF7-AA0F31171DC9}"/>
              </a:ext>
            </a:extLst>
          </p:cNvPr>
          <p:cNvPicPr>
            <a:picLocks noChangeAspect="1"/>
          </p:cNvPicPr>
          <p:nvPr/>
        </p:nvPicPr>
        <p:blipFill>
          <a:blip r:embed="rId4"/>
          <a:stretch/>
        </p:blipFill>
        <p:spPr>
          <a:xfrm>
            <a:off x="3836241" y="1524000"/>
            <a:ext cx="2233518" cy="4095750"/>
          </a:xfrm>
          <a:prstGeom prst="rect">
            <a:avLst/>
          </a:prstGeom>
        </p:spPr>
      </p:pic>
      <p:pic>
        <p:nvPicPr>
          <p:cNvPr id="5" name="Imagen 4">
            <a:extLst>
              <a:ext uri="{FF2B5EF4-FFF2-40B4-BE49-F238E27FC236}">
                <a16:creationId xmlns:a16="http://schemas.microsoft.com/office/drawing/2014/main" id="{E576FBC1-4D1F-4C54-9713-735EBDA7E3EA}"/>
              </a:ext>
            </a:extLst>
          </p:cNvPr>
          <p:cNvPicPr>
            <a:picLocks noChangeAspect="1"/>
          </p:cNvPicPr>
          <p:nvPr/>
        </p:nvPicPr>
        <p:blipFill>
          <a:blip r:embed="rId5"/>
          <a:stretch/>
        </p:blipFill>
        <p:spPr>
          <a:xfrm>
            <a:off x="6788991" y="1524000"/>
            <a:ext cx="2233518" cy="4095750"/>
          </a:xfrm>
          <a:prstGeom prst="rect">
            <a:avLst/>
          </a:prstGeom>
        </p:spPr>
      </p:pic>
      <p:sp>
        <p:nvSpPr>
          <p:cNvPr id="6" name="Rectángulo 5">
            <a:extLst>
              <a:ext uri="{FF2B5EF4-FFF2-40B4-BE49-F238E27FC236}">
                <a16:creationId xmlns:a16="http://schemas.microsoft.com/office/drawing/2014/main" id="{7130F299-0FE1-4553-8BFC-03A4C461762A}"/>
              </a:ext>
            </a:extLst>
          </p:cNvPr>
          <p:cNvSpPr>
            <a:spLocks noGrp="1"/>
          </p:cNvSpPr>
          <p:nvPr/>
        </p:nvSpPr>
        <p:spPr>
          <a:xfrm>
            <a:off x="1000125" y="5715000"/>
            <a:ext cx="2286000" cy="381000"/>
          </a:xfrm>
          <a:prstGeom prst="rect">
            <a:avLst/>
          </a:prstGeom>
          <a:noFill/>
          <a:ln w="0">
            <a:noFill/>
          </a:ln>
        </p:spPr>
        <p:txBody>
          <a:bodyPr/>
          <a:lstStyle>
            <a:defPPr>
              <a:defRPr sz="1875" b="1">
                <a:solidFill>
                  <a:srgbClr val="0860FF"/>
                </a:solidFill>
              </a:defRPr>
            </a:defPPr>
            <a:lvl1pPr>
              <a:defRPr sz="1875" b="1">
                <a:solidFill>
                  <a:srgbClr val="0860FF"/>
                </a:solidFill>
              </a:defRPr>
            </a:lvl1pPr>
            <a:lvl2pPr>
              <a:defRPr sz="1875" b="1">
                <a:solidFill>
                  <a:srgbClr val="0860FF"/>
                </a:solidFill>
              </a:defRPr>
            </a:lvl2pPr>
            <a:lvl3pPr>
              <a:defRPr sz="1875" b="1">
                <a:solidFill>
                  <a:srgbClr val="0860FF"/>
                </a:solidFill>
              </a:defRPr>
            </a:lvl3pPr>
            <a:lvl4pPr>
              <a:defRPr sz="1875" b="1">
                <a:solidFill>
                  <a:srgbClr val="0860FF"/>
                </a:solidFill>
              </a:defRPr>
            </a:lvl4pPr>
            <a:lvl5pPr>
              <a:defRPr sz="1875" b="1">
                <a:solidFill>
                  <a:srgbClr val="0860FF"/>
                </a:solidFill>
              </a:defRPr>
            </a:lvl5pPr>
            <a:lvl6pPr>
              <a:defRPr sz="1875" b="1">
                <a:solidFill>
                  <a:srgbClr val="0860FF"/>
                </a:solidFill>
              </a:defRPr>
            </a:lvl6pPr>
            <a:lvl7pPr>
              <a:defRPr sz="1875" b="1">
                <a:solidFill>
                  <a:srgbClr val="0860FF"/>
                </a:solidFill>
              </a:defRPr>
            </a:lvl7pPr>
            <a:lvl8pPr>
              <a:defRPr sz="1875" b="1">
                <a:solidFill>
                  <a:srgbClr val="0860FF"/>
                </a:solidFill>
              </a:defRPr>
            </a:lvl8pPr>
            <a:lvl9pPr>
              <a:defRPr sz="1875" b="1">
                <a:solidFill>
                  <a:srgbClr val="0860FF"/>
                </a:solidFill>
              </a:defRPr>
            </a:lvl9pPr>
          </a:lstStyle>
          <a:p>
            <a:pPr>
              <a:defRPr sz="1875" b="1">
                <a:solidFill>
                  <a:srgbClr val="0860FF"/>
                </a:solidFill>
              </a:defRPr>
            </a:pPr>
            <a:r>
              <a:rPr sz="1875" b="1">
                <a:solidFill>
                  <a:srgbClr val="0860FF"/>
                </a:solidFill>
              </a:rPr>
              <a:t>Acceso</a:t>
            </a:r>
          </a:p>
        </p:txBody>
      </p:sp>
      <p:sp>
        <p:nvSpPr>
          <p:cNvPr id="7" name="Rectángulo 6">
            <a:extLst>
              <a:ext uri="{FF2B5EF4-FFF2-40B4-BE49-F238E27FC236}">
                <a16:creationId xmlns:a16="http://schemas.microsoft.com/office/drawing/2014/main" id="{72F6DD4B-E7D4-4270-8DCD-5199C442F0F8}"/>
              </a:ext>
            </a:extLst>
          </p:cNvPr>
          <p:cNvSpPr>
            <a:spLocks noGrp="1"/>
          </p:cNvSpPr>
          <p:nvPr/>
        </p:nvSpPr>
        <p:spPr>
          <a:xfrm>
            <a:off x="3762375" y="5715000"/>
            <a:ext cx="2667000" cy="381000"/>
          </a:xfrm>
          <a:prstGeom prst="rect">
            <a:avLst/>
          </a:prstGeom>
          <a:noFill/>
          <a:ln w="0">
            <a:noFill/>
          </a:ln>
        </p:spPr>
        <p:txBody>
          <a:bodyPr/>
          <a:lstStyle>
            <a:defPPr>
              <a:defRPr sz="1875" b="1">
                <a:solidFill>
                  <a:srgbClr val="0860FF"/>
                </a:solidFill>
              </a:defRPr>
            </a:defPPr>
            <a:lvl1pPr>
              <a:defRPr sz="1875" b="1">
                <a:solidFill>
                  <a:srgbClr val="0860FF"/>
                </a:solidFill>
              </a:defRPr>
            </a:lvl1pPr>
            <a:lvl2pPr>
              <a:defRPr sz="1875" b="1">
                <a:solidFill>
                  <a:srgbClr val="0860FF"/>
                </a:solidFill>
              </a:defRPr>
            </a:lvl2pPr>
            <a:lvl3pPr>
              <a:defRPr sz="1875" b="1">
                <a:solidFill>
                  <a:srgbClr val="0860FF"/>
                </a:solidFill>
              </a:defRPr>
            </a:lvl3pPr>
            <a:lvl4pPr>
              <a:defRPr sz="1875" b="1">
                <a:solidFill>
                  <a:srgbClr val="0860FF"/>
                </a:solidFill>
              </a:defRPr>
            </a:lvl4pPr>
            <a:lvl5pPr>
              <a:defRPr sz="1875" b="1">
                <a:solidFill>
                  <a:srgbClr val="0860FF"/>
                </a:solidFill>
              </a:defRPr>
            </a:lvl5pPr>
            <a:lvl6pPr>
              <a:defRPr sz="1875" b="1">
                <a:solidFill>
                  <a:srgbClr val="0860FF"/>
                </a:solidFill>
              </a:defRPr>
            </a:lvl6pPr>
            <a:lvl7pPr>
              <a:defRPr sz="1875" b="1">
                <a:solidFill>
                  <a:srgbClr val="0860FF"/>
                </a:solidFill>
              </a:defRPr>
            </a:lvl7pPr>
            <a:lvl8pPr>
              <a:defRPr sz="1875" b="1">
                <a:solidFill>
                  <a:srgbClr val="0860FF"/>
                </a:solidFill>
              </a:defRPr>
            </a:lvl8pPr>
            <a:lvl9pPr>
              <a:defRPr sz="1875" b="1">
                <a:solidFill>
                  <a:srgbClr val="0860FF"/>
                </a:solidFill>
              </a:defRPr>
            </a:lvl9pPr>
          </a:lstStyle>
          <a:p>
            <a:pPr>
              <a:defRPr sz="1875" b="1">
                <a:solidFill>
                  <a:srgbClr val="0860FF"/>
                </a:solidFill>
              </a:defRPr>
            </a:pPr>
            <a:r>
              <a:rPr sz="1875" b="1">
                <a:solidFill>
                  <a:srgbClr val="0860FF"/>
                </a:solidFill>
              </a:rPr>
              <a:t>Personas y roles</a:t>
            </a:r>
          </a:p>
        </p:txBody>
      </p:sp>
      <p:sp>
        <p:nvSpPr>
          <p:cNvPr id="8" name="Rectángulo 7">
            <a:extLst>
              <a:ext uri="{FF2B5EF4-FFF2-40B4-BE49-F238E27FC236}">
                <a16:creationId xmlns:a16="http://schemas.microsoft.com/office/drawing/2014/main" id="{AD518FEF-7C60-4B13-8DA2-B29B566E1E7B}"/>
              </a:ext>
            </a:extLst>
          </p:cNvPr>
          <p:cNvSpPr>
            <a:spLocks noGrp="1"/>
          </p:cNvSpPr>
          <p:nvPr/>
        </p:nvSpPr>
        <p:spPr>
          <a:xfrm>
            <a:off x="7286625" y="5715000"/>
            <a:ext cx="1905000" cy="381000"/>
          </a:xfrm>
          <a:prstGeom prst="rect">
            <a:avLst/>
          </a:prstGeom>
          <a:noFill/>
          <a:ln w="0">
            <a:noFill/>
          </a:ln>
        </p:spPr>
        <p:txBody>
          <a:bodyPr/>
          <a:lstStyle>
            <a:defPPr>
              <a:defRPr sz="1875" b="1">
                <a:solidFill>
                  <a:srgbClr val="0860FF"/>
                </a:solidFill>
              </a:defRPr>
            </a:defPPr>
            <a:lvl1pPr>
              <a:defRPr sz="1875" b="1">
                <a:solidFill>
                  <a:srgbClr val="0860FF"/>
                </a:solidFill>
              </a:defRPr>
            </a:lvl1pPr>
            <a:lvl2pPr>
              <a:defRPr sz="1875" b="1">
                <a:solidFill>
                  <a:srgbClr val="0860FF"/>
                </a:solidFill>
              </a:defRPr>
            </a:lvl2pPr>
            <a:lvl3pPr>
              <a:defRPr sz="1875" b="1">
                <a:solidFill>
                  <a:srgbClr val="0860FF"/>
                </a:solidFill>
              </a:defRPr>
            </a:lvl3pPr>
            <a:lvl4pPr>
              <a:defRPr sz="1875" b="1">
                <a:solidFill>
                  <a:srgbClr val="0860FF"/>
                </a:solidFill>
              </a:defRPr>
            </a:lvl4pPr>
            <a:lvl5pPr>
              <a:defRPr sz="1875" b="1">
                <a:solidFill>
                  <a:srgbClr val="0860FF"/>
                </a:solidFill>
              </a:defRPr>
            </a:lvl5pPr>
            <a:lvl6pPr>
              <a:defRPr sz="1875" b="1">
                <a:solidFill>
                  <a:srgbClr val="0860FF"/>
                </a:solidFill>
              </a:defRPr>
            </a:lvl6pPr>
            <a:lvl7pPr>
              <a:defRPr sz="1875" b="1">
                <a:solidFill>
                  <a:srgbClr val="0860FF"/>
                </a:solidFill>
              </a:defRPr>
            </a:lvl7pPr>
            <a:lvl8pPr>
              <a:defRPr sz="1875" b="1">
                <a:solidFill>
                  <a:srgbClr val="0860FF"/>
                </a:solidFill>
              </a:defRPr>
            </a:lvl8pPr>
            <a:lvl9pPr>
              <a:defRPr sz="1875" b="1">
                <a:solidFill>
                  <a:srgbClr val="0860FF"/>
                </a:solidFill>
              </a:defRPr>
            </a:lvl9pPr>
          </a:lstStyle>
          <a:p>
            <a:pPr>
              <a:defRPr sz="1875" b="1">
                <a:solidFill>
                  <a:srgbClr val="0860FF"/>
                </a:solidFill>
              </a:defRPr>
            </a:pPr>
            <a:r>
              <a:rPr sz="1875" b="1">
                <a:solidFill>
                  <a:srgbClr val="0860FF"/>
                </a:solidFill>
              </a:rPr>
              <a:t>Turnos</a:t>
            </a:r>
          </a:p>
        </p:txBody>
      </p:sp>
      <p:sp>
        <p:nvSpPr>
          <p:cNvPr id="9" name="Rectángulo 8">
            <a:extLst>
              <a:ext uri="{FF2B5EF4-FFF2-40B4-BE49-F238E27FC236}">
                <a16:creationId xmlns:a16="http://schemas.microsoft.com/office/drawing/2014/main" id="{9BBDB858-FCE4-40D7-8E3E-29E1DD26972F}"/>
              </a:ext>
            </a:extLst>
          </p:cNvPr>
          <p:cNvSpPr>
            <a:spLocks noGrp="1"/>
          </p:cNvSpPr>
          <p:nvPr/>
        </p:nvSpPr>
        <p:spPr>
          <a:xfrm>
            <a:off x="9620250" y="2714625"/>
            <a:ext cx="1952625" cy="952500"/>
          </a:xfrm>
          <a:prstGeom prst="rect">
            <a:avLst/>
          </a:prstGeom>
          <a:noFill/>
          <a:ln w="0">
            <a:noFill/>
          </a:ln>
        </p:spPr>
        <p:txBody>
          <a:bodyPr/>
          <a:lstStyle>
            <a:defPPr>
              <a:defRPr sz="2025" b="0">
                <a:solidFill>
                  <a:srgbClr val="536B91"/>
                </a:solidFill>
              </a:defRPr>
            </a:defPPr>
            <a:lvl1pPr>
              <a:defRPr sz="2025" b="0">
                <a:solidFill>
                  <a:srgbClr val="536B91"/>
                </a:solidFill>
              </a:defRPr>
            </a:lvl1pPr>
            <a:lvl2pPr>
              <a:defRPr sz="2025" b="0">
                <a:solidFill>
                  <a:srgbClr val="536B91"/>
                </a:solidFill>
              </a:defRPr>
            </a:lvl2pPr>
            <a:lvl3pPr>
              <a:defRPr sz="2025" b="0">
                <a:solidFill>
                  <a:srgbClr val="536B91"/>
                </a:solidFill>
              </a:defRPr>
            </a:lvl3pPr>
            <a:lvl4pPr>
              <a:defRPr sz="2025" b="0">
                <a:solidFill>
                  <a:srgbClr val="536B91"/>
                </a:solidFill>
              </a:defRPr>
            </a:lvl4pPr>
            <a:lvl5pPr>
              <a:defRPr sz="2025" b="0">
                <a:solidFill>
                  <a:srgbClr val="536B91"/>
                </a:solidFill>
              </a:defRPr>
            </a:lvl5pPr>
            <a:lvl6pPr>
              <a:defRPr sz="2025" b="0">
                <a:solidFill>
                  <a:srgbClr val="536B91"/>
                </a:solidFill>
              </a:defRPr>
            </a:lvl6pPr>
            <a:lvl7pPr>
              <a:defRPr sz="2025" b="0">
                <a:solidFill>
                  <a:srgbClr val="536B91"/>
                </a:solidFill>
              </a:defRPr>
            </a:lvl7pPr>
            <a:lvl8pPr>
              <a:defRPr sz="2025" b="0">
                <a:solidFill>
                  <a:srgbClr val="536B91"/>
                </a:solidFill>
              </a:defRPr>
            </a:lvl8pPr>
            <a:lvl9pPr>
              <a:defRPr sz="2025" b="0">
                <a:solidFill>
                  <a:srgbClr val="536B91"/>
                </a:solidFill>
              </a:defRPr>
            </a:lvl9pPr>
          </a:lstStyle>
          <a:p>
            <a:pPr>
              <a:defRPr sz="2025" b="0">
                <a:solidFill>
                  <a:srgbClr val="536B91"/>
                </a:solidFill>
              </a:defRPr>
            </a:pPr>
            <a:r>
              <a:rPr sz="2025" b="0">
                <a:solidFill>
                  <a:srgbClr val="536B91"/>
                </a:solidFill>
              </a:rPr>
              <a:t>Video local</a:t>
            </a:r>
          </a:p>
          <a:p>
            <a:pPr>
              <a:defRPr sz="2025" b="0">
                <a:solidFill>
                  <a:srgbClr val="536B91"/>
                </a:solidFill>
              </a:defRPr>
            </a:pPr>
            <a:r>
              <a:rPr sz="2025" b="0">
                <a:solidFill>
                  <a:srgbClr val="536B91"/>
                </a:solidFill>
              </a:rPr>
              <a:t>pendiente</a:t>
            </a:r>
          </a:p>
        </p:txBody>
      </p:sp>
    </p:spTree>
    <p:extLst>
      <p:ext uri="{BB962C8B-B14F-4D97-AF65-F5344CB8AC3E}">
        <p14:creationId xmlns:p14="http://schemas.microsoft.com/office/powerpoint/2010/main" val="110810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1A35"/>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9ADBE513-EF9F-4415-A3D9-4EABDD102534}"/>
              </a:ext>
            </a:extLst>
          </p:cNvPr>
          <p:cNvSpPr>
            <a:spLocks noGrp="1"/>
          </p:cNvSpPr>
          <p:nvPr/>
        </p:nvSpPr>
        <p:spPr>
          <a:xfrm>
            <a:off x="609600" y="457200"/>
            <a:ext cx="10972800" cy="742950"/>
          </a:xfrm>
          <a:prstGeom prst="rect">
            <a:avLst/>
          </a:prstGeom>
          <a:noFill/>
          <a:ln w="0">
            <a:noFill/>
          </a:ln>
        </p:spPr>
        <p:txBody>
          <a:bodyPr/>
          <a:lstStyle>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a:pPr>
              <a:defRPr sz="3300" b="1">
                <a:solidFill>
                  <a:srgbClr val="FFFFFF"/>
                </a:solidFill>
              </a:defRPr>
            </a:pPr>
            <a:r>
              <a:rPr sz="3300" b="1">
                <a:solidFill>
                  <a:srgbClr val="FFFFFF"/>
                </a:solidFill>
              </a:rPr>
              <a:t>Un día en el comercio</a:t>
            </a:r>
          </a:p>
        </p:txBody>
      </p:sp>
      <p:sp>
        <p:nvSpPr>
          <p:cNvPr id="2" name="Rectángulo 1">
            <a:extLst>
              <a:ext uri="{FF2B5EF4-FFF2-40B4-BE49-F238E27FC236}">
                <a16:creationId xmlns:a16="http://schemas.microsoft.com/office/drawing/2014/main" id="{B2AD93D9-8627-4B77-8D12-A454EE31B141}"/>
              </a:ext>
            </a:extLst>
          </p:cNvPr>
          <p:cNvSpPr>
            <a:spLocks noGrp="1"/>
          </p:cNvSpPr>
          <p:nvPr/>
        </p:nvSpPr>
        <p:spPr>
          <a:xfrm>
            <a:off x="11049000" y="6324600"/>
            <a:ext cx="523875" cy="285750"/>
          </a:xfrm>
          <a:prstGeom prst="rect">
            <a:avLst/>
          </a:prstGeom>
          <a:noFill/>
          <a:ln w="0">
            <a:noFill/>
          </a:ln>
        </p:spPr>
        <p:txBody>
          <a:bodyPr/>
          <a:lstStyle>
            <a:defPPr>
              <a:defRPr sz="1350" b="0">
                <a:solidFill>
                  <a:srgbClr val="B6CCE9"/>
                </a:solidFill>
              </a:defRPr>
            </a:defPPr>
            <a:lvl1pPr>
              <a:defRPr sz="1350" b="0">
                <a:solidFill>
                  <a:srgbClr val="B6CCE9"/>
                </a:solidFill>
              </a:defRPr>
            </a:lvl1pPr>
            <a:lvl2pPr>
              <a:defRPr sz="1350" b="0">
                <a:solidFill>
                  <a:srgbClr val="B6CCE9"/>
                </a:solidFill>
              </a:defRPr>
            </a:lvl2pPr>
            <a:lvl3pPr>
              <a:defRPr sz="1350" b="0">
                <a:solidFill>
                  <a:srgbClr val="B6CCE9"/>
                </a:solidFill>
              </a:defRPr>
            </a:lvl3pPr>
            <a:lvl4pPr>
              <a:defRPr sz="1350" b="0">
                <a:solidFill>
                  <a:srgbClr val="B6CCE9"/>
                </a:solidFill>
              </a:defRPr>
            </a:lvl4pPr>
            <a:lvl5pPr>
              <a:defRPr sz="1350" b="0">
                <a:solidFill>
                  <a:srgbClr val="B6CCE9"/>
                </a:solidFill>
              </a:defRPr>
            </a:lvl5pPr>
            <a:lvl6pPr>
              <a:defRPr sz="1350" b="0">
                <a:solidFill>
                  <a:srgbClr val="B6CCE9"/>
                </a:solidFill>
              </a:defRPr>
            </a:lvl6pPr>
            <a:lvl7pPr>
              <a:defRPr sz="1350" b="0">
                <a:solidFill>
                  <a:srgbClr val="B6CCE9"/>
                </a:solidFill>
              </a:defRPr>
            </a:lvl7pPr>
            <a:lvl8pPr>
              <a:defRPr sz="1350" b="0">
                <a:solidFill>
                  <a:srgbClr val="B6CCE9"/>
                </a:solidFill>
              </a:defRPr>
            </a:lvl8pPr>
            <a:lvl9pPr>
              <a:defRPr sz="1350" b="0">
                <a:solidFill>
                  <a:srgbClr val="B6CCE9"/>
                </a:solidFill>
              </a:defRPr>
            </a:lvl9pPr>
          </a:lstStyle>
          <a:p>
            <a:pPr>
              <a:defRPr sz="1350" b="0">
                <a:solidFill>
                  <a:srgbClr val="B6CCE9"/>
                </a:solidFill>
              </a:defRPr>
            </a:pPr>
            <a:r>
              <a:rPr sz="1350" b="0">
                <a:solidFill>
                  <a:srgbClr val="B6CCE9"/>
                </a:solidFill>
              </a:rPr>
              <a:t>05</a:t>
            </a:r>
          </a:p>
        </p:txBody>
      </p:sp>
      <p:pic>
        <p:nvPicPr>
          <p:cNvPr id="3" name="Imagen 2">
            <a:extLst>
              <a:ext uri="{FF2B5EF4-FFF2-40B4-BE49-F238E27FC236}">
                <a16:creationId xmlns:a16="http://schemas.microsoft.com/office/drawing/2014/main" id="{AECDC543-000C-4AD0-93F8-CB637DC7E9AA}"/>
              </a:ext>
            </a:extLst>
          </p:cNvPr>
          <p:cNvPicPr>
            <a:picLocks noChangeAspect="1"/>
          </p:cNvPicPr>
          <p:nvPr/>
        </p:nvPicPr>
        <p:blipFill>
          <a:blip r:embed="rId3"/>
          <a:stretch/>
        </p:blipFill>
        <p:spPr>
          <a:xfrm>
            <a:off x="816371" y="1428750"/>
            <a:ext cx="2129633" cy="3905250"/>
          </a:xfrm>
          <a:prstGeom prst="rect">
            <a:avLst/>
          </a:prstGeom>
        </p:spPr>
      </p:pic>
      <p:pic>
        <p:nvPicPr>
          <p:cNvPr id="4" name="Imagen 3">
            <a:extLst>
              <a:ext uri="{FF2B5EF4-FFF2-40B4-BE49-F238E27FC236}">
                <a16:creationId xmlns:a16="http://schemas.microsoft.com/office/drawing/2014/main" id="{76BF8FD0-49F7-424A-9577-A29903267F16}"/>
              </a:ext>
            </a:extLst>
          </p:cNvPr>
          <p:cNvPicPr>
            <a:picLocks noChangeAspect="1"/>
          </p:cNvPicPr>
          <p:nvPr/>
        </p:nvPicPr>
        <p:blipFill>
          <a:blip r:embed="rId4"/>
          <a:stretch/>
        </p:blipFill>
        <p:spPr>
          <a:xfrm>
            <a:off x="3626246" y="1428750"/>
            <a:ext cx="2129633" cy="3905250"/>
          </a:xfrm>
          <a:prstGeom prst="rect">
            <a:avLst/>
          </a:prstGeom>
        </p:spPr>
      </p:pic>
      <p:pic>
        <p:nvPicPr>
          <p:cNvPr id="5" name="Imagen 4">
            <a:extLst>
              <a:ext uri="{FF2B5EF4-FFF2-40B4-BE49-F238E27FC236}">
                <a16:creationId xmlns:a16="http://schemas.microsoft.com/office/drawing/2014/main" id="{B6661134-F497-43D1-A21C-68F33416306C}"/>
              </a:ext>
            </a:extLst>
          </p:cNvPr>
          <p:cNvPicPr>
            <a:picLocks noChangeAspect="1"/>
          </p:cNvPicPr>
          <p:nvPr/>
        </p:nvPicPr>
        <p:blipFill>
          <a:blip r:embed="rId5"/>
          <a:stretch/>
        </p:blipFill>
        <p:spPr>
          <a:xfrm>
            <a:off x="6436121" y="1428750"/>
            <a:ext cx="2129633" cy="3905250"/>
          </a:xfrm>
          <a:prstGeom prst="rect">
            <a:avLst/>
          </a:prstGeom>
        </p:spPr>
      </p:pic>
      <p:sp>
        <p:nvSpPr>
          <p:cNvPr id="6" name="Rectángulo 5">
            <a:extLst>
              <a:ext uri="{FF2B5EF4-FFF2-40B4-BE49-F238E27FC236}">
                <a16:creationId xmlns:a16="http://schemas.microsoft.com/office/drawing/2014/main" id="{79CAF323-F8EE-445F-A90C-AF7DA18A7D0C}"/>
              </a:ext>
            </a:extLst>
          </p:cNvPr>
          <p:cNvSpPr>
            <a:spLocks noGrp="1"/>
          </p:cNvSpPr>
          <p:nvPr/>
        </p:nvSpPr>
        <p:spPr>
          <a:xfrm>
            <a:off x="9144000" y="1714500"/>
            <a:ext cx="2476500" cy="476250"/>
          </a:xfrm>
          <a:prstGeom prst="rect">
            <a:avLst/>
          </a:prstGeom>
          <a:noFill/>
          <a:ln w="0">
            <a:noFill/>
          </a:ln>
        </p:spPr>
        <p:txBody>
          <a:bodyPr/>
          <a:lstStyle>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a:pPr>
              <a:defRPr sz="2100" b="1">
                <a:solidFill>
                  <a:srgbClr val="67B9FF"/>
                </a:solidFill>
              </a:defRPr>
            </a:pPr>
            <a:r>
              <a:rPr sz="2100" b="1">
                <a:solidFill>
                  <a:srgbClr val="67B9FF"/>
                </a:solidFill>
              </a:rPr>
              <a:t>Arroz de 1 kg</a:t>
            </a:r>
          </a:p>
        </p:txBody>
      </p:sp>
      <p:sp>
        <p:nvSpPr>
          <p:cNvPr id="7" name="Rectángulo 6">
            <a:extLst>
              <a:ext uri="{FF2B5EF4-FFF2-40B4-BE49-F238E27FC236}">
                <a16:creationId xmlns:a16="http://schemas.microsoft.com/office/drawing/2014/main" id="{4ACA05DA-069C-4636-B7C3-8CA48DE35DFB}"/>
              </a:ext>
            </a:extLst>
          </p:cNvPr>
          <p:cNvSpPr>
            <a:spLocks noGrp="1"/>
          </p:cNvSpPr>
          <p:nvPr/>
        </p:nvSpPr>
        <p:spPr>
          <a:xfrm>
            <a:off x="9144000" y="2428875"/>
            <a:ext cx="2476500" cy="1428750"/>
          </a:xfrm>
          <a:prstGeom prst="rect">
            <a:avLst/>
          </a:prstGeom>
          <a:noFill/>
          <a:ln w="0">
            <a:noFill/>
          </a:ln>
        </p:spPr>
        <p:txBody>
          <a:bodyPr/>
          <a:lstStyle>
            <a:defPPr>
              <a:defRPr sz="2250" b="0">
                <a:solidFill>
                  <a:srgbClr val="FFFFFF"/>
                </a:solidFill>
              </a:defRPr>
            </a:defPPr>
            <a:lvl1pPr>
              <a:defRPr sz="2250" b="0">
                <a:solidFill>
                  <a:srgbClr val="FFFFFF"/>
                </a:solidFill>
              </a:defRPr>
            </a:lvl1pPr>
            <a:lvl2pPr>
              <a:defRPr sz="2250" b="0">
                <a:solidFill>
                  <a:srgbClr val="FFFFFF"/>
                </a:solidFill>
              </a:defRPr>
            </a:lvl2pPr>
            <a:lvl3pPr>
              <a:defRPr sz="2250" b="0">
                <a:solidFill>
                  <a:srgbClr val="FFFFFF"/>
                </a:solidFill>
              </a:defRPr>
            </a:lvl3pPr>
            <a:lvl4pPr>
              <a:defRPr sz="2250" b="0">
                <a:solidFill>
                  <a:srgbClr val="FFFFFF"/>
                </a:solidFill>
              </a:defRPr>
            </a:lvl4pPr>
            <a:lvl5pPr>
              <a:defRPr sz="2250" b="0">
                <a:solidFill>
                  <a:srgbClr val="FFFFFF"/>
                </a:solidFill>
              </a:defRPr>
            </a:lvl5pPr>
            <a:lvl6pPr>
              <a:defRPr sz="2250" b="0">
                <a:solidFill>
                  <a:srgbClr val="FFFFFF"/>
                </a:solidFill>
              </a:defRPr>
            </a:lvl6pPr>
            <a:lvl7pPr>
              <a:defRPr sz="2250" b="0">
                <a:solidFill>
                  <a:srgbClr val="FFFFFF"/>
                </a:solidFill>
              </a:defRPr>
            </a:lvl7pPr>
            <a:lvl8pPr>
              <a:defRPr sz="2250" b="0">
                <a:solidFill>
                  <a:srgbClr val="FFFFFF"/>
                </a:solidFill>
              </a:defRPr>
            </a:lvl8pPr>
            <a:lvl9pPr>
              <a:defRPr sz="2250" b="0">
                <a:solidFill>
                  <a:srgbClr val="FFFFFF"/>
                </a:solidFill>
              </a:defRPr>
            </a:lvl9pPr>
          </a:lstStyle>
          <a:p>
            <a:pPr>
              <a:defRPr sz="2250" b="0">
                <a:solidFill>
                  <a:srgbClr val="FFFFFF"/>
                </a:solidFill>
              </a:defRPr>
            </a:pPr>
            <a:r>
              <a:rPr sz="2250" b="0">
                <a:solidFill>
                  <a:srgbClr val="FFFFFF"/>
                </a:solidFill>
              </a:rPr>
              <a:t>2 iniciales</a:t>
            </a:r>
          </a:p>
          <a:p>
            <a:pPr>
              <a:defRPr sz="2250" b="0">
                <a:solidFill>
                  <a:srgbClr val="FFFFFF"/>
                </a:solidFill>
              </a:defRPr>
            </a:pPr>
            <a:r>
              <a:rPr sz="2250" b="0">
                <a:solidFill>
                  <a:srgbClr val="FFFFFF"/>
                </a:solidFill>
              </a:rPr>
              <a:t>+ 10 compradas</a:t>
            </a:r>
          </a:p>
          <a:p>
            <a:pPr>
              <a:defRPr sz="2250" b="0">
                <a:solidFill>
                  <a:srgbClr val="FFFFFF"/>
                </a:solidFill>
              </a:defRPr>
            </a:pPr>
            <a:r>
              <a:rPr sz="2250" b="0">
                <a:solidFill>
                  <a:srgbClr val="FFFFFF"/>
                </a:solidFill>
              </a:rPr>
              <a:t>− 3 vendidas</a:t>
            </a:r>
          </a:p>
        </p:txBody>
      </p:sp>
      <p:sp>
        <p:nvSpPr>
          <p:cNvPr id="8" name="Rectángulo 7">
            <a:extLst>
              <a:ext uri="{FF2B5EF4-FFF2-40B4-BE49-F238E27FC236}">
                <a16:creationId xmlns:a16="http://schemas.microsoft.com/office/drawing/2014/main" id="{FC8319A0-6195-4DFE-AE26-BFB69D446FC0}"/>
              </a:ext>
            </a:extLst>
          </p:cNvPr>
          <p:cNvSpPr>
            <a:spLocks noGrp="1"/>
          </p:cNvSpPr>
          <p:nvPr/>
        </p:nvSpPr>
        <p:spPr>
          <a:xfrm>
            <a:off x="9144000" y="4095750"/>
            <a:ext cx="2571750" cy="666750"/>
          </a:xfrm>
          <a:prstGeom prst="rect">
            <a:avLst/>
          </a:prstGeom>
          <a:noFill/>
          <a:ln w="0">
            <a:noFill/>
          </a:ln>
        </p:spPr>
        <p:txBody>
          <a:bodyPr/>
          <a:lstStyle>
            <a:defPPr>
              <a:defRPr sz="3000" b="1">
                <a:solidFill>
                  <a:srgbClr val="67B9FF"/>
                </a:solidFill>
              </a:defRPr>
            </a:defPPr>
            <a:lvl1pPr>
              <a:defRPr sz="3000" b="1">
                <a:solidFill>
                  <a:srgbClr val="67B9FF"/>
                </a:solidFill>
              </a:defRPr>
            </a:lvl1pPr>
            <a:lvl2pPr>
              <a:defRPr sz="3000" b="1">
                <a:solidFill>
                  <a:srgbClr val="67B9FF"/>
                </a:solidFill>
              </a:defRPr>
            </a:lvl2pPr>
            <a:lvl3pPr>
              <a:defRPr sz="3000" b="1">
                <a:solidFill>
                  <a:srgbClr val="67B9FF"/>
                </a:solidFill>
              </a:defRPr>
            </a:lvl3pPr>
            <a:lvl4pPr>
              <a:defRPr sz="3000" b="1">
                <a:solidFill>
                  <a:srgbClr val="67B9FF"/>
                </a:solidFill>
              </a:defRPr>
            </a:lvl4pPr>
            <a:lvl5pPr>
              <a:defRPr sz="3000" b="1">
                <a:solidFill>
                  <a:srgbClr val="67B9FF"/>
                </a:solidFill>
              </a:defRPr>
            </a:lvl5pPr>
            <a:lvl6pPr>
              <a:defRPr sz="3000" b="1">
                <a:solidFill>
                  <a:srgbClr val="67B9FF"/>
                </a:solidFill>
              </a:defRPr>
            </a:lvl6pPr>
            <a:lvl7pPr>
              <a:defRPr sz="3000" b="1">
                <a:solidFill>
                  <a:srgbClr val="67B9FF"/>
                </a:solidFill>
              </a:defRPr>
            </a:lvl7pPr>
            <a:lvl8pPr>
              <a:defRPr sz="3000" b="1">
                <a:solidFill>
                  <a:srgbClr val="67B9FF"/>
                </a:solidFill>
              </a:defRPr>
            </a:lvl8pPr>
            <a:lvl9pPr>
              <a:defRPr sz="3000" b="1">
                <a:solidFill>
                  <a:srgbClr val="67B9FF"/>
                </a:solidFill>
              </a:defRPr>
            </a:lvl9pPr>
          </a:lstStyle>
          <a:p>
            <a:pPr>
              <a:defRPr sz="3000" b="1">
                <a:solidFill>
                  <a:srgbClr val="67B9FF"/>
                </a:solidFill>
              </a:defRPr>
            </a:pPr>
            <a:r>
              <a:rPr sz="3000" b="1">
                <a:solidFill>
                  <a:srgbClr val="67B9FF"/>
                </a:solidFill>
              </a:rPr>
              <a:t>9 unidades</a:t>
            </a:r>
          </a:p>
        </p:txBody>
      </p:sp>
      <p:sp>
        <p:nvSpPr>
          <p:cNvPr id="9" name="Rectángulo 8">
            <a:extLst>
              <a:ext uri="{FF2B5EF4-FFF2-40B4-BE49-F238E27FC236}">
                <a16:creationId xmlns:a16="http://schemas.microsoft.com/office/drawing/2014/main" id="{57B550D9-BBF9-4BFA-8743-0D994ED0C552}"/>
              </a:ext>
            </a:extLst>
          </p:cNvPr>
          <p:cNvSpPr>
            <a:spLocks noGrp="1"/>
          </p:cNvSpPr>
          <p:nvPr/>
        </p:nvSpPr>
        <p:spPr>
          <a:xfrm>
            <a:off x="609600" y="5619750"/>
            <a:ext cx="10858500" cy="476250"/>
          </a:xfrm>
          <a:prstGeom prst="rect">
            <a:avLst/>
          </a:prstGeom>
          <a:noFill/>
          <a:ln w="0">
            <a:noFill/>
          </a:ln>
        </p:spPr>
        <p:txBody>
          <a:bodyPr/>
          <a:lstStyle>
            <a:defPPr>
              <a:defRPr sz="1575" b="0">
                <a:solidFill>
                  <a:srgbClr val="B6CCE9"/>
                </a:solidFill>
              </a:defRPr>
            </a:defPPr>
            <a:lvl1pPr>
              <a:defRPr sz="1575" b="0">
                <a:solidFill>
                  <a:srgbClr val="B6CCE9"/>
                </a:solidFill>
              </a:defRPr>
            </a:lvl1pPr>
            <a:lvl2pPr>
              <a:defRPr sz="1575" b="0">
                <a:solidFill>
                  <a:srgbClr val="B6CCE9"/>
                </a:solidFill>
              </a:defRPr>
            </a:lvl2pPr>
            <a:lvl3pPr>
              <a:defRPr sz="1575" b="0">
                <a:solidFill>
                  <a:srgbClr val="B6CCE9"/>
                </a:solidFill>
              </a:defRPr>
            </a:lvl3pPr>
            <a:lvl4pPr>
              <a:defRPr sz="1575" b="0">
                <a:solidFill>
                  <a:srgbClr val="B6CCE9"/>
                </a:solidFill>
              </a:defRPr>
            </a:lvl4pPr>
            <a:lvl5pPr>
              <a:defRPr sz="1575" b="0">
                <a:solidFill>
                  <a:srgbClr val="B6CCE9"/>
                </a:solidFill>
              </a:defRPr>
            </a:lvl5pPr>
            <a:lvl6pPr>
              <a:defRPr sz="1575" b="0">
                <a:solidFill>
                  <a:srgbClr val="B6CCE9"/>
                </a:solidFill>
              </a:defRPr>
            </a:lvl6pPr>
            <a:lvl7pPr>
              <a:defRPr sz="1575" b="0">
                <a:solidFill>
                  <a:srgbClr val="B6CCE9"/>
                </a:solidFill>
              </a:defRPr>
            </a:lvl7pPr>
            <a:lvl8pPr>
              <a:defRPr sz="1575" b="0">
                <a:solidFill>
                  <a:srgbClr val="B6CCE9"/>
                </a:solidFill>
              </a:defRPr>
            </a:lvl8pPr>
            <a:lvl9pPr>
              <a:defRPr sz="1575" b="0">
                <a:solidFill>
                  <a:srgbClr val="B6CCE9"/>
                </a:solidFill>
              </a:defRPr>
            </a:lvl9pPr>
          </a:lstStyle>
          <a:p>
            <a:pPr>
              <a:defRPr sz="1575" b="0">
                <a:solidFill>
                  <a:srgbClr val="B6CCE9"/>
                </a:solidFill>
              </a:defRPr>
            </a:pPr>
            <a:r>
              <a:rPr sz="1575" b="0">
                <a:solidFill>
                  <a:srgbClr val="B6CCE9"/>
                </a:solidFill>
              </a:rPr>
              <a:t>Caso propuesto para grabar. Las capturas muestran otras operaciones del proyecto.</a:t>
            </a:r>
          </a:p>
        </p:txBody>
      </p:sp>
      <p:sp>
        <p:nvSpPr>
          <p:cNvPr id="10" name="Rectángulo 9">
            <a:extLst>
              <a:ext uri="{FF2B5EF4-FFF2-40B4-BE49-F238E27FC236}">
                <a16:creationId xmlns:a16="http://schemas.microsoft.com/office/drawing/2014/main" id="{1079F29D-E552-4B3A-9E2C-62B79CD2A314}"/>
              </a:ext>
            </a:extLst>
          </p:cNvPr>
          <p:cNvSpPr>
            <a:spLocks noGrp="1"/>
          </p:cNvSpPr>
          <p:nvPr/>
        </p:nvSpPr>
        <p:spPr>
          <a:xfrm>
            <a:off x="609600" y="6172200"/>
            <a:ext cx="7143750" cy="333375"/>
          </a:xfrm>
          <a:prstGeom prst="rect">
            <a:avLst/>
          </a:prstGeom>
          <a:noFill/>
          <a:ln w="0">
            <a:noFill/>
          </a:ln>
        </p:spPr>
        <p:txBody>
          <a:bodyPr/>
          <a:lstStyle>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a:pPr>
              <a:defRPr sz="1500" b="0">
                <a:solidFill>
                  <a:srgbClr val="B6CCE9"/>
                </a:solidFill>
              </a:defRPr>
            </a:pPr>
            <a:r>
              <a:rPr sz="1500" b="0">
                <a:solidFill>
                  <a:srgbClr val="B6CCE9"/>
                </a:solidFill>
              </a:rPr>
              <a:t>Video local pendiente</a:t>
            </a:r>
          </a:p>
        </p:txBody>
      </p:sp>
    </p:spTree>
    <p:extLst>
      <p:ext uri="{BB962C8B-B14F-4D97-AF65-F5344CB8AC3E}">
        <p14:creationId xmlns:p14="http://schemas.microsoft.com/office/powerpoint/2010/main" val="49030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7FF"/>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5EED7AD-3982-413E-919F-6E38E7BBF1F3}"/>
              </a:ext>
            </a:extLst>
          </p:cNvPr>
          <p:cNvSpPr>
            <a:spLocks noGrp="1"/>
          </p:cNvSpPr>
          <p:nvPr/>
        </p:nvSpPr>
        <p:spPr>
          <a:xfrm>
            <a:off x="609600" y="457200"/>
            <a:ext cx="10972800" cy="742950"/>
          </a:xfrm>
          <a:prstGeom prst="rect">
            <a:avLst/>
          </a:prstGeom>
          <a:noFill/>
          <a:ln w="0">
            <a:noFill/>
          </a:ln>
        </p:spPr>
        <p:txBody>
          <a:bodyPr/>
          <a:lstStyle>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a:pPr>
              <a:defRPr sz="3300" b="1">
                <a:solidFill>
                  <a:srgbClr val="061A35"/>
                </a:solidFill>
              </a:defRPr>
            </a:pPr>
            <a:r>
              <a:rPr sz="3300" b="1">
                <a:solidFill>
                  <a:srgbClr val="061A35"/>
                </a:solidFill>
              </a:rPr>
              <a:t>Cómo está construida</a:t>
            </a:r>
          </a:p>
        </p:txBody>
      </p:sp>
      <p:sp>
        <p:nvSpPr>
          <p:cNvPr id="2" name="Rectángulo 1">
            <a:extLst>
              <a:ext uri="{FF2B5EF4-FFF2-40B4-BE49-F238E27FC236}">
                <a16:creationId xmlns:a16="http://schemas.microsoft.com/office/drawing/2014/main" id="{A7ED494A-CB6B-4CF7-BECF-9A4371C3FF5B}"/>
              </a:ext>
            </a:extLst>
          </p:cNvPr>
          <p:cNvSpPr>
            <a:spLocks noGrp="1"/>
          </p:cNvSpPr>
          <p:nvPr/>
        </p:nvSpPr>
        <p:spPr>
          <a:xfrm>
            <a:off x="11049000" y="6324600"/>
            <a:ext cx="523875" cy="285750"/>
          </a:xfrm>
          <a:prstGeom prst="rect">
            <a:avLst/>
          </a:prstGeom>
          <a:noFill/>
          <a:ln w="0">
            <a:noFill/>
          </a:ln>
        </p:spPr>
        <p:txBody>
          <a:bodyPr/>
          <a:lstStyle>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a:pPr>
              <a:defRPr sz="1350" b="0">
                <a:solidFill>
                  <a:srgbClr val="536B91"/>
                </a:solidFill>
              </a:defRPr>
            </a:pPr>
            <a:r>
              <a:rPr sz="1350" b="0">
                <a:solidFill>
                  <a:srgbClr val="536B91"/>
                </a:solidFill>
              </a:rPr>
              <a:t>06</a:t>
            </a:r>
          </a:p>
        </p:txBody>
      </p:sp>
      <p:sp>
        <p:nvSpPr>
          <p:cNvPr id="3" name="Rectángulo 2">
            <a:extLst>
              <a:ext uri="{FF2B5EF4-FFF2-40B4-BE49-F238E27FC236}">
                <a16:creationId xmlns:a16="http://schemas.microsoft.com/office/drawing/2014/main" id="{C2B72220-661D-42E4-B909-C1B68BB28391}"/>
              </a:ext>
            </a:extLst>
          </p:cNvPr>
          <p:cNvSpPr>
            <a:spLocks noGrp="1"/>
          </p:cNvSpPr>
          <p:nvPr/>
        </p:nvSpPr>
        <p:spPr>
          <a:xfrm>
            <a:off x="609600" y="1571625"/>
            <a:ext cx="3333750" cy="495300"/>
          </a:xfrm>
          <a:prstGeom prst="rect">
            <a:avLst/>
          </a:prstGeom>
          <a:noFill/>
          <a:ln w="0">
            <a:noFill/>
          </a:ln>
        </p:spPr>
        <p:txBody>
          <a:bodyPr/>
          <a:lstStyle>
            <a:defPPr>
              <a:defRPr sz="2475" b="1">
                <a:solidFill>
                  <a:srgbClr val="0860FF"/>
                </a:solidFill>
              </a:defRPr>
            </a:defPPr>
            <a:lvl1pPr>
              <a:defRPr sz="2475" b="1">
                <a:solidFill>
                  <a:srgbClr val="0860FF"/>
                </a:solidFill>
              </a:defRPr>
            </a:lvl1pPr>
            <a:lvl2pPr>
              <a:defRPr sz="2475" b="1">
                <a:solidFill>
                  <a:srgbClr val="0860FF"/>
                </a:solidFill>
              </a:defRPr>
            </a:lvl2pPr>
            <a:lvl3pPr>
              <a:defRPr sz="2475" b="1">
                <a:solidFill>
                  <a:srgbClr val="0860FF"/>
                </a:solidFill>
              </a:defRPr>
            </a:lvl3pPr>
            <a:lvl4pPr>
              <a:defRPr sz="2475" b="1">
                <a:solidFill>
                  <a:srgbClr val="0860FF"/>
                </a:solidFill>
              </a:defRPr>
            </a:lvl4pPr>
            <a:lvl5pPr>
              <a:defRPr sz="2475" b="1">
                <a:solidFill>
                  <a:srgbClr val="0860FF"/>
                </a:solidFill>
              </a:defRPr>
            </a:lvl5pPr>
            <a:lvl6pPr>
              <a:defRPr sz="2475" b="1">
                <a:solidFill>
                  <a:srgbClr val="0860FF"/>
                </a:solidFill>
              </a:defRPr>
            </a:lvl6pPr>
            <a:lvl7pPr>
              <a:defRPr sz="2475" b="1">
                <a:solidFill>
                  <a:srgbClr val="0860FF"/>
                </a:solidFill>
              </a:defRPr>
            </a:lvl7pPr>
            <a:lvl8pPr>
              <a:defRPr sz="2475" b="1">
                <a:solidFill>
                  <a:srgbClr val="0860FF"/>
                </a:solidFill>
              </a:defRPr>
            </a:lvl8pPr>
            <a:lvl9pPr>
              <a:defRPr sz="2475" b="1">
                <a:solidFill>
                  <a:srgbClr val="0860FF"/>
                </a:solidFill>
              </a:defRPr>
            </a:lvl9pPr>
          </a:lstStyle>
          <a:p>
            <a:pPr>
              <a:defRPr sz="2475" b="1">
                <a:solidFill>
                  <a:srgbClr val="0860FF"/>
                </a:solidFill>
              </a:defRPr>
            </a:pPr>
            <a:r>
              <a:rPr sz="2475" b="1">
                <a:solidFill>
                  <a:srgbClr val="0860FF"/>
                </a:solidFill>
              </a:rPr>
              <a:t>Aplicación</a:t>
            </a:r>
          </a:p>
        </p:txBody>
      </p:sp>
      <p:sp>
        <p:nvSpPr>
          <p:cNvPr id="4" name="Rectángulo 3">
            <a:extLst>
              <a:ext uri="{FF2B5EF4-FFF2-40B4-BE49-F238E27FC236}">
                <a16:creationId xmlns:a16="http://schemas.microsoft.com/office/drawing/2014/main" id="{F94A5D3A-E14E-4B8A-9EC4-8C9659DB2318}"/>
              </a:ext>
            </a:extLst>
          </p:cNvPr>
          <p:cNvSpPr>
            <a:spLocks noGrp="1"/>
          </p:cNvSpPr>
          <p:nvPr/>
        </p:nvSpPr>
        <p:spPr>
          <a:xfrm>
            <a:off x="609600" y="2209800"/>
            <a:ext cx="3333750" cy="952500"/>
          </a:xfrm>
          <a:prstGeom prst="rect">
            <a:avLst/>
          </a:prstGeom>
          <a:noFill/>
          <a:ln w="0">
            <a:noFill/>
          </a:ln>
        </p:spPr>
        <p:txBody>
          <a:bodyPr/>
          <a:lstStyle>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a:pPr>
              <a:defRPr sz="2100" b="0">
                <a:solidFill>
                  <a:srgbClr val="061A35"/>
                </a:solidFill>
              </a:defRPr>
            </a:pPr>
            <a:r>
              <a:rPr sz="2100" b="0">
                <a:solidFill>
                  <a:srgbClr val="061A35"/>
                </a:solidFill>
              </a:rPr>
              <a:t>Expo y React Native</a:t>
            </a:r>
          </a:p>
          <a:p>
            <a:pPr>
              <a:defRPr sz="2100" b="0">
                <a:solidFill>
                  <a:srgbClr val="061A35"/>
                </a:solidFill>
              </a:defRPr>
            </a:pPr>
            <a:r>
              <a:rPr sz="2100" b="0">
                <a:solidFill>
                  <a:srgbClr val="061A35"/>
                </a:solidFill>
              </a:rPr>
              <a:t>Pantallas y navegación</a:t>
            </a:r>
          </a:p>
        </p:txBody>
      </p:sp>
      <p:sp>
        <p:nvSpPr>
          <p:cNvPr id="5" name="Rectángulo 4">
            <a:extLst>
              <a:ext uri="{FF2B5EF4-FFF2-40B4-BE49-F238E27FC236}">
                <a16:creationId xmlns:a16="http://schemas.microsoft.com/office/drawing/2014/main" id="{90E4A4FA-D8FF-4F17-8B04-4CFF17E96665}"/>
              </a:ext>
            </a:extLst>
          </p:cNvPr>
          <p:cNvSpPr>
            <a:spLocks noGrp="1"/>
          </p:cNvSpPr>
          <p:nvPr/>
        </p:nvSpPr>
        <p:spPr>
          <a:xfrm>
            <a:off x="4333875" y="1571625"/>
            <a:ext cx="3333750" cy="495300"/>
          </a:xfrm>
          <a:prstGeom prst="rect">
            <a:avLst/>
          </a:prstGeom>
          <a:noFill/>
          <a:ln w="0">
            <a:noFill/>
          </a:ln>
        </p:spPr>
        <p:txBody>
          <a:bodyPr/>
          <a:lstStyle>
            <a:defPPr>
              <a:defRPr sz="2475" b="1">
                <a:solidFill>
                  <a:srgbClr val="0860FF"/>
                </a:solidFill>
              </a:defRPr>
            </a:defPPr>
            <a:lvl1pPr>
              <a:defRPr sz="2475" b="1">
                <a:solidFill>
                  <a:srgbClr val="0860FF"/>
                </a:solidFill>
              </a:defRPr>
            </a:lvl1pPr>
            <a:lvl2pPr>
              <a:defRPr sz="2475" b="1">
                <a:solidFill>
                  <a:srgbClr val="0860FF"/>
                </a:solidFill>
              </a:defRPr>
            </a:lvl2pPr>
            <a:lvl3pPr>
              <a:defRPr sz="2475" b="1">
                <a:solidFill>
                  <a:srgbClr val="0860FF"/>
                </a:solidFill>
              </a:defRPr>
            </a:lvl3pPr>
            <a:lvl4pPr>
              <a:defRPr sz="2475" b="1">
                <a:solidFill>
                  <a:srgbClr val="0860FF"/>
                </a:solidFill>
              </a:defRPr>
            </a:lvl4pPr>
            <a:lvl5pPr>
              <a:defRPr sz="2475" b="1">
                <a:solidFill>
                  <a:srgbClr val="0860FF"/>
                </a:solidFill>
              </a:defRPr>
            </a:lvl5pPr>
            <a:lvl6pPr>
              <a:defRPr sz="2475" b="1">
                <a:solidFill>
                  <a:srgbClr val="0860FF"/>
                </a:solidFill>
              </a:defRPr>
            </a:lvl6pPr>
            <a:lvl7pPr>
              <a:defRPr sz="2475" b="1">
                <a:solidFill>
                  <a:srgbClr val="0860FF"/>
                </a:solidFill>
              </a:defRPr>
            </a:lvl7pPr>
            <a:lvl8pPr>
              <a:defRPr sz="2475" b="1">
                <a:solidFill>
                  <a:srgbClr val="0860FF"/>
                </a:solidFill>
              </a:defRPr>
            </a:lvl8pPr>
            <a:lvl9pPr>
              <a:defRPr sz="2475" b="1">
                <a:solidFill>
                  <a:srgbClr val="0860FF"/>
                </a:solidFill>
              </a:defRPr>
            </a:lvl9pPr>
          </a:lstStyle>
          <a:p>
            <a:pPr>
              <a:defRPr sz="2475" b="1">
                <a:solidFill>
                  <a:srgbClr val="0860FF"/>
                </a:solidFill>
              </a:defRPr>
            </a:pPr>
            <a:r>
              <a:rPr sz="2475" b="1">
                <a:solidFill>
                  <a:srgbClr val="0860FF"/>
                </a:solidFill>
              </a:rPr>
              <a:t>API</a:t>
            </a:r>
          </a:p>
        </p:txBody>
      </p:sp>
      <p:sp>
        <p:nvSpPr>
          <p:cNvPr id="6" name="Rectángulo 5">
            <a:extLst>
              <a:ext uri="{FF2B5EF4-FFF2-40B4-BE49-F238E27FC236}">
                <a16:creationId xmlns:a16="http://schemas.microsoft.com/office/drawing/2014/main" id="{743CF897-6FFC-4846-B578-0063540665B3}"/>
              </a:ext>
            </a:extLst>
          </p:cNvPr>
          <p:cNvSpPr>
            <a:spLocks noGrp="1"/>
          </p:cNvSpPr>
          <p:nvPr/>
        </p:nvSpPr>
        <p:spPr>
          <a:xfrm>
            <a:off x="4333875" y="2209800"/>
            <a:ext cx="3333750" cy="952500"/>
          </a:xfrm>
          <a:prstGeom prst="rect">
            <a:avLst/>
          </a:prstGeom>
          <a:noFill/>
          <a:ln w="0">
            <a:noFill/>
          </a:ln>
        </p:spPr>
        <p:txBody>
          <a:bodyPr/>
          <a:lstStyle>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a:pPr>
              <a:defRPr sz="2100" b="0">
                <a:solidFill>
                  <a:srgbClr val="061A35"/>
                </a:solidFill>
              </a:defRPr>
            </a:pPr>
            <a:r>
              <a:rPr sz="2100" b="0">
                <a:solidFill>
                  <a:srgbClr val="061A35"/>
                </a:solidFill>
              </a:rPr>
              <a:t>Node.js y Express</a:t>
            </a:r>
          </a:p>
          <a:p>
            <a:pPr>
              <a:defRPr sz="2100" b="0">
                <a:solidFill>
                  <a:srgbClr val="061A35"/>
                </a:solidFill>
              </a:defRPr>
            </a:pPr>
            <a:r>
              <a:rPr sz="2100" b="0">
                <a:solidFill>
                  <a:srgbClr val="061A35"/>
                </a:solidFill>
              </a:rPr>
              <a:t>Reglas de la operación</a:t>
            </a:r>
          </a:p>
        </p:txBody>
      </p:sp>
      <p:sp>
        <p:nvSpPr>
          <p:cNvPr id="7" name="Rectángulo 6">
            <a:extLst>
              <a:ext uri="{FF2B5EF4-FFF2-40B4-BE49-F238E27FC236}">
                <a16:creationId xmlns:a16="http://schemas.microsoft.com/office/drawing/2014/main" id="{28A8A667-BA60-4A99-AAC1-F2023529CE39}"/>
              </a:ext>
            </a:extLst>
          </p:cNvPr>
          <p:cNvSpPr>
            <a:spLocks noGrp="1"/>
          </p:cNvSpPr>
          <p:nvPr/>
        </p:nvSpPr>
        <p:spPr>
          <a:xfrm>
            <a:off x="8048625" y="1571625"/>
            <a:ext cx="3333750" cy="495300"/>
          </a:xfrm>
          <a:prstGeom prst="rect">
            <a:avLst/>
          </a:prstGeom>
          <a:noFill/>
          <a:ln w="0">
            <a:noFill/>
          </a:ln>
        </p:spPr>
        <p:txBody>
          <a:bodyPr/>
          <a:lstStyle>
            <a:defPPr>
              <a:defRPr sz="2475" b="1">
                <a:solidFill>
                  <a:srgbClr val="0860FF"/>
                </a:solidFill>
              </a:defRPr>
            </a:defPPr>
            <a:lvl1pPr>
              <a:defRPr sz="2475" b="1">
                <a:solidFill>
                  <a:srgbClr val="0860FF"/>
                </a:solidFill>
              </a:defRPr>
            </a:lvl1pPr>
            <a:lvl2pPr>
              <a:defRPr sz="2475" b="1">
                <a:solidFill>
                  <a:srgbClr val="0860FF"/>
                </a:solidFill>
              </a:defRPr>
            </a:lvl2pPr>
            <a:lvl3pPr>
              <a:defRPr sz="2475" b="1">
                <a:solidFill>
                  <a:srgbClr val="0860FF"/>
                </a:solidFill>
              </a:defRPr>
            </a:lvl3pPr>
            <a:lvl4pPr>
              <a:defRPr sz="2475" b="1">
                <a:solidFill>
                  <a:srgbClr val="0860FF"/>
                </a:solidFill>
              </a:defRPr>
            </a:lvl4pPr>
            <a:lvl5pPr>
              <a:defRPr sz="2475" b="1">
                <a:solidFill>
                  <a:srgbClr val="0860FF"/>
                </a:solidFill>
              </a:defRPr>
            </a:lvl5pPr>
            <a:lvl6pPr>
              <a:defRPr sz="2475" b="1">
                <a:solidFill>
                  <a:srgbClr val="0860FF"/>
                </a:solidFill>
              </a:defRPr>
            </a:lvl6pPr>
            <a:lvl7pPr>
              <a:defRPr sz="2475" b="1">
                <a:solidFill>
                  <a:srgbClr val="0860FF"/>
                </a:solidFill>
              </a:defRPr>
            </a:lvl7pPr>
            <a:lvl8pPr>
              <a:defRPr sz="2475" b="1">
                <a:solidFill>
                  <a:srgbClr val="0860FF"/>
                </a:solidFill>
              </a:defRPr>
            </a:lvl8pPr>
            <a:lvl9pPr>
              <a:defRPr sz="2475" b="1">
                <a:solidFill>
                  <a:srgbClr val="0860FF"/>
                </a:solidFill>
              </a:defRPr>
            </a:lvl9pPr>
          </a:lstStyle>
          <a:p>
            <a:pPr>
              <a:defRPr sz="2475" b="1">
                <a:solidFill>
                  <a:srgbClr val="0860FF"/>
                </a:solidFill>
              </a:defRPr>
            </a:pPr>
            <a:r>
              <a:rPr sz="2475" b="1">
                <a:solidFill>
                  <a:srgbClr val="0860FF"/>
                </a:solidFill>
              </a:rPr>
              <a:t>Base de datos</a:t>
            </a:r>
          </a:p>
        </p:txBody>
      </p:sp>
      <p:sp>
        <p:nvSpPr>
          <p:cNvPr id="8" name="Rectángulo 7">
            <a:extLst>
              <a:ext uri="{FF2B5EF4-FFF2-40B4-BE49-F238E27FC236}">
                <a16:creationId xmlns:a16="http://schemas.microsoft.com/office/drawing/2014/main" id="{367BA272-0B6D-4ABD-ACBE-1758B46B37B5}"/>
              </a:ext>
            </a:extLst>
          </p:cNvPr>
          <p:cNvSpPr>
            <a:spLocks noGrp="1"/>
          </p:cNvSpPr>
          <p:nvPr/>
        </p:nvSpPr>
        <p:spPr>
          <a:xfrm>
            <a:off x="8048625" y="2209800"/>
            <a:ext cx="3381375" cy="952500"/>
          </a:xfrm>
          <a:prstGeom prst="rect">
            <a:avLst/>
          </a:prstGeom>
          <a:noFill/>
          <a:ln w="0">
            <a:noFill/>
          </a:ln>
        </p:spPr>
        <p:txBody>
          <a:bodyPr/>
          <a:lstStyle>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a:pPr>
              <a:defRPr sz="2100" b="0">
                <a:solidFill>
                  <a:srgbClr val="061A35"/>
                </a:solidFill>
              </a:defRPr>
            </a:pPr>
            <a:r>
              <a:rPr sz="2100" b="0">
                <a:solidFill>
                  <a:srgbClr val="061A35"/>
                </a:solidFill>
              </a:rPr>
              <a:t>Prisma y PostgreSQL</a:t>
            </a:r>
          </a:p>
          <a:p>
            <a:pPr>
              <a:defRPr sz="2100" b="0">
                <a:solidFill>
                  <a:srgbClr val="061A35"/>
                </a:solidFill>
              </a:defRPr>
            </a:pPr>
            <a:r>
              <a:rPr sz="2100" b="0">
                <a:solidFill>
                  <a:srgbClr val="061A35"/>
                </a:solidFill>
              </a:rPr>
              <a:t>Persistencia y transacciones</a:t>
            </a:r>
          </a:p>
        </p:txBody>
      </p:sp>
      <p:sp>
        <p:nvSpPr>
          <p:cNvPr id="9" name="Rectángulo 8">
            <a:extLst>
              <a:ext uri="{FF2B5EF4-FFF2-40B4-BE49-F238E27FC236}">
                <a16:creationId xmlns:a16="http://schemas.microsoft.com/office/drawing/2014/main" id="{682866DA-21F3-45B5-A965-6ED705D3364D}"/>
              </a:ext>
            </a:extLst>
          </p:cNvPr>
          <p:cNvSpPr>
            <a:spLocks noGrp="1"/>
          </p:cNvSpPr>
          <p:nvPr/>
        </p:nvSpPr>
        <p:spPr>
          <a:xfrm>
            <a:off x="609600" y="3495675"/>
            <a:ext cx="10858500" cy="476250"/>
          </a:xfrm>
          <a:prstGeom prst="rect">
            <a:avLst/>
          </a:prstGeom>
          <a:noFill/>
          <a:ln w="0">
            <a:noFill/>
          </a:ln>
        </p:spPr>
        <p:txBody>
          <a:bodyPr/>
          <a:lstStyle>
            <a:defPPr>
              <a:defRPr sz="2100" b="1">
                <a:solidFill>
                  <a:srgbClr val="061A35"/>
                </a:solidFill>
              </a:defRPr>
            </a:defPPr>
            <a:lvl1pPr>
              <a:defRPr sz="2100" b="1">
                <a:solidFill>
                  <a:srgbClr val="061A35"/>
                </a:solidFill>
              </a:defRPr>
            </a:lvl1pPr>
            <a:lvl2pPr>
              <a:defRPr sz="2100" b="1">
                <a:solidFill>
                  <a:srgbClr val="061A35"/>
                </a:solidFill>
              </a:defRPr>
            </a:lvl2pPr>
            <a:lvl3pPr>
              <a:defRPr sz="2100" b="1">
                <a:solidFill>
                  <a:srgbClr val="061A35"/>
                </a:solidFill>
              </a:defRPr>
            </a:lvl3pPr>
            <a:lvl4pPr>
              <a:defRPr sz="2100" b="1">
                <a:solidFill>
                  <a:srgbClr val="061A35"/>
                </a:solidFill>
              </a:defRPr>
            </a:lvl4pPr>
            <a:lvl5pPr>
              <a:defRPr sz="2100" b="1">
                <a:solidFill>
                  <a:srgbClr val="061A35"/>
                </a:solidFill>
              </a:defRPr>
            </a:lvl5pPr>
            <a:lvl6pPr>
              <a:defRPr sz="2100" b="1">
                <a:solidFill>
                  <a:srgbClr val="061A35"/>
                </a:solidFill>
              </a:defRPr>
            </a:lvl6pPr>
            <a:lvl7pPr>
              <a:defRPr sz="2100" b="1">
                <a:solidFill>
                  <a:srgbClr val="061A35"/>
                </a:solidFill>
              </a:defRPr>
            </a:lvl7pPr>
            <a:lvl8pPr>
              <a:defRPr sz="2100" b="1">
                <a:solidFill>
                  <a:srgbClr val="061A35"/>
                </a:solidFill>
              </a:defRPr>
            </a:lvl8pPr>
            <a:lvl9pPr>
              <a:defRPr sz="2100" b="1">
                <a:solidFill>
                  <a:srgbClr val="061A35"/>
                </a:solidFill>
              </a:defRPr>
            </a:lvl9pPr>
          </a:lstStyle>
          <a:p>
            <a:pPr>
              <a:defRPr sz="2100" b="1">
                <a:solidFill>
                  <a:srgbClr val="061A35"/>
                </a:solidFill>
              </a:defRPr>
            </a:pPr>
            <a:r>
              <a:rPr sz="2100" b="1">
                <a:solidFill>
                  <a:srgbClr val="061A35"/>
                </a:solidFill>
              </a:rPr>
              <a:t>Contratos TypeScript compartidos entre aplicación y API</a:t>
            </a:r>
          </a:p>
        </p:txBody>
      </p:sp>
      <p:sp>
        <p:nvSpPr>
          <p:cNvPr id="10" name="Rectángulo 9">
            <a:extLst>
              <a:ext uri="{FF2B5EF4-FFF2-40B4-BE49-F238E27FC236}">
                <a16:creationId xmlns:a16="http://schemas.microsoft.com/office/drawing/2014/main" id="{69B8FFB0-A907-4F96-B8D9-EBB0F4C286FE}"/>
              </a:ext>
            </a:extLst>
          </p:cNvPr>
          <p:cNvSpPr>
            <a:spLocks noGrp="1"/>
          </p:cNvSpPr>
          <p:nvPr/>
        </p:nvSpPr>
        <p:spPr>
          <a:xfrm>
            <a:off x="609600" y="4381500"/>
            <a:ext cx="3238500" cy="428625"/>
          </a:xfrm>
          <a:prstGeom prst="rect">
            <a:avLst/>
          </a:prstGeom>
          <a:noFill/>
          <a:ln w="0">
            <a:noFill/>
          </a:ln>
        </p:spPr>
        <p:txBody>
          <a:bodyPr/>
          <a:lstStyle>
            <a:defPPr>
              <a:defRPr sz="2025" b="1">
                <a:solidFill>
                  <a:srgbClr val="0860FF"/>
                </a:solidFill>
              </a:defRPr>
            </a:defPPr>
            <a:lvl1pPr>
              <a:defRPr sz="2025" b="1">
                <a:solidFill>
                  <a:srgbClr val="0860FF"/>
                </a:solidFill>
              </a:defRPr>
            </a:lvl1pPr>
            <a:lvl2pPr>
              <a:defRPr sz="2025" b="1">
                <a:solidFill>
                  <a:srgbClr val="0860FF"/>
                </a:solidFill>
              </a:defRPr>
            </a:lvl2pPr>
            <a:lvl3pPr>
              <a:defRPr sz="2025" b="1">
                <a:solidFill>
                  <a:srgbClr val="0860FF"/>
                </a:solidFill>
              </a:defRPr>
            </a:lvl3pPr>
            <a:lvl4pPr>
              <a:defRPr sz="2025" b="1">
                <a:solidFill>
                  <a:srgbClr val="0860FF"/>
                </a:solidFill>
              </a:defRPr>
            </a:lvl4pPr>
            <a:lvl5pPr>
              <a:defRPr sz="2025" b="1">
                <a:solidFill>
                  <a:srgbClr val="0860FF"/>
                </a:solidFill>
              </a:defRPr>
            </a:lvl5pPr>
            <a:lvl6pPr>
              <a:defRPr sz="2025" b="1">
                <a:solidFill>
                  <a:srgbClr val="0860FF"/>
                </a:solidFill>
              </a:defRPr>
            </a:lvl6pPr>
            <a:lvl7pPr>
              <a:defRPr sz="2025" b="1">
                <a:solidFill>
                  <a:srgbClr val="0860FF"/>
                </a:solidFill>
              </a:defRPr>
            </a:lvl7pPr>
            <a:lvl8pPr>
              <a:defRPr sz="2025" b="1">
                <a:solidFill>
                  <a:srgbClr val="0860FF"/>
                </a:solidFill>
              </a:defRPr>
            </a:lvl8pPr>
            <a:lvl9pPr>
              <a:defRPr sz="2025" b="1">
                <a:solidFill>
                  <a:srgbClr val="0860FF"/>
                </a:solidFill>
              </a:defRPr>
            </a:lvl9pPr>
          </a:lstStyle>
          <a:p>
            <a:pPr>
              <a:defRPr sz="2025" b="1">
                <a:solidFill>
                  <a:srgbClr val="0860FF"/>
                </a:solidFill>
              </a:defRPr>
            </a:pPr>
            <a:r>
              <a:rPr sz="2025" b="1">
                <a:solidFill>
                  <a:srgbClr val="0860FF"/>
                </a:solidFill>
              </a:rPr>
              <a:t>Consistencia</a:t>
            </a:r>
          </a:p>
        </p:txBody>
      </p:sp>
      <p:sp>
        <p:nvSpPr>
          <p:cNvPr id="11" name="Rectángulo 10">
            <a:extLst>
              <a:ext uri="{FF2B5EF4-FFF2-40B4-BE49-F238E27FC236}">
                <a16:creationId xmlns:a16="http://schemas.microsoft.com/office/drawing/2014/main" id="{225BD256-1542-401D-A263-3B95DAF2A263}"/>
              </a:ext>
            </a:extLst>
          </p:cNvPr>
          <p:cNvSpPr>
            <a:spLocks noGrp="1"/>
          </p:cNvSpPr>
          <p:nvPr/>
        </p:nvSpPr>
        <p:spPr>
          <a:xfrm>
            <a:off x="609600" y="4914900"/>
            <a:ext cx="3286125" cy="904875"/>
          </a:xfrm>
          <a:prstGeom prst="rect">
            <a:avLst/>
          </a:prstGeom>
          <a:noFill/>
          <a:ln w="0">
            <a:noFill/>
          </a:ln>
        </p:spPr>
        <p:txBody>
          <a:bodyPr/>
          <a:lstStyle>
            <a:defPPr>
              <a:defRPr sz="1875" b="0">
                <a:solidFill>
                  <a:srgbClr val="061A35"/>
                </a:solidFill>
              </a:defRPr>
            </a:defPPr>
            <a:lvl1pPr>
              <a:defRPr sz="1875" b="0">
                <a:solidFill>
                  <a:srgbClr val="061A35"/>
                </a:solidFill>
              </a:defRPr>
            </a:lvl1pPr>
            <a:lvl2pPr>
              <a:defRPr sz="1875" b="0">
                <a:solidFill>
                  <a:srgbClr val="061A35"/>
                </a:solidFill>
              </a:defRPr>
            </a:lvl2pPr>
            <a:lvl3pPr>
              <a:defRPr sz="1875" b="0">
                <a:solidFill>
                  <a:srgbClr val="061A35"/>
                </a:solidFill>
              </a:defRPr>
            </a:lvl3pPr>
            <a:lvl4pPr>
              <a:defRPr sz="1875" b="0">
                <a:solidFill>
                  <a:srgbClr val="061A35"/>
                </a:solidFill>
              </a:defRPr>
            </a:lvl4pPr>
            <a:lvl5pPr>
              <a:defRPr sz="1875" b="0">
                <a:solidFill>
                  <a:srgbClr val="061A35"/>
                </a:solidFill>
              </a:defRPr>
            </a:lvl5pPr>
            <a:lvl6pPr>
              <a:defRPr sz="1875" b="0">
                <a:solidFill>
                  <a:srgbClr val="061A35"/>
                </a:solidFill>
              </a:defRPr>
            </a:lvl6pPr>
            <a:lvl7pPr>
              <a:defRPr sz="1875" b="0">
                <a:solidFill>
                  <a:srgbClr val="061A35"/>
                </a:solidFill>
              </a:defRPr>
            </a:lvl7pPr>
            <a:lvl8pPr>
              <a:defRPr sz="1875" b="0">
                <a:solidFill>
                  <a:srgbClr val="061A35"/>
                </a:solidFill>
              </a:defRPr>
            </a:lvl8pPr>
            <a:lvl9pPr>
              <a:defRPr sz="1875" b="0">
                <a:solidFill>
                  <a:srgbClr val="061A35"/>
                </a:solidFill>
              </a:defRPr>
            </a:lvl9pPr>
          </a:lstStyle>
          <a:p>
            <a:pPr>
              <a:defRPr sz="1875" b="0">
                <a:solidFill>
                  <a:srgbClr val="061A35"/>
                </a:solidFill>
              </a:defRPr>
            </a:pPr>
            <a:r>
              <a:rPr sz="1875" b="0">
                <a:solidFill>
                  <a:srgbClr val="061A35"/>
                </a:solidFill>
              </a:rPr>
              <a:t>Compras, ventas y stock</a:t>
            </a:r>
          </a:p>
          <a:p>
            <a:pPr>
              <a:defRPr sz="1875" b="0">
                <a:solidFill>
                  <a:srgbClr val="061A35"/>
                </a:solidFill>
              </a:defRPr>
            </a:pPr>
            <a:r>
              <a:rPr sz="1875" b="0">
                <a:solidFill>
                  <a:srgbClr val="061A35"/>
                </a:solidFill>
              </a:rPr>
              <a:t>dentro de transacciones</a:t>
            </a:r>
          </a:p>
        </p:txBody>
      </p:sp>
      <p:sp>
        <p:nvSpPr>
          <p:cNvPr id="12" name="Rectángulo 11">
            <a:extLst>
              <a:ext uri="{FF2B5EF4-FFF2-40B4-BE49-F238E27FC236}">
                <a16:creationId xmlns:a16="http://schemas.microsoft.com/office/drawing/2014/main" id="{D041745F-56EA-4E8A-8656-415AADCCCB72}"/>
              </a:ext>
            </a:extLst>
          </p:cNvPr>
          <p:cNvSpPr>
            <a:spLocks noGrp="1"/>
          </p:cNvSpPr>
          <p:nvPr/>
        </p:nvSpPr>
        <p:spPr>
          <a:xfrm>
            <a:off x="4333875" y="4381500"/>
            <a:ext cx="3238500" cy="428625"/>
          </a:xfrm>
          <a:prstGeom prst="rect">
            <a:avLst/>
          </a:prstGeom>
          <a:noFill/>
          <a:ln w="0">
            <a:noFill/>
          </a:ln>
        </p:spPr>
        <p:txBody>
          <a:bodyPr/>
          <a:lstStyle>
            <a:defPPr>
              <a:defRPr sz="2025" b="1">
                <a:solidFill>
                  <a:srgbClr val="0860FF"/>
                </a:solidFill>
              </a:defRPr>
            </a:defPPr>
            <a:lvl1pPr>
              <a:defRPr sz="2025" b="1">
                <a:solidFill>
                  <a:srgbClr val="0860FF"/>
                </a:solidFill>
              </a:defRPr>
            </a:lvl1pPr>
            <a:lvl2pPr>
              <a:defRPr sz="2025" b="1">
                <a:solidFill>
                  <a:srgbClr val="0860FF"/>
                </a:solidFill>
              </a:defRPr>
            </a:lvl2pPr>
            <a:lvl3pPr>
              <a:defRPr sz="2025" b="1">
                <a:solidFill>
                  <a:srgbClr val="0860FF"/>
                </a:solidFill>
              </a:defRPr>
            </a:lvl3pPr>
            <a:lvl4pPr>
              <a:defRPr sz="2025" b="1">
                <a:solidFill>
                  <a:srgbClr val="0860FF"/>
                </a:solidFill>
              </a:defRPr>
            </a:lvl4pPr>
            <a:lvl5pPr>
              <a:defRPr sz="2025" b="1">
                <a:solidFill>
                  <a:srgbClr val="0860FF"/>
                </a:solidFill>
              </a:defRPr>
            </a:lvl5pPr>
            <a:lvl6pPr>
              <a:defRPr sz="2025" b="1">
                <a:solidFill>
                  <a:srgbClr val="0860FF"/>
                </a:solidFill>
              </a:defRPr>
            </a:lvl6pPr>
            <a:lvl7pPr>
              <a:defRPr sz="2025" b="1">
                <a:solidFill>
                  <a:srgbClr val="0860FF"/>
                </a:solidFill>
              </a:defRPr>
            </a:lvl7pPr>
            <a:lvl8pPr>
              <a:defRPr sz="2025" b="1">
                <a:solidFill>
                  <a:srgbClr val="0860FF"/>
                </a:solidFill>
              </a:defRPr>
            </a:lvl8pPr>
            <a:lvl9pPr>
              <a:defRPr sz="2025" b="1">
                <a:solidFill>
                  <a:srgbClr val="0860FF"/>
                </a:solidFill>
              </a:defRPr>
            </a:lvl9pPr>
          </a:lstStyle>
          <a:p>
            <a:pPr>
              <a:defRPr sz="2025" b="1">
                <a:solidFill>
                  <a:srgbClr val="0860FF"/>
                </a:solidFill>
              </a:defRPr>
            </a:pPr>
            <a:r>
              <a:rPr sz="2025" b="1">
                <a:solidFill>
                  <a:srgbClr val="0860FF"/>
                </a:solidFill>
              </a:rPr>
              <a:t>Seguridad</a:t>
            </a:r>
          </a:p>
        </p:txBody>
      </p:sp>
      <p:sp>
        <p:nvSpPr>
          <p:cNvPr id="13" name="Rectángulo 12">
            <a:extLst>
              <a:ext uri="{FF2B5EF4-FFF2-40B4-BE49-F238E27FC236}">
                <a16:creationId xmlns:a16="http://schemas.microsoft.com/office/drawing/2014/main" id="{DE97F84B-7D5F-4B19-A6FE-1061CDB4EB4E}"/>
              </a:ext>
            </a:extLst>
          </p:cNvPr>
          <p:cNvSpPr>
            <a:spLocks noGrp="1"/>
          </p:cNvSpPr>
          <p:nvPr/>
        </p:nvSpPr>
        <p:spPr>
          <a:xfrm>
            <a:off x="4333875" y="4914900"/>
            <a:ext cx="3381375" cy="904875"/>
          </a:xfrm>
          <a:prstGeom prst="rect">
            <a:avLst/>
          </a:prstGeom>
          <a:noFill/>
          <a:ln w="0">
            <a:noFill/>
          </a:ln>
        </p:spPr>
        <p:txBody>
          <a:bodyPr/>
          <a:lstStyle>
            <a:defPPr>
              <a:defRPr sz="1875" b="0">
                <a:solidFill>
                  <a:srgbClr val="061A35"/>
                </a:solidFill>
              </a:defRPr>
            </a:defPPr>
            <a:lvl1pPr>
              <a:defRPr sz="1875" b="0">
                <a:solidFill>
                  <a:srgbClr val="061A35"/>
                </a:solidFill>
              </a:defRPr>
            </a:lvl1pPr>
            <a:lvl2pPr>
              <a:defRPr sz="1875" b="0">
                <a:solidFill>
                  <a:srgbClr val="061A35"/>
                </a:solidFill>
              </a:defRPr>
            </a:lvl2pPr>
            <a:lvl3pPr>
              <a:defRPr sz="1875" b="0">
                <a:solidFill>
                  <a:srgbClr val="061A35"/>
                </a:solidFill>
              </a:defRPr>
            </a:lvl3pPr>
            <a:lvl4pPr>
              <a:defRPr sz="1875" b="0">
                <a:solidFill>
                  <a:srgbClr val="061A35"/>
                </a:solidFill>
              </a:defRPr>
            </a:lvl4pPr>
            <a:lvl5pPr>
              <a:defRPr sz="1875" b="0">
                <a:solidFill>
                  <a:srgbClr val="061A35"/>
                </a:solidFill>
              </a:defRPr>
            </a:lvl5pPr>
            <a:lvl6pPr>
              <a:defRPr sz="1875" b="0">
                <a:solidFill>
                  <a:srgbClr val="061A35"/>
                </a:solidFill>
              </a:defRPr>
            </a:lvl6pPr>
            <a:lvl7pPr>
              <a:defRPr sz="1875" b="0">
                <a:solidFill>
                  <a:srgbClr val="061A35"/>
                </a:solidFill>
              </a:defRPr>
            </a:lvl7pPr>
            <a:lvl8pPr>
              <a:defRPr sz="1875" b="0">
                <a:solidFill>
                  <a:srgbClr val="061A35"/>
                </a:solidFill>
              </a:defRPr>
            </a:lvl8pPr>
            <a:lvl9pPr>
              <a:defRPr sz="1875" b="0">
                <a:solidFill>
                  <a:srgbClr val="061A35"/>
                </a:solidFill>
              </a:defRPr>
            </a:lvl9pPr>
          </a:lstStyle>
          <a:p>
            <a:pPr>
              <a:defRPr sz="1875" b="0">
                <a:solidFill>
                  <a:srgbClr val="061A35"/>
                </a:solidFill>
              </a:defRPr>
            </a:pPr>
            <a:r>
              <a:rPr sz="1875" b="0">
                <a:solidFill>
                  <a:srgbClr val="061A35"/>
                </a:solidFill>
              </a:rPr>
              <a:t>Hash scrypt con salt</a:t>
            </a:r>
          </a:p>
          <a:p>
            <a:pPr>
              <a:defRPr sz="1875" b="0">
                <a:solidFill>
                  <a:srgbClr val="061A35"/>
                </a:solidFill>
              </a:defRPr>
            </a:pPr>
            <a:r>
              <a:rPr sz="1875" b="0">
                <a:solidFill>
                  <a:srgbClr val="061A35"/>
                </a:solidFill>
              </a:rPr>
              <a:t>Autorización API por reforzar</a:t>
            </a:r>
          </a:p>
        </p:txBody>
      </p:sp>
      <p:sp>
        <p:nvSpPr>
          <p:cNvPr id="14" name="Rectángulo 13">
            <a:extLst>
              <a:ext uri="{FF2B5EF4-FFF2-40B4-BE49-F238E27FC236}">
                <a16:creationId xmlns:a16="http://schemas.microsoft.com/office/drawing/2014/main" id="{26B33034-8592-434D-A91D-D6EB7B598CAF}"/>
              </a:ext>
            </a:extLst>
          </p:cNvPr>
          <p:cNvSpPr>
            <a:spLocks noGrp="1"/>
          </p:cNvSpPr>
          <p:nvPr/>
        </p:nvSpPr>
        <p:spPr>
          <a:xfrm>
            <a:off x="8048625" y="4381500"/>
            <a:ext cx="3333750" cy="428625"/>
          </a:xfrm>
          <a:prstGeom prst="rect">
            <a:avLst/>
          </a:prstGeom>
          <a:noFill/>
          <a:ln w="0">
            <a:noFill/>
          </a:ln>
        </p:spPr>
        <p:txBody>
          <a:bodyPr/>
          <a:lstStyle>
            <a:defPPr>
              <a:defRPr sz="2025" b="1">
                <a:solidFill>
                  <a:srgbClr val="0860FF"/>
                </a:solidFill>
              </a:defRPr>
            </a:defPPr>
            <a:lvl1pPr>
              <a:defRPr sz="2025" b="1">
                <a:solidFill>
                  <a:srgbClr val="0860FF"/>
                </a:solidFill>
              </a:defRPr>
            </a:lvl1pPr>
            <a:lvl2pPr>
              <a:defRPr sz="2025" b="1">
                <a:solidFill>
                  <a:srgbClr val="0860FF"/>
                </a:solidFill>
              </a:defRPr>
            </a:lvl2pPr>
            <a:lvl3pPr>
              <a:defRPr sz="2025" b="1">
                <a:solidFill>
                  <a:srgbClr val="0860FF"/>
                </a:solidFill>
              </a:defRPr>
            </a:lvl3pPr>
            <a:lvl4pPr>
              <a:defRPr sz="2025" b="1">
                <a:solidFill>
                  <a:srgbClr val="0860FF"/>
                </a:solidFill>
              </a:defRPr>
            </a:lvl4pPr>
            <a:lvl5pPr>
              <a:defRPr sz="2025" b="1">
                <a:solidFill>
                  <a:srgbClr val="0860FF"/>
                </a:solidFill>
              </a:defRPr>
            </a:lvl5pPr>
            <a:lvl6pPr>
              <a:defRPr sz="2025" b="1">
                <a:solidFill>
                  <a:srgbClr val="0860FF"/>
                </a:solidFill>
              </a:defRPr>
            </a:lvl6pPr>
            <a:lvl7pPr>
              <a:defRPr sz="2025" b="1">
                <a:solidFill>
                  <a:srgbClr val="0860FF"/>
                </a:solidFill>
              </a:defRPr>
            </a:lvl7pPr>
            <a:lvl8pPr>
              <a:defRPr sz="2025" b="1">
                <a:solidFill>
                  <a:srgbClr val="0860FF"/>
                </a:solidFill>
              </a:defRPr>
            </a:lvl8pPr>
            <a:lvl9pPr>
              <a:defRPr sz="2025" b="1">
                <a:solidFill>
                  <a:srgbClr val="0860FF"/>
                </a:solidFill>
              </a:defRPr>
            </a:lvl9pPr>
          </a:lstStyle>
          <a:p>
            <a:pPr>
              <a:defRPr sz="2025" b="1">
                <a:solidFill>
                  <a:srgbClr val="0860FF"/>
                </a:solidFill>
              </a:defRPr>
            </a:pPr>
            <a:r>
              <a:rPr sz="2025" b="1">
                <a:solidFill>
                  <a:srgbClr val="0860FF"/>
                </a:solidFill>
              </a:rPr>
              <a:t>Accesibilidad</a:t>
            </a:r>
          </a:p>
        </p:txBody>
      </p:sp>
      <p:sp>
        <p:nvSpPr>
          <p:cNvPr id="15" name="Rectángulo 14">
            <a:extLst>
              <a:ext uri="{FF2B5EF4-FFF2-40B4-BE49-F238E27FC236}">
                <a16:creationId xmlns:a16="http://schemas.microsoft.com/office/drawing/2014/main" id="{A03398A3-FD18-4167-A3E5-05EA24A69CCA}"/>
              </a:ext>
            </a:extLst>
          </p:cNvPr>
          <p:cNvSpPr>
            <a:spLocks noGrp="1"/>
          </p:cNvSpPr>
          <p:nvPr/>
        </p:nvSpPr>
        <p:spPr>
          <a:xfrm>
            <a:off x="8048625" y="4914900"/>
            <a:ext cx="3333750" cy="904875"/>
          </a:xfrm>
          <a:prstGeom prst="rect">
            <a:avLst/>
          </a:prstGeom>
          <a:noFill/>
          <a:ln w="0">
            <a:noFill/>
          </a:ln>
        </p:spPr>
        <p:txBody>
          <a:bodyPr/>
          <a:lstStyle>
            <a:defPPr>
              <a:defRPr sz="1875" b="0">
                <a:solidFill>
                  <a:srgbClr val="061A35"/>
                </a:solidFill>
              </a:defRPr>
            </a:defPPr>
            <a:lvl1pPr>
              <a:defRPr sz="1875" b="0">
                <a:solidFill>
                  <a:srgbClr val="061A35"/>
                </a:solidFill>
              </a:defRPr>
            </a:lvl1pPr>
            <a:lvl2pPr>
              <a:defRPr sz="1875" b="0">
                <a:solidFill>
                  <a:srgbClr val="061A35"/>
                </a:solidFill>
              </a:defRPr>
            </a:lvl2pPr>
            <a:lvl3pPr>
              <a:defRPr sz="1875" b="0">
                <a:solidFill>
                  <a:srgbClr val="061A35"/>
                </a:solidFill>
              </a:defRPr>
            </a:lvl3pPr>
            <a:lvl4pPr>
              <a:defRPr sz="1875" b="0">
                <a:solidFill>
                  <a:srgbClr val="061A35"/>
                </a:solidFill>
              </a:defRPr>
            </a:lvl4pPr>
            <a:lvl5pPr>
              <a:defRPr sz="1875" b="0">
                <a:solidFill>
                  <a:srgbClr val="061A35"/>
                </a:solidFill>
              </a:defRPr>
            </a:lvl5pPr>
            <a:lvl6pPr>
              <a:defRPr sz="1875" b="0">
                <a:solidFill>
                  <a:srgbClr val="061A35"/>
                </a:solidFill>
              </a:defRPr>
            </a:lvl6pPr>
            <a:lvl7pPr>
              <a:defRPr sz="1875" b="0">
                <a:solidFill>
                  <a:srgbClr val="061A35"/>
                </a:solidFill>
              </a:defRPr>
            </a:lvl7pPr>
            <a:lvl8pPr>
              <a:defRPr sz="1875" b="0">
                <a:solidFill>
                  <a:srgbClr val="061A35"/>
                </a:solidFill>
              </a:defRPr>
            </a:lvl8pPr>
            <a:lvl9pPr>
              <a:defRPr sz="1875" b="0">
                <a:solidFill>
                  <a:srgbClr val="061A35"/>
                </a:solidFill>
              </a:defRPr>
            </a:lvl9pPr>
          </a:lstStyle>
          <a:p>
            <a:pPr>
              <a:defRPr sz="1875" b="0">
                <a:solidFill>
                  <a:srgbClr val="061A35"/>
                </a:solidFill>
              </a:defRPr>
            </a:pPr>
            <a:r>
              <a:rPr sz="1875" b="0">
                <a:solidFill>
                  <a:srgbClr val="061A35"/>
                </a:solidFill>
              </a:rPr>
              <a:t>Etiquetas en controles</a:t>
            </a:r>
          </a:p>
          <a:p>
            <a:pPr>
              <a:defRPr sz="1875" b="0">
                <a:solidFill>
                  <a:srgbClr val="061A35"/>
                </a:solidFill>
              </a:defRPr>
            </a:pPr>
            <a:r>
              <a:rPr sz="1875" b="0">
                <a:solidFill>
                  <a:srgbClr val="061A35"/>
                </a:solidFill>
              </a:rPr>
              <a:t>Temas claro y oscuro</a:t>
            </a:r>
          </a:p>
        </p:txBody>
      </p:sp>
    </p:spTree>
    <p:extLst>
      <p:ext uri="{BB962C8B-B14F-4D97-AF65-F5344CB8AC3E}">
        <p14:creationId xmlns:p14="http://schemas.microsoft.com/office/powerpoint/2010/main" val="1854479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7FF"/>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A9364CB-7D10-44F1-8074-6E416298C0DD}"/>
              </a:ext>
            </a:extLst>
          </p:cNvPr>
          <p:cNvSpPr>
            <a:spLocks noGrp="1"/>
          </p:cNvSpPr>
          <p:nvPr/>
        </p:nvSpPr>
        <p:spPr>
          <a:xfrm>
            <a:off x="609600" y="457200"/>
            <a:ext cx="10972800" cy="742950"/>
          </a:xfrm>
          <a:prstGeom prst="rect">
            <a:avLst/>
          </a:prstGeom>
          <a:noFill/>
          <a:ln w="0">
            <a:noFill/>
          </a:ln>
        </p:spPr>
        <p:txBody>
          <a:bodyPr/>
          <a:lstStyle>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a:pPr>
              <a:defRPr sz="3300" b="1">
                <a:solidFill>
                  <a:srgbClr val="061A35"/>
                </a:solidFill>
              </a:defRPr>
            </a:pPr>
            <a:r>
              <a:rPr sz="3300" b="1">
                <a:solidFill>
                  <a:srgbClr val="061A35"/>
                </a:solidFill>
              </a:rPr>
              <a:t>Resultados y futuro</a:t>
            </a:r>
          </a:p>
        </p:txBody>
      </p:sp>
      <p:sp>
        <p:nvSpPr>
          <p:cNvPr id="2" name="Rectángulo 1">
            <a:extLst>
              <a:ext uri="{FF2B5EF4-FFF2-40B4-BE49-F238E27FC236}">
                <a16:creationId xmlns:a16="http://schemas.microsoft.com/office/drawing/2014/main" id="{2F41AAEF-05D5-45DE-979F-A4A7AB5FB2D0}"/>
              </a:ext>
            </a:extLst>
          </p:cNvPr>
          <p:cNvSpPr>
            <a:spLocks noGrp="1"/>
          </p:cNvSpPr>
          <p:nvPr/>
        </p:nvSpPr>
        <p:spPr>
          <a:xfrm>
            <a:off x="11049000" y="6324600"/>
            <a:ext cx="523875" cy="285750"/>
          </a:xfrm>
          <a:prstGeom prst="rect">
            <a:avLst/>
          </a:prstGeom>
          <a:noFill/>
          <a:ln w="0">
            <a:noFill/>
          </a:ln>
        </p:spPr>
        <p:txBody>
          <a:bodyPr/>
          <a:lstStyle>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a:pPr>
              <a:defRPr sz="1350" b="0">
                <a:solidFill>
                  <a:srgbClr val="536B91"/>
                </a:solidFill>
              </a:defRPr>
            </a:pPr>
            <a:r>
              <a:rPr sz="1350" b="0">
                <a:solidFill>
                  <a:srgbClr val="536B91"/>
                </a:solidFill>
              </a:rPr>
              <a:t>07</a:t>
            </a:r>
          </a:p>
        </p:txBody>
      </p:sp>
      <p:sp>
        <p:nvSpPr>
          <p:cNvPr id="3" name="Rectángulo 2">
            <a:extLst>
              <a:ext uri="{FF2B5EF4-FFF2-40B4-BE49-F238E27FC236}">
                <a16:creationId xmlns:a16="http://schemas.microsoft.com/office/drawing/2014/main" id="{1767A9D2-C68A-440A-82AB-1E7DD4EC004D}"/>
              </a:ext>
            </a:extLst>
          </p:cNvPr>
          <p:cNvSpPr>
            <a:spLocks noGrp="1"/>
          </p:cNvSpPr>
          <p:nvPr/>
        </p:nvSpPr>
        <p:spPr>
          <a:xfrm>
            <a:off x="609600" y="1571625"/>
            <a:ext cx="7524750" cy="1047750"/>
          </a:xfrm>
          <a:prstGeom prst="rect">
            <a:avLst/>
          </a:prstGeom>
          <a:noFill/>
          <a:ln w="0">
            <a:noFill/>
          </a:ln>
        </p:spPr>
        <p:txBody>
          <a:bodyPr/>
          <a:lstStyle>
            <a:defPPr>
              <a:defRPr sz="3000" b="1">
                <a:solidFill>
                  <a:srgbClr val="0860FF"/>
                </a:solidFill>
              </a:defRPr>
            </a:defPPr>
            <a:lvl1pPr>
              <a:defRPr sz="3000" b="1">
                <a:solidFill>
                  <a:srgbClr val="0860FF"/>
                </a:solidFill>
              </a:defRPr>
            </a:lvl1pPr>
            <a:lvl2pPr>
              <a:defRPr sz="3000" b="1">
                <a:solidFill>
                  <a:srgbClr val="0860FF"/>
                </a:solidFill>
              </a:defRPr>
            </a:lvl2pPr>
            <a:lvl3pPr>
              <a:defRPr sz="3000" b="1">
                <a:solidFill>
                  <a:srgbClr val="0860FF"/>
                </a:solidFill>
              </a:defRPr>
            </a:lvl3pPr>
            <a:lvl4pPr>
              <a:defRPr sz="3000" b="1">
                <a:solidFill>
                  <a:srgbClr val="0860FF"/>
                </a:solidFill>
              </a:defRPr>
            </a:lvl4pPr>
            <a:lvl5pPr>
              <a:defRPr sz="3000" b="1">
                <a:solidFill>
                  <a:srgbClr val="0860FF"/>
                </a:solidFill>
              </a:defRPr>
            </a:lvl5pPr>
            <a:lvl6pPr>
              <a:defRPr sz="3000" b="1">
                <a:solidFill>
                  <a:srgbClr val="0860FF"/>
                </a:solidFill>
              </a:defRPr>
            </a:lvl6pPr>
            <a:lvl7pPr>
              <a:defRPr sz="3000" b="1">
                <a:solidFill>
                  <a:srgbClr val="0860FF"/>
                </a:solidFill>
              </a:defRPr>
            </a:lvl7pPr>
            <a:lvl8pPr>
              <a:defRPr sz="3000" b="1">
                <a:solidFill>
                  <a:srgbClr val="0860FF"/>
                </a:solidFill>
              </a:defRPr>
            </a:lvl8pPr>
            <a:lvl9pPr>
              <a:defRPr sz="3000" b="1">
                <a:solidFill>
                  <a:srgbClr val="0860FF"/>
                </a:solidFill>
              </a:defRPr>
            </a:lvl9pPr>
          </a:lstStyle>
          <a:p>
            <a:pPr>
              <a:defRPr sz="3000" b="1">
                <a:solidFill>
                  <a:srgbClr val="0860FF"/>
                </a:solidFill>
              </a:defRPr>
            </a:pPr>
            <a:r>
              <a:rPr sz="3000" b="1">
                <a:solidFill>
                  <a:srgbClr val="0860FF"/>
                </a:solidFill>
              </a:rPr>
              <a:t>Juan puede consultar</a:t>
            </a:r>
          </a:p>
          <a:p>
            <a:pPr>
              <a:defRPr sz="3000" b="1">
                <a:solidFill>
                  <a:srgbClr val="0860FF"/>
                </a:solidFill>
              </a:defRPr>
            </a:pPr>
            <a:r>
              <a:rPr sz="3000" b="1">
                <a:solidFill>
                  <a:srgbClr val="0860FF"/>
                </a:solidFill>
              </a:rPr>
              <a:t>la actividad de su comercio</a:t>
            </a:r>
          </a:p>
        </p:txBody>
      </p:sp>
      <p:sp>
        <p:nvSpPr>
          <p:cNvPr id="4" name="Rectángulo 3">
            <a:extLst>
              <a:ext uri="{FF2B5EF4-FFF2-40B4-BE49-F238E27FC236}">
                <a16:creationId xmlns:a16="http://schemas.microsoft.com/office/drawing/2014/main" id="{49E2E224-25B2-4730-9465-459CB108B750}"/>
              </a:ext>
            </a:extLst>
          </p:cNvPr>
          <p:cNvSpPr>
            <a:spLocks noGrp="1"/>
          </p:cNvSpPr>
          <p:nvPr/>
        </p:nvSpPr>
        <p:spPr>
          <a:xfrm>
            <a:off x="609600" y="2905125"/>
            <a:ext cx="7239000" cy="1381125"/>
          </a:xfrm>
          <a:prstGeom prst="rect">
            <a:avLst/>
          </a:prstGeom>
          <a:noFill/>
          <a:ln w="0">
            <a:noFill/>
          </a:ln>
        </p:spPr>
        <p:txBody>
          <a:bodyPr/>
          <a:lstStyle>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a:pPr>
              <a:defRPr sz="2100" b="0">
                <a:solidFill>
                  <a:srgbClr val="061A35"/>
                </a:solidFill>
              </a:defRPr>
            </a:pPr>
            <a:r>
              <a:rPr sz="2100" b="0">
                <a:solidFill>
                  <a:srgbClr val="061A35"/>
                </a:solidFill>
              </a:rPr>
              <a:t>Compras y ventas conectadas con el stock</a:t>
            </a:r>
          </a:p>
          <a:p>
            <a:pPr>
              <a:defRPr sz="2100" b="0">
                <a:solidFill>
                  <a:srgbClr val="061A35"/>
                </a:solidFill>
              </a:defRPr>
            </a:pPr>
            <a:r>
              <a:rPr sz="2100" b="0">
                <a:solidFill>
                  <a:srgbClr val="061A35"/>
                </a:solidFill>
              </a:rPr>
              <a:t>Historial de operaciones</a:t>
            </a:r>
          </a:p>
          <a:p>
            <a:pPr>
              <a:defRPr sz="2100" b="0">
                <a:solidFill>
                  <a:srgbClr val="061A35"/>
                </a:solidFill>
              </a:defRPr>
            </a:pPr>
            <a:r>
              <a:rPr sz="2100" b="0">
                <a:solidFill>
                  <a:srgbClr val="061A35"/>
                </a:solidFill>
              </a:rPr>
              <a:t>Organización de empleados y turnos</a:t>
            </a:r>
          </a:p>
        </p:txBody>
      </p:sp>
      <p:sp>
        <p:nvSpPr>
          <p:cNvPr id="5" name="Rectángulo 4">
            <a:extLst>
              <a:ext uri="{FF2B5EF4-FFF2-40B4-BE49-F238E27FC236}">
                <a16:creationId xmlns:a16="http://schemas.microsoft.com/office/drawing/2014/main" id="{B4466175-6192-4105-B568-3B95A1611F74}"/>
              </a:ext>
            </a:extLst>
          </p:cNvPr>
          <p:cNvSpPr>
            <a:spLocks noGrp="1"/>
          </p:cNvSpPr>
          <p:nvPr/>
        </p:nvSpPr>
        <p:spPr>
          <a:xfrm>
            <a:off x="609600" y="4524375"/>
            <a:ext cx="7239000" cy="476250"/>
          </a:xfrm>
          <a:prstGeom prst="rect">
            <a:avLst/>
          </a:prstGeom>
          <a:noFill/>
          <a:ln w="0">
            <a:noFill/>
          </a:ln>
        </p:spPr>
        <p:txBody>
          <a:bodyPr/>
          <a:lstStyle>
            <a:defPPr>
              <a:defRPr sz="2325" b="1">
                <a:solidFill>
                  <a:srgbClr val="061A35"/>
                </a:solidFill>
              </a:defRPr>
            </a:defPPr>
            <a:lvl1pPr>
              <a:defRPr sz="2325" b="1">
                <a:solidFill>
                  <a:srgbClr val="061A35"/>
                </a:solidFill>
              </a:defRPr>
            </a:lvl1pPr>
            <a:lvl2pPr>
              <a:defRPr sz="2325" b="1">
                <a:solidFill>
                  <a:srgbClr val="061A35"/>
                </a:solidFill>
              </a:defRPr>
            </a:lvl2pPr>
            <a:lvl3pPr>
              <a:defRPr sz="2325" b="1">
                <a:solidFill>
                  <a:srgbClr val="061A35"/>
                </a:solidFill>
              </a:defRPr>
            </a:lvl3pPr>
            <a:lvl4pPr>
              <a:defRPr sz="2325" b="1">
                <a:solidFill>
                  <a:srgbClr val="061A35"/>
                </a:solidFill>
              </a:defRPr>
            </a:lvl4pPr>
            <a:lvl5pPr>
              <a:defRPr sz="2325" b="1">
                <a:solidFill>
                  <a:srgbClr val="061A35"/>
                </a:solidFill>
              </a:defRPr>
            </a:lvl5pPr>
            <a:lvl6pPr>
              <a:defRPr sz="2325" b="1">
                <a:solidFill>
                  <a:srgbClr val="061A35"/>
                </a:solidFill>
              </a:defRPr>
            </a:lvl6pPr>
            <a:lvl7pPr>
              <a:defRPr sz="2325" b="1">
                <a:solidFill>
                  <a:srgbClr val="061A35"/>
                </a:solidFill>
              </a:defRPr>
            </a:lvl7pPr>
            <a:lvl8pPr>
              <a:defRPr sz="2325" b="1">
                <a:solidFill>
                  <a:srgbClr val="061A35"/>
                </a:solidFill>
              </a:defRPr>
            </a:lvl8pPr>
            <a:lvl9pPr>
              <a:defRPr sz="2325" b="1">
                <a:solidFill>
                  <a:srgbClr val="061A35"/>
                </a:solidFill>
              </a:defRPr>
            </a:lvl9pPr>
          </a:lstStyle>
          <a:p>
            <a:pPr>
              <a:defRPr sz="2325" b="1">
                <a:solidFill>
                  <a:srgbClr val="061A35"/>
                </a:solidFill>
              </a:defRPr>
            </a:pPr>
            <a:r>
              <a:rPr sz="2325" b="1">
                <a:solidFill>
                  <a:srgbClr val="061A35"/>
                </a:solidFill>
              </a:rPr>
              <a:t>Próximas prioridades</a:t>
            </a:r>
          </a:p>
        </p:txBody>
      </p:sp>
      <p:sp>
        <p:nvSpPr>
          <p:cNvPr id="6" name="Rectángulo 5">
            <a:extLst>
              <a:ext uri="{FF2B5EF4-FFF2-40B4-BE49-F238E27FC236}">
                <a16:creationId xmlns:a16="http://schemas.microsoft.com/office/drawing/2014/main" id="{8B215F83-FFE4-479A-B75E-369C5A2C79DD}"/>
              </a:ext>
            </a:extLst>
          </p:cNvPr>
          <p:cNvSpPr>
            <a:spLocks noGrp="1"/>
          </p:cNvSpPr>
          <p:nvPr/>
        </p:nvSpPr>
        <p:spPr>
          <a:xfrm>
            <a:off x="609600" y="5143500"/>
            <a:ext cx="7334250" cy="857250"/>
          </a:xfrm>
          <a:prstGeom prst="rect">
            <a:avLst/>
          </a:prstGeom>
          <a:noFill/>
          <a:ln w="0">
            <a:noFill/>
          </a:ln>
        </p:spPr>
        <p:txBody>
          <a:bodyPr/>
          <a:lstStyle>
            <a:defPPr>
              <a:defRPr sz="2025" b="0">
                <a:solidFill>
                  <a:srgbClr val="536B91"/>
                </a:solidFill>
              </a:defRPr>
            </a:defPPr>
            <a:lvl1pPr>
              <a:defRPr sz="2025" b="0">
                <a:solidFill>
                  <a:srgbClr val="536B91"/>
                </a:solidFill>
              </a:defRPr>
            </a:lvl1pPr>
            <a:lvl2pPr>
              <a:defRPr sz="2025" b="0">
                <a:solidFill>
                  <a:srgbClr val="536B91"/>
                </a:solidFill>
              </a:defRPr>
            </a:lvl2pPr>
            <a:lvl3pPr>
              <a:defRPr sz="2025" b="0">
                <a:solidFill>
                  <a:srgbClr val="536B91"/>
                </a:solidFill>
              </a:defRPr>
            </a:lvl3pPr>
            <a:lvl4pPr>
              <a:defRPr sz="2025" b="0">
                <a:solidFill>
                  <a:srgbClr val="536B91"/>
                </a:solidFill>
              </a:defRPr>
            </a:lvl4pPr>
            <a:lvl5pPr>
              <a:defRPr sz="2025" b="0">
                <a:solidFill>
                  <a:srgbClr val="536B91"/>
                </a:solidFill>
              </a:defRPr>
            </a:lvl5pPr>
            <a:lvl6pPr>
              <a:defRPr sz="2025" b="0">
                <a:solidFill>
                  <a:srgbClr val="536B91"/>
                </a:solidFill>
              </a:defRPr>
            </a:lvl6pPr>
            <a:lvl7pPr>
              <a:defRPr sz="2025" b="0">
                <a:solidFill>
                  <a:srgbClr val="536B91"/>
                </a:solidFill>
              </a:defRPr>
            </a:lvl7pPr>
            <a:lvl8pPr>
              <a:defRPr sz="2025" b="0">
                <a:solidFill>
                  <a:srgbClr val="536B91"/>
                </a:solidFill>
              </a:defRPr>
            </a:lvl8pPr>
            <a:lvl9pPr>
              <a:defRPr sz="2025" b="0">
                <a:solidFill>
                  <a:srgbClr val="536B91"/>
                </a:solidFill>
              </a:defRPr>
            </a:lvl9pPr>
          </a:lstStyle>
          <a:p>
            <a:pPr>
              <a:defRPr sz="2025" b="0">
                <a:solidFill>
                  <a:srgbClr val="536B91"/>
                </a:solidFill>
              </a:defRPr>
            </a:pPr>
            <a:r>
              <a:rPr sz="2025" b="0">
                <a:solidFill>
                  <a:srgbClr val="536B91"/>
                </a:solidFill>
              </a:rPr>
              <a:t>Autorización en API y pruebas</a:t>
            </a:r>
          </a:p>
          <a:p>
            <a:pPr>
              <a:defRPr sz="2025" b="0">
                <a:solidFill>
                  <a:srgbClr val="536B91"/>
                </a:solidFill>
              </a:defRPr>
            </a:pPr>
            <a:r>
              <a:rPr sz="2025" b="0">
                <a:solidFill>
                  <a:srgbClr val="536B91"/>
                </a:solidFill>
              </a:rPr>
              <a:t>Evaluación de accesibilidad con usuarios</a:t>
            </a:r>
          </a:p>
        </p:txBody>
      </p:sp>
      <p:pic>
        <p:nvPicPr>
          <p:cNvPr id="7" name="Imagen 6">
            <a:extLst>
              <a:ext uri="{FF2B5EF4-FFF2-40B4-BE49-F238E27FC236}">
                <a16:creationId xmlns:a16="http://schemas.microsoft.com/office/drawing/2014/main" id="{E93A400C-E6C5-4DA8-A6AC-2943161090F4}"/>
              </a:ext>
            </a:extLst>
          </p:cNvPr>
          <p:cNvPicPr>
            <a:picLocks noChangeAspect="1"/>
          </p:cNvPicPr>
          <p:nvPr/>
        </p:nvPicPr>
        <p:blipFill>
          <a:blip r:embed="rId3"/>
          <a:stretch/>
        </p:blipFill>
        <p:spPr>
          <a:xfrm>
            <a:off x="8564135" y="1381125"/>
            <a:ext cx="2493229" cy="4572000"/>
          </a:xfrm>
          <a:prstGeom prst="rect">
            <a:avLst/>
          </a:prstGeom>
        </p:spPr>
      </p:pic>
    </p:spTree>
    <p:extLst>
      <p:ext uri="{BB962C8B-B14F-4D97-AF65-F5344CB8AC3E}">
        <p14:creationId xmlns:p14="http://schemas.microsoft.com/office/powerpoint/2010/main" val="1342458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1365</Words>
  <Application>Microsoft Office PowerPoint</Application>
  <DocSecurity>0</DocSecurity>
  <PresentationFormat>Panorámica</PresentationFormat>
  <Paragraphs>140</Paragraphs>
  <Slides>7</Slides>
  <Notes>7</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7</vt:i4>
      </vt:variant>
    </vt:vector>
  </HeadingPairs>
  <TitlesOfParts>
    <vt:vector size="9" baseType="lpstr">
      <vt:lpstr>Aptos</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Lautaro Flor</cp:lastModifiedBy>
  <cp:revision>1</cp:revision>
  <dcterms:created xsi:type="dcterms:W3CDTF">2026-10-30T00:11:43Z</dcterms:created>
  <dcterms:modified xsi:type="dcterms:W3CDTF">2026-10-30T00:42:31Z</dcterms:modified>
</cp:coreProperties>
</file>